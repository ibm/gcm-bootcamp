
<file path=[Content_Types].xml><?xml version="1.0" encoding="utf-8"?>
<Types xmlns="http://schemas.openxmlformats.org/package/2006/content-types">
  <Default Extension="emf" ContentType="image/x-emf"/>
  <Default Extension="fntdata" ContentType="application/x-fontdata"/>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2" r:id="rId4"/>
    <p:sldMasterId id="2147484060" r:id="rId5"/>
  </p:sldMasterIdLst>
  <p:notesMasterIdLst>
    <p:notesMasterId r:id="rId28"/>
  </p:notesMasterIdLst>
  <p:handoutMasterIdLst>
    <p:handoutMasterId r:id="rId29"/>
  </p:handoutMasterIdLst>
  <p:sldIdLst>
    <p:sldId id="2147483642" r:id="rId6"/>
    <p:sldId id="2147483644" r:id="rId7"/>
    <p:sldId id="2147481771" r:id="rId8"/>
    <p:sldId id="2147483371" r:id="rId9"/>
    <p:sldId id="266" r:id="rId10"/>
    <p:sldId id="267" r:id="rId11"/>
    <p:sldId id="268" r:id="rId12"/>
    <p:sldId id="2147483646" r:id="rId13"/>
    <p:sldId id="2147483381" r:id="rId14"/>
    <p:sldId id="2147482214" r:id="rId15"/>
    <p:sldId id="2147477920" r:id="rId16"/>
    <p:sldId id="2147477928" r:id="rId17"/>
    <p:sldId id="262" r:id="rId18"/>
    <p:sldId id="259" r:id="rId19"/>
    <p:sldId id="421" r:id="rId20"/>
    <p:sldId id="272" r:id="rId21"/>
    <p:sldId id="258" r:id="rId22"/>
    <p:sldId id="2147483441" r:id="rId23"/>
    <p:sldId id="2147482376" r:id="rId24"/>
    <p:sldId id="257" r:id="rId25"/>
    <p:sldId id="264" r:id="rId26"/>
    <p:sldId id="290" r:id="rId27"/>
  </p:sldIdLst>
  <p:sldSz cx="24387175" cy="13716000"/>
  <p:notesSz cx="6858000" cy="9144000"/>
  <p:embeddedFontLst>
    <p:embeddedFont>
      <p:font typeface="AkayaTelivigala" pitchFamily="2" charset="77"/>
      <p:regular r:id="rId30"/>
    </p:embeddedFont>
    <p:embeddedFont>
      <p:font typeface="IBM Plex Sans" panose="020B0503050203000203" pitchFamily="34" charset="0"/>
      <p:regular r:id="rId31"/>
      <p:bold r:id="rId32"/>
      <p:italic r:id="rId33"/>
      <p:boldItalic r:id="rId34"/>
    </p:embeddedFont>
    <p:embeddedFont>
      <p:font typeface="IBM Plex Sans ExtLt" panose="020B0303050203000203" pitchFamily="34" charset="0"/>
      <p:regular r:id="rId35"/>
      <p:italic r:id="rId36"/>
    </p:embeddedFont>
    <p:embeddedFont>
      <p:font typeface="IBM Plex Sans Light" panose="020B0403050203000203" pitchFamily="34" charset="0"/>
      <p:regular r:id="rId37"/>
      <p:italic r:id="rId38"/>
    </p:embeddedFont>
    <p:embeddedFont>
      <p:font typeface="IBM Plex Sans SmBld" panose="020B0503050203000203" pitchFamily="34" charset="0"/>
      <p:regular r:id="rId39"/>
      <p:bold r:id="rId40"/>
      <p:italic r:id="rId41"/>
      <p:boldItalic r:id="rId42"/>
    </p:embeddedFont>
    <p:embeddedFont>
      <p:font typeface="IBMPlexSans" panose="020B0503050203000203" pitchFamily="34" charset="0"/>
      <p:regular r:id="rId43"/>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E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horzBarState="maximized">
    <p:restoredLeft sz="5574"/>
    <p:restoredTop sz="96203"/>
  </p:normalViewPr>
  <p:slideViewPr>
    <p:cSldViewPr snapToGrid="0">
      <p:cViewPr varScale="1">
        <p:scale>
          <a:sx n="62" d="100"/>
          <a:sy n="62" d="100"/>
        </p:scale>
        <p:origin x="1336" y="200"/>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10.fntdata"/><Relationship Id="rId21" Type="http://schemas.openxmlformats.org/officeDocument/2006/relationships/slide" Target="slides/slide16.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handoutMaster" Target="handoutMasters/handoutMaster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36" Type="http://schemas.openxmlformats.org/officeDocument/2006/relationships/font" Target="fonts/font7.fntdata"/><Relationship Id="rId49"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2.fntdata"/><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844973-E4E6-0944-A862-FB1A8709F9FE}"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02E6B4C-2C83-9D4E-9FF6-613BCF5BA9D9}">
      <dgm:prSet custT="1"/>
      <dgm:spPr/>
      <dgm:t>
        <a:bodyPr/>
        <a:lstStyle/>
        <a:p>
          <a:r>
            <a:rPr lang="en-US" sz="2400" b="1" i="0" dirty="0">
              <a:solidFill>
                <a:schemeClr val="bg1"/>
              </a:solidFill>
            </a:rPr>
            <a:t>Defense Information Systems Agency (DISA)</a:t>
          </a:r>
        </a:p>
      </dgm:t>
    </dgm:pt>
    <dgm:pt modelId="{9DE8ACC7-46D0-144D-A213-F6362A04DD21}" type="parTrans" cxnId="{16BE5127-D32D-C942-92A8-9EA6AD567EA7}">
      <dgm:prSet/>
      <dgm:spPr/>
      <dgm:t>
        <a:bodyPr/>
        <a:lstStyle/>
        <a:p>
          <a:endParaRPr lang="en-US" sz="2800"/>
        </a:p>
      </dgm:t>
    </dgm:pt>
    <dgm:pt modelId="{E136C577-4C56-2344-9B32-DFAD4DB81E35}" type="sibTrans" cxnId="{16BE5127-D32D-C942-92A8-9EA6AD567EA7}">
      <dgm:prSet/>
      <dgm:spPr/>
      <dgm:t>
        <a:bodyPr/>
        <a:lstStyle/>
        <a:p>
          <a:endParaRPr lang="en-US" sz="2800"/>
        </a:p>
      </dgm:t>
    </dgm:pt>
    <dgm:pt modelId="{C118EE19-9A9D-FA47-8BE9-81BE6175E75F}">
      <dgm:prSet custT="1"/>
      <dgm:spPr/>
      <dgm:t>
        <a:bodyPr/>
        <a:lstStyle/>
        <a:p>
          <a:r>
            <a:rPr lang="en-US" sz="2000" b="0" i="0" dirty="0">
              <a:solidFill>
                <a:schemeClr val="tx1"/>
              </a:solidFill>
            </a:rPr>
            <a:t>DISA uses asymmetric cryptography to</a:t>
          </a:r>
          <a:r>
            <a:rPr lang="en-US" sz="2000" b="1" i="0" dirty="0">
              <a:solidFill>
                <a:schemeClr val="tx1"/>
              </a:solidFill>
            </a:rPr>
            <a:t> </a:t>
          </a:r>
          <a:r>
            <a:rPr lang="en-US" sz="2000" b="1" i="0" dirty="0">
              <a:solidFill>
                <a:schemeClr val="accent1">
                  <a:lumMod val="75000"/>
                </a:schemeClr>
              </a:solidFill>
            </a:rPr>
            <a:t>secure military communications and safeguard sensitive defense information from unauthorized access</a:t>
          </a:r>
          <a:r>
            <a:rPr lang="en-US" sz="2000" b="0" i="0" dirty="0">
              <a:solidFill>
                <a:schemeClr val="tx1"/>
              </a:solidFill>
            </a:rPr>
            <a:t>. It ensures secure data transmission across military networks and between U.S. allies.</a:t>
          </a:r>
          <a:endParaRPr lang="en-US" sz="2000" dirty="0">
            <a:solidFill>
              <a:schemeClr val="tx1"/>
            </a:solidFill>
          </a:endParaRPr>
        </a:p>
      </dgm:t>
    </dgm:pt>
    <dgm:pt modelId="{E128EA3A-DB32-8146-87BF-0E66460E6100}" type="parTrans" cxnId="{0EB47BA8-00C7-724A-ACA7-664C2ED80A67}">
      <dgm:prSet/>
      <dgm:spPr/>
      <dgm:t>
        <a:bodyPr/>
        <a:lstStyle/>
        <a:p>
          <a:endParaRPr lang="en-US" sz="2800"/>
        </a:p>
      </dgm:t>
    </dgm:pt>
    <dgm:pt modelId="{139EC937-902D-704E-966A-13664DBBE63B}" type="sibTrans" cxnId="{0EB47BA8-00C7-724A-ACA7-664C2ED80A67}">
      <dgm:prSet/>
      <dgm:spPr/>
      <dgm:t>
        <a:bodyPr/>
        <a:lstStyle/>
        <a:p>
          <a:endParaRPr lang="en-US" sz="2800"/>
        </a:p>
      </dgm:t>
    </dgm:pt>
    <dgm:pt modelId="{E6507E28-68CB-F647-9EC0-AF2E6C4605EB}">
      <dgm:prSet custT="1"/>
      <dgm:spPr/>
      <dgm:t>
        <a:bodyPr/>
        <a:lstStyle/>
        <a:p>
          <a:r>
            <a:rPr lang="en-US" sz="2400" b="1" i="0" dirty="0">
              <a:solidFill>
                <a:schemeClr val="bg1"/>
              </a:solidFill>
            </a:rPr>
            <a:t>U.S. Department of Homeland Security (DHS)</a:t>
          </a:r>
          <a:endParaRPr lang="en-US" sz="2400" b="1" dirty="0">
            <a:solidFill>
              <a:schemeClr val="bg1"/>
            </a:solidFill>
          </a:endParaRPr>
        </a:p>
      </dgm:t>
    </dgm:pt>
    <dgm:pt modelId="{1CD878FB-8260-FF4E-8363-790E73549C10}" type="parTrans" cxnId="{F91B8100-9769-864E-B783-3220B7484511}">
      <dgm:prSet/>
      <dgm:spPr/>
      <dgm:t>
        <a:bodyPr/>
        <a:lstStyle/>
        <a:p>
          <a:endParaRPr lang="en-US" sz="2800"/>
        </a:p>
      </dgm:t>
    </dgm:pt>
    <dgm:pt modelId="{B4EC2524-3B03-FE4B-AC39-57641F8D0F4B}" type="sibTrans" cxnId="{F91B8100-9769-864E-B783-3220B7484511}">
      <dgm:prSet/>
      <dgm:spPr/>
      <dgm:t>
        <a:bodyPr/>
        <a:lstStyle/>
        <a:p>
          <a:endParaRPr lang="en-US" sz="2800"/>
        </a:p>
      </dgm:t>
    </dgm:pt>
    <dgm:pt modelId="{E50BAE02-032C-9C40-83FC-78C121533C40}">
      <dgm:prSet custT="1"/>
      <dgm:spPr/>
      <dgm:t>
        <a:bodyPr/>
        <a:lstStyle/>
        <a:p>
          <a:r>
            <a:rPr lang="en-US" sz="2000" b="0" i="0" dirty="0">
              <a:solidFill>
                <a:schemeClr val="tx1"/>
              </a:solidFill>
            </a:rPr>
            <a:t>The DHS relies on asymmetric cryptography for </a:t>
          </a:r>
          <a:r>
            <a:rPr lang="en-US" sz="2000" b="1" i="0" dirty="0">
              <a:solidFill>
                <a:schemeClr val="accent1">
                  <a:lumMod val="75000"/>
                </a:schemeClr>
              </a:solidFill>
            </a:rPr>
            <a:t>securing communication channels, especially for critical infrastructure protection and cybersecurity operations</a:t>
          </a:r>
          <a:r>
            <a:rPr lang="en-US" sz="2000" b="0" i="0" dirty="0">
              <a:solidFill>
                <a:schemeClr val="tx1"/>
              </a:solidFill>
            </a:rPr>
            <a:t>. It uses encryption to authenticate users and devices in its cyber defense systems.</a:t>
          </a:r>
          <a:endParaRPr lang="en-US" sz="2000" dirty="0">
            <a:solidFill>
              <a:schemeClr val="tx1"/>
            </a:solidFill>
          </a:endParaRPr>
        </a:p>
      </dgm:t>
    </dgm:pt>
    <dgm:pt modelId="{B7B6A2E4-0661-4840-B693-4B1C99B19722}" type="parTrans" cxnId="{8337133C-F545-3B4F-964A-536BF0A4A4AE}">
      <dgm:prSet/>
      <dgm:spPr/>
      <dgm:t>
        <a:bodyPr/>
        <a:lstStyle/>
        <a:p>
          <a:endParaRPr lang="en-US" sz="2800"/>
        </a:p>
      </dgm:t>
    </dgm:pt>
    <dgm:pt modelId="{B037C96A-C8BA-4E4B-AD50-B6CB17C120BE}" type="sibTrans" cxnId="{8337133C-F545-3B4F-964A-536BF0A4A4AE}">
      <dgm:prSet/>
      <dgm:spPr/>
      <dgm:t>
        <a:bodyPr/>
        <a:lstStyle/>
        <a:p>
          <a:endParaRPr lang="en-US" sz="2800"/>
        </a:p>
      </dgm:t>
    </dgm:pt>
    <dgm:pt modelId="{39105442-864D-DF49-9248-8C763D096FC4}">
      <dgm:prSet custT="1"/>
      <dgm:spPr/>
      <dgm:t>
        <a:bodyPr/>
        <a:lstStyle/>
        <a:p>
          <a:r>
            <a:rPr lang="en-US" sz="2400" b="1" i="0" dirty="0">
              <a:solidFill>
                <a:schemeClr val="bg1"/>
              </a:solidFill>
            </a:rPr>
            <a:t>National Security Agency (NSA)</a:t>
          </a:r>
          <a:endParaRPr lang="en-US" sz="2400" b="1" dirty="0">
            <a:solidFill>
              <a:schemeClr val="bg1"/>
            </a:solidFill>
          </a:endParaRPr>
        </a:p>
      </dgm:t>
    </dgm:pt>
    <dgm:pt modelId="{5AD9C593-C1C5-2747-941C-1ED08D860ACA}" type="parTrans" cxnId="{022BC7AE-09EB-7649-8B91-03B3197F6FBE}">
      <dgm:prSet/>
      <dgm:spPr/>
      <dgm:t>
        <a:bodyPr/>
        <a:lstStyle/>
        <a:p>
          <a:endParaRPr lang="en-US" sz="2800"/>
        </a:p>
      </dgm:t>
    </dgm:pt>
    <dgm:pt modelId="{029ECBD2-B452-AC49-A896-080103CA8308}" type="sibTrans" cxnId="{022BC7AE-09EB-7649-8B91-03B3197F6FBE}">
      <dgm:prSet/>
      <dgm:spPr/>
      <dgm:t>
        <a:bodyPr/>
        <a:lstStyle/>
        <a:p>
          <a:endParaRPr lang="en-US" sz="2800"/>
        </a:p>
      </dgm:t>
    </dgm:pt>
    <dgm:pt modelId="{329163A9-A638-7340-80B0-D6EF6A35830A}">
      <dgm:prSet custT="1"/>
      <dgm:spPr/>
      <dgm:t>
        <a:bodyPr/>
        <a:lstStyle/>
        <a:p>
          <a:r>
            <a:rPr lang="en-US" sz="2000" b="0" i="0" dirty="0">
              <a:solidFill>
                <a:schemeClr val="tx1"/>
              </a:solidFill>
            </a:rPr>
            <a:t>The NSA employs asymmetric cryptography for </a:t>
          </a:r>
          <a:r>
            <a:rPr lang="en-US" sz="2000" b="1" i="0" dirty="0">
              <a:solidFill>
                <a:schemeClr val="accent1">
                  <a:lumMod val="75000"/>
                </a:schemeClr>
              </a:solidFill>
            </a:rPr>
            <a:t>securing communications and protecting classified information</a:t>
          </a:r>
          <a:r>
            <a:rPr lang="en-US" sz="2000" b="0" i="0" dirty="0">
              <a:solidFill>
                <a:schemeClr val="tx1"/>
              </a:solidFill>
            </a:rPr>
            <a:t>. It is also involved in the development and evaluation of cryptographic standards used across federal agencies.</a:t>
          </a:r>
          <a:endParaRPr lang="en-US" sz="2000" dirty="0">
            <a:solidFill>
              <a:schemeClr val="tx1"/>
            </a:solidFill>
          </a:endParaRPr>
        </a:p>
      </dgm:t>
    </dgm:pt>
    <dgm:pt modelId="{4329324C-5EBF-DA49-814E-2B5C5DABBFFD}" type="parTrans" cxnId="{F0E5FA02-58BF-BC49-A356-A917CA24F3A7}">
      <dgm:prSet/>
      <dgm:spPr/>
      <dgm:t>
        <a:bodyPr/>
        <a:lstStyle/>
        <a:p>
          <a:endParaRPr lang="en-US" sz="2800"/>
        </a:p>
      </dgm:t>
    </dgm:pt>
    <dgm:pt modelId="{B0CF8080-4261-C94F-AB87-A574FFA44D51}" type="sibTrans" cxnId="{F0E5FA02-58BF-BC49-A356-A917CA24F3A7}">
      <dgm:prSet/>
      <dgm:spPr/>
      <dgm:t>
        <a:bodyPr/>
        <a:lstStyle/>
        <a:p>
          <a:endParaRPr lang="en-US" sz="2800"/>
        </a:p>
      </dgm:t>
    </dgm:pt>
    <dgm:pt modelId="{7247E198-FE41-F143-9F8D-E3BA6DFE2F67}">
      <dgm:prSet custT="1"/>
      <dgm:spPr/>
      <dgm:t>
        <a:bodyPr/>
        <a:lstStyle/>
        <a:p>
          <a:r>
            <a:rPr lang="en-US" sz="2400" b="1" i="0" dirty="0">
              <a:solidFill>
                <a:schemeClr val="bg1"/>
              </a:solidFill>
            </a:rPr>
            <a:t>Federal Bureau of Investigation (FBI)</a:t>
          </a:r>
          <a:endParaRPr lang="en-US" sz="2400" b="1" dirty="0">
            <a:solidFill>
              <a:schemeClr val="bg1"/>
            </a:solidFill>
          </a:endParaRPr>
        </a:p>
      </dgm:t>
    </dgm:pt>
    <dgm:pt modelId="{A8D1D5F1-2577-8D4D-BA4C-DF43698D4E76}" type="parTrans" cxnId="{7E3F4021-21B6-984D-929C-63970C226C43}">
      <dgm:prSet/>
      <dgm:spPr/>
      <dgm:t>
        <a:bodyPr/>
        <a:lstStyle/>
        <a:p>
          <a:endParaRPr lang="en-US" sz="2800"/>
        </a:p>
      </dgm:t>
    </dgm:pt>
    <dgm:pt modelId="{8DF72FA2-03A2-CB44-AD80-5C2C242D5AC2}" type="sibTrans" cxnId="{7E3F4021-21B6-984D-929C-63970C226C43}">
      <dgm:prSet/>
      <dgm:spPr/>
      <dgm:t>
        <a:bodyPr/>
        <a:lstStyle/>
        <a:p>
          <a:endParaRPr lang="en-US" sz="2800"/>
        </a:p>
      </dgm:t>
    </dgm:pt>
    <dgm:pt modelId="{48FF38CC-94EB-B948-BF92-83CA267613DF}">
      <dgm:prSet custT="1"/>
      <dgm:spPr/>
      <dgm:t>
        <a:bodyPr/>
        <a:lstStyle/>
        <a:p>
          <a:r>
            <a:rPr lang="en-US" sz="2000" b="0" i="0" dirty="0">
              <a:solidFill>
                <a:schemeClr val="tx1"/>
              </a:solidFill>
            </a:rPr>
            <a:t>The FBI uses asymmetric cryptography to ensure </a:t>
          </a:r>
          <a:r>
            <a:rPr lang="en-US" sz="2000" b="1" i="0" dirty="0">
              <a:solidFill>
                <a:schemeClr val="accent1">
                  <a:lumMod val="75000"/>
                </a:schemeClr>
              </a:solidFill>
            </a:rPr>
            <a:t>secure communication channels for investigations and intelligence operations</a:t>
          </a:r>
          <a:r>
            <a:rPr lang="en-US" sz="2000" b="0" i="0" dirty="0">
              <a:solidFill>
                <a:schemeClr val="tx1"/>
              </a:solidFill>
            </a:rPr>
            <a:t>. This technology is critical for protecting data integrity and ensuring the confidentiality of sensitive case information.</a:t>
          </a:r>
          <a:endParaRPr lang="en-US" sz="2000" dirty="0">
            <a:solidFill>
              <a:schemeClr val="tx1"/>
            </a:solidFill>
          </a:endParaRPr>
        </a:p>
      </dgm:t>
    </dgm:pt>
    <dgm:pt modelId="{50078DF6-9602-144A-94FC-B1CFE6AF108F}" type="parTrans" cxnId="{4F337ED0-98EA-7945-94F5-666884740383}">
      <dgm:prSet/>
      <dgm:spPr/>
      <dgm:t>
        <a:bodyPr/>
        <a:lstStyle/>
        <a:p>
          <a:endParaRPr lang="en-US" sz="2800"/>
        </a:p>
      </dgm:t>
    </dgm:pt>
    <dgm:pt modelId="{05E0C7AE-5D2B-C44E-849E-F75A5EC4FDF8}" type="sibTrans" cxnId="{4F337ED0-98EA-7945-94F5-666884740383}">
      <dgm:prSet/>
      <dgm:spPr/>
      <dgm:t>
        <a:bodyPr/>
        <a:lstStyle/>
        <a:p>
          <a:endParaRPr lang="en-US" sz="2800"/>
        </a:p>
      </dgm:t>
    </dgm:pt>
    <dgm:pt modelId="{048A2719-7F78-C44D-B021-996CDBEE88AA}">
      <dgm:prSet custT="1"/>
      <dgm:spPr/>
      <dgm:t>
        <a:bodyPr/>
        <a:lstStyle/>
        <a:p>
          <a:r>
            <a:rPr lang="en-US" sz="2400" b="1" i="0" dirty="0">
              <a:solidFill>
                <a:schemeClr val="bg1"/>
              </a:solidFill>
            </a:rPr>
            <a:t>Internal Revenue Service (IRS)</a:t>
          </a:r>
          <a:endParaRPr lang="en-US" sz="2400" b="1" dirty="0">
            <a:solidFill>
              <a:schemeClr val="bg1"/>
            </a:solidFill>
          </a:endParaRPr>
        </a:p>
      </dgm:t>
    </dgm:pt>
    <dgm:pt modelId="{96EBA8C1-9CB4-964C-BF0F-E0BAE95DC427}" type="parTrans" cxnId="{5F336FFC-A531-2E4E-906D-416511FFCDE4}">
      <dgm:prSet/>
      <dgm:spPr/>
      <dgm:t>
        <a:bodyPr/>
        <a:lstStyle/>
        <a:p>
          <a:endParaRPr lang="en-US" sz="2800"/>
        </a:p>
      </dgm:t>
    </dgm:pt>
    <dgm:pt modelId="{845ABF43-B12A-4F47-A739-C2FACA5E34A9}" type="sibTrans" cxnId="{5F336FFC-A531-2E4E-906D-416511FFCDE4}">
      <dgm:prSet/>
      <dgm:spPr/>
      <dgm:t>
        <a:bodyPr/>
        <a:lstStyle/>
        <a:p>
          <a:endParaRPr lang="en-US" sz="2800"/>
        </a:p>
      </dgm:t>
    </dgm:pt>
    <dgm:pt modelId="{F1FC608D-A947-214E-9451-5BA033E8CAF9}">
      <dgm:prSet custT="1"/>
      <dgm:spPr/>
      <dgm:t>
        <a:bodyPr/>
        <a:lstStyle/>
        <a:p>
          <a:r>
            <a:rPr lang="en-US" sz="2000" b="0" i="0" dirty="0">
              <a:solidFill>
                <a:schemeClr val="tx1"/>
              </a:solidFill>
            </a:rPr>
            <a:t>The IRS uses asymmetric cryptography to </a:t>
          </a:r>
          <a:r>
            <a:rPr lang="en-US" sz="2000" b="1" i="0" dirty="0">
              <a:solidFill>
                <a:schemeClr val="accent1">
                  <a:lumMod val="75000"/>
                </a:schemeClr>
              </a:solidFill>
            </a:rPr>
            <a:t>secure taxpayers' sensitive information, such as social security numbers and tax returns</a:t>
          </a:r>
          <a:r>
            <a:rPr lang="en-US" sz="2000" b="0" i="0" dirty="0">
              <a:solidFill>
                <a:schemeClr val="tx1"/>
              </a:solidFill>
            </a:rPr>
            <a:t>. It ensures the privacy and security of electronic filings and online taxpayer services.</a:t>
          </a:r>
          <a:endParaRPr lang="en-US" sz="2000" dirty="0">
            <a:solidFill>
              <a:schemeClr val="tx1"/>
            </a:solidFill>
          </a:endParaRPr>
        </a:p>
      </dgm:t>
    </dgm:pt>
    <dgm:pt modelId="{BD383BED-E3A0-814B-AE9F-F152E2E217DE}" type="parTrans" cxnId="{29B6681F-1727-9F49-B9C1-36BF0B939375}">
      <dgm:prSet/>
      <dgm:spPr/>
      <dgm:t>
        <a:bodyPr/>
        <a:lstStyle/>
        <a:p>
          <a:endParaRPr lang="en-US" sz="2800"/>
        </a:p>
      </dgm:t>
    </dgm:pt>
    <dgm:pt modelId="{C370DC38-861B-B247-8209-0956B5B72B92}" type="sibTrans" cxnId="{29B6681F-1727-9F49-B9C1-36BF0B939375}">
      <dgm:prSet/>
      <dgm:spPr/>
      <dgm:t>
        <a:bodyPr/>
        <a:lstStyle/>
        <a:p>
          <a:endParaRPr lang="en-US" sz="2800"/>
        </a:p>
      </dgm:t>
    </dgm:pt>
    <dgm:pt modelId="{F3BE0C8D-B453-1C45-83FF-58F3CC59E7CF}" type="pres">
      <dgm:prSet presAssocID="{3D844973-E4E6-0944-A862-FB1A8709F9FE}" presName="Name0" presStyleCnt="0">
        <dgm:presLayoutVars>
          <dgm:dir/>
          <dgm:animLvl val="lvl"/>
          <dgm:resizeHandles val="exact"/>
        </dgm:presLayoutVars>
      </dgm:prSet>
      <dgm:spPr/>
    </dgm:pt>
    <dgm:pt modelId="{C36F6BE9-7F8E-664C-B532-3E2B19486F5C}" type="pres">
      <dgm:prSet presAssocID="{F02E6B4C-2C83-9D4E-9FF6-613BCF5BA9D9}" presName="composite" presStyleCnt="0"/>
      <dgm:spPr/>
    </dgm:pt>
    <dgm:pt modelId="{FB994A7E-0B7B-1A43-B96F-3110143BE92C}" type="pres">
      <dgm:prSet presAssocID="{F02E6B4C-2C83-9D4E-9FF6-613BCF5BA9D9}" presName="parTx" presStyleLbl="alignNode1" presStyleIdx="0" presStyleCnt="5" custScaleY="100000" custLinFactNeighborY="20200">
        <dgm:presLayoutVars>
          <dgm:chMax val="0"/>
          <dgm:chPref val="0"/>
          <dgm:bulletEnabled val="1"/>
        </dgm:presLayoutVars>
      </dgm:prSet>
      <dgm:spPr/>
    </dgm:pt>
    <dgm:pt modelId="{2BDF29DD-3ABC-7944-ACF4-495B5599AE0F}" type="pres">
      <dgm:prSet presAssocID="{F02E6B4C-2C83-9D4E-9FF6-613BCF5BA9D9}" presName="desTx" presStyleLbl="alignAccFollowNode1" presStyleIdx="0" presStyleCnt="5" custScaleY="100000" custLinFactNeighborY="10920">
        <dgm:presLayoutVars>
          <dgm:bulletEnabled val="1"/>
        </dgm:presLayoutVars>
      </dgm:prSet>
      <dgm:spPr/>
    </dgm:pt>
    <dgm:pt modelId="{345A5ED0-C087-EB49-A3EC-BD3D1BF91CF5}" type="pres">
      <dgm:prSet presAssocID="{E136C577-4C56-2344-9B32-DFAD4DB81E35}" presName="space" presStyleCnt="0"/>
      <dgm:spPr/>
    </dgm:pt>
    <dgm:pt modelId="{17FED15E-3E8A-D344-9391-C1E79F2B5537}" type="pres">
      <dgm:prSet presAssocID="{E6507E28-68CB-F647-9EC0-AF2E6C4605EB}" presName="composite" presStyleCnt="0"/>
      <dgm:spPr/>
    </dgm:pt>
    <dgm:pt modelId="{D1E6CB5A-157D-D346-A4B2-8DBB35F1DF89}" type="pres">
      <dgm:prSet presAssocID="{E6507E28-68CB-F647-9EC0-AF2E6C4605EB}" presName="parTx" presStyleLbl="alignNode1" presStyleIdx="1" presStyleCnt="5" custScaleY="100000" custLinFactNeighborY="20200">
        <dgm:presLayoutVars>
          <dgm:chMax val="0"/>
          <dgm:chPref val="0"/>
          <dgm:bulletEnabled val="1"/>
        </dgm:presLayoutVars>
      </dgm:prSet>
      <dgm:spPr/>
    </dgm:pt>
    <dgm:pt modelId="{888D41DE-73CE-F14F-AD51-6BB58FA0D81E}" type="pres">
      <dgm:prSet presAssocID="{E6507E28-68CB-F647-9EC0-AF2E6C4605EB}" presName="desTx" presStyleLbl="alignAccFollowNode1" presStyleIdx="1" presStyleCnt="5" custScaleY="100000" custLinFactNeighborY="10920">
        <dgm:presLayoutVars>
          <dgm:bulletEnabled val="1"/>
        </dgm:presLayoutVars>
      </dgm:prSet>
      <dgm:spPr/>
    </dgm:pt>
    <dgm:pt modelId="{6ED29FF7-FCC5-A746-A035-27B869A18E8B}" type="pres">
      <dgm:prSet presAssocID="{B4EC2524-3B03-FE4B-AC39-57641F8D0F4B}" presName="space" presStyleCnt="0"/>
      <dgm:spPr/>
    </dgm:pt>
    <dgm:pt modelId="{1180D4EE-241C-2F46-9A03-ACE9AA0220F2}" type="pres">
      <dgm:prSet presAssocID="{39105442-864D-DF49-9248-8C763D096FC4}" presName="composite" presStyleCnt="0"/>
      <dgm:spPr/>
    </dgm:pt>
    <dgm:pt modelId="{5E763326-C702-D146-838B-6F7749188A8C}" type="pres">
      <dgm:prSet presAssocID="{39105442-864D-DF49-9248-8C763D096FC4}" presName="parTx" presStyleLbl="alignNode1" presStyleIdx="2" presStyleCnt="5" custScaleY="100000" custLinFactNeighborY="20200">
        <dgm:presLayoutVars>
          <dgm:chMax val="0"/>
          <dgm:chPref val="0"/>
          <dgm:bulletEnabled val="1"/>
        </dgm:presLayoutVars>
      </dgm:prSet>
      <dgm:spPr/>
    </dgm:pt>
    <dgm:pt modelId="{1FC412A3-389C-D144-8E7A-EB989B6BC5D8}" type="pres">
      <dgm:prSet presAssocID="{39105442-864D-DF49-9248-8C763D096FC4}" presName="desTx" presStyleLbl="alignAccFollowNode1" presStyleIdx="2" presStyleCnt="5" custScaleY="100000" custLinFactNeighborY="10920">
        <dgm:presLayoutVars>
          <dgm:bulletEnabled val="1"/>
        </dgm:presLayoutVars>
      </dgm:prSet>
      <dgm:spPr/>
    </dgm:pt>
    <dgm:pt modelId="{EAB73CB7-8B5F-0C4B-BA74-9B662D0D913B}" type="pres">
      <dgm:prSet presAssocID="{029ECBD2-B452-AC49-A896-080103CA8308}" presName="space" presStyleCnt="0"/>
      <dgm:spPr/>
    </dgm:pt>
    <dgm:pt modelId="{6DA1F8A8-40AD-FD4F-9959-DA1EE4388329}" type="pres">
      <dgm:prSet presAssocID="{7247E198-FE41-F143-9F8D-E3BA6DFE2F67}" presName="composite" presStyleCnt="0"/>
      <dgm:spPr/>
    </dgm:pt>
    <dgm:pt modelId="{9DB50AE8-383A-A840-8B51-DF47BC9054C0}" type="pres">
      <dgm:prSet presAssocID="{7247E198-FE41-F143-9F8D-E3BA6DFE2F67}" presName="parTx" presStyleLbl="alignNode1" presStyleIdx="3" presStyleCnt="5" custScaleY="100000" custLinFactNeighborY="20200">
        <dgm:presLayoutVars>
          <dgm:chMax val="0"/>
          <dgm:chPref val="0"/>
          <dgm:bulletEnabled val="1"/>
        </dgm:presLayoutVars>
      </dgm:prSet>
      <dgm:spPr/>
    </dgm:pt>
    <dgm:pt modelId="{C29EE4E8-8D5F-D047-9BF4-A2777860B9DD}" type="pres">
      <dgm:prSet presAssocID="{7247E198-FE41-F143-9F8D-E3BA6DFE2F67}" presName="desTx" presStyleLbl="alignAccFollowNode1" presStyleIdx="3" presStyleCnt="5" custScaleY="100000" custLinFactNeighborY="10920">
        <dgm:presLayoutVars>
          <dgm:bulletEnabled val="1"/>
        </dgm:presLayoutVars>
      </dgm:prSet>
      <dgm:spPr/>
    </dgm:pt>
    <dgm:pt modelId="{1035857D-0888-C340-805E-897FB6161010}" type="pres">
      <dgm:prSet presAssocID="{8DF72FA2-03A2-CB44-AD80-5C2C242D5AC2}" presName="space" presStyleCnt="0"/>
      <dgm:spPr/>
    </dgm:pt>
    <dgm:pt modelId="{EA352E74-8E64-2C4E-A2BA-EDDC9B73D622}" type="pres">
      <dgm:prSet presAssocID="{048A2719-7F78-C44D-B021-996CDBEE88AA}" presName="composite" presStyleCnt="0"/>
      <dgm:spPr/>
    </dgm:pt>
    <dgm:pt modelId="{FBBAF05E-3182-6145-96C7-76EDD4B403D9}" type="pres">
      <dgm:prSet presAssocID="{048A2719-7F78-C44D-B021-996CDBEE88AA}" presName="parTx" presStyleLbl="alignNode1" presStyleIdx="4" presStyleCnt="5" custScaleY="100000" custLinFactNeighborY="20200">
        <dgm:presLayoutVars>
          <dgm:chMax val="0"/>
          <dgm:chPref val="0"/>
          <dgm:bulletEnabled val="1"/>
        </dgm:presLayoutVars>
      </dgm:prSet>
      <dgm:spPr/>
    </dgm:pt>
    <dgm:pt modelId="{F9643F75-8BAF-1C43-8413-2B6E4122A2F7}" type="pres">
      <dgm:prSet presAssocID="{048A2719-7F78-C44D-B021-996CDBEE88AA}" presName="desTx" presStyleLbl="alignAccFollowNode1" presStyleIdx="4" presStyleCnt="5" custScaleY="100000" custLinFactNeighborY="10920">
        <dgm:presLayoutVars>
          <dgm:bulletEnabled val="1"/>
        </dgm:presLayoutVars>
      </dgm:prSet>
      <dgm:spPr/>
    </dgm:pt>
  </dgm:ptLst>
  <dgm:cxnLst>
    <dgm:cxn modelId="{271D4200-0202-5C4E-96CF-642025D20D0F}" type="presOf" srcId="{F02E6B4C-2C83-9D4E-9FF6-613BCF5BA9D9}" destId="{FB994A7E-0B7B-1A43-B96F-3110143BE92C}" srcOrd="0" destOrd="0" presId="urn:microsoft.com/office/officeart/2005/8/layout/hList1"/>
    <dgm:cxn modelId="{F91B8100-9769-864E-B783-3220B7484511}" srcId="{3D844973-E4E6-0944-A862-FB1A8709F9FE}" destId="{E6507E28-68CB-F647-9EC0-AF2E6C4605EB}" srcOrd="1" destOrd="0" parTransId="{1CD878FB-8260-FF4E-8363-790E73549C10}" sibTransId="{B4EC2524-3B03-FE4B-AC39-57641F8D0F4B}"/>
    <dgm:cxn modelId="{F0E5FA02-58BF-BC49-A356-A917CA24F3A7}" srcId="{39105442-864D-DF49-9248-8C763D096FC4}" destId="{329163A9-A638-7340-80B0-D6EF6A35830A}" srcOrd="0" destOrd="0" parTransId="{4329324C-5EBF-DA49-814E-2B5C5DABBFFD}" sibTransId="{B0CF8080-4261-C94F-AB87-A574FFA44D51}"/>
    <dgm:cxn modelId="{A4BB1312-EA64-D645-80DD-75C4B9013132}" type="presOf" srcId="{C118EE19-9A9D-FA47-8BE9-81BE6175E75F}" destId="{2BDF29DD-3ABC-7944-ACF4-495B5599AE0F}" srcOrd="0" destOrd="0" presId="urn:microsoft.com/office/officeart/2005/8/layout/hList1"/>
    <dgm:cxn modelId="{29B6681F-1727-9F49-B9C1-36BF0B939375}" srcId="{048A2719-7F78-C44D-B021-996CDBEE88AA}" destId="{F1FC608D-A947-214E-9451-5BA033E8CAF9}" srcOrd="0" destOrd="0" parTransId="{BD383BED-E3A0-814B-AE9F-F152E2E217DE}" sibTransId="{C370DC38-861B-B247-8209-0956B5B72B92}"/>
    <dgm:cxn modelId="{7E3F4021-21B6-984D-929C-63970C226C43}" srcId="{3D844973-E4E6-0944-A862-FB1A8709F9FE}" destId="{7247E198-FE41-F143-9F8D-E3BA6DFE2F67}" srcOrd="3" destOrd="0" parTransId="{A8D1D5F1-2577-8D4D-BA4C-DF43698D4E76}" sibTransId="{8DF72FA2-03A2-CB44-AD80-5C2C242D5AC2}"/>
    <dgm:cxn modelId="{16BE5127-D32D-C942-92A8-9EA6AD567EA7}" srcId="{3D844973-E4E6-0944-A862-FB1A8709F9FE}" destId="{F02E6B4C-2C83-9D4E-9FF6-613BCF5BA9D9}" srcOrd="0" destOrd="0" parTransId="{9DE8ACC7-46D0-144D-A213-F6362A04DD21}" sibTransId="{E136C577-4C56-2344-9B32-DFAD4DB81E35}"/>
    <dgm:cxn modelId="{8337133C-F545-3B4F-964A-536BF0A4A4AE}" srcId="{E6507E28-68CB-F647-9EC0-AF2E6C4605EB}" destId="{E50BAE02-032C-9C40-83FC-78C121533C40}" srcOrd="0" destOrd="0" parTransId="{B7B6A2E4-0661-4840-B693-4B1C99B19722}" sibTransId="{B037C96A-C8BA-4E4B-AD50-B6CB17C120BE}"/>
    <dgm:cxn modelId="{8F9FA443-F1A2-9D4E-8215-9F3D1B185CCF}" type="presOf" srcId="{E6507E28-68CB-F647-9EC0-AF2E6C4605EB}" destId="{D1E6CB5A-157D-D346-A4B2-8DBB35F1DF89}" srcOrd="0" destOrd="0" presId="urn:microsoft.com/office/officeart/2005/8/layout/hList1"/>
    <dgm:cxn modelId="{BB19EB8B-4FB3-4344-B70D-1893E1C42D58}" type="presOf" srcId="{7247E198-FE41-F143-9F8D-E3BA6DFE2F67}" destId="{9DB50AE8-383A-A840-8B51-DF47BC9054C0}" srcOrd="0" destOrd="0" presId="urn:microsoft.com/office/officeart/2005/8/layout/hList1"/>
    <dgm:cxn modelId="{0EB47BA8-00C7-724A-ACA7-664C2ED80A67}" srcId="{F02E6B4C-2C83-9D4E-9FF6-613BCF5BA9D9}" destId="{C118EE19-9A9D-FA47-8BE9-81BE6175E75F}" srcOrd="0" destOrd="0" parTransId="{E128EA3A-DB32-8146-87BF-0E66460E6100}" sibTransId="{139EC937-902D-704E-966A-13664DBBE63B}"/>
    <dgm:cxn modelId="{022BC7AE-09EB-7649-8B91-03B3197F6FBE}" srcId="{3D844973-E4E6-0944-A862-FB1A8709F9FE}" destId="{39105442-864D-DF49-9248-8C763D096FC4}" srcOrd="2" destOrd="0" parTransId="{5AD9C593-C1C5-2747-941C-1ED08D860ACA}" sibTransId="{029ECBD2-B452-AC49-A896-080103CA8308}"/>
    <dgm:cxn modelId="{D9B48BAF-5F8F-D542-BA5D-8F87454CEC77}" type="presOf" srcId="{F1FC608D-A947-214E-9451-5BA033E8CAF9}" destId="{F9643F75-8BAF-1C43-8413-2B6E4122A2F7}" srcOrd="0" destOrd="0" presId="urn:microsoft.com/office/officeart/2005/8/layout/hList1"/>
    <dgm:cxn modelId="{0427BBC8-E1AD-604C-B59F-F9FA3A87E5CE}" type="presOf" srcId="{329163A9-A638-7340-80B0-D6EF6A35830A}" destId="{1FC412A3-389C-D144-8E7A-EB989B6BC5D8}" srcOrd="0" destOrd="0" presId="urn:microsoft.com/office/officeart/2005/8/layout/hList1"/>
    <dgm:cxn modelId="{4F337ED0-98EA-7945-94F5-666884740383}" srcId="{7247E198-FE41-F143-9F8D-E3BA6DFE2F67}" destId="{48FF38CC-94EB-B948-BF92-83CA267613DF}" srcOrd="0" destOrd="0" parTransId="{50078DF6-9602-144A-94FC-B1CFE6AF108F}" sibTransId="{05E0C7AE-5D2B-C44E-849E-F75A5EC4FDF8}"/>
    <dgm:cxn modelId="{D38E1ADB-0B4F-584E-8C52-89B7A824EE51}" type="presOf" srcId="{048A2719-7F78-C44D-B021-996CDBEE88AA}" destId="{FBBAF05E-3182-6145-96C7-76EDD4B403D9}" srcOrd="0" destOrd="0" presId="urn:microsoft.com/office/officeart/2005/8/layout/hList1"/>
    <dgm:cxn modelId="{CF0EF5E6-9524-A643-BD66-F7DC655A5465}" type="presOf" srcId="{39105442-864D-DF49-9248-8C763D096FC4}" destId="{5E763326-C702-D146-838B-6F7749188A8C}" srcOrd="0" destOrd="0" presId="urn:microsoft.com/office/officeart/2005/8/layout/hList1"/>
    <dgm:cxn modelId="{1BC894EA-75F9-3B4D-A386-80899240770F}" type="presOf" srcId="{48FF38CC-94EB-B948-BF92-83CA267613DF}" destId="{C29EE4E8-8D5F-D047-9BF4-A2777860B9DD}" srcOrd="0" destOrd="0" presId="urn:microsoft.com/office/officeart/2005/8/layout/hList1"/>
    <dgm:cxn modelId="{38E282F6-2737-9E4A-B29B-93EC0BD237F4}" type="presOf" srcId="{E50BAE02-032C-9C40-83FC-78C121533C40}" destId="{888D41DE-73CE-F14F-AD51-6BB58FA0D81E}" srcOrd="0" destOrd="0" presId="urn:microsoft.com/office/officeart/2005/8/layout/hList1"/>
    <dgm:cxn modelId="{ACCD70F9-8C90-2941-B33D-EF2EF38A8224}" type="presOf" srcId="{3D844973-E4E6-0944-A862-FB1A8709F9FE}" destId="{F3BE0C8D-B453-1C45-83FF-58F3CC59E7CF}" srcOrd="0" destOrd="0" presId="urn:microsoft.com/office/officeart/2005/8/layout/hList1"/>
    <dgm:cxn modelId="{5F336FFC-A531-2E4E-906D-416511FFCDE4}" srcId="{3D844973-E4E6-0944-A862-FB1A8709F9FE}" destId="{048A2719-7F78-C44D-B021-996CDBEE88AA}" srcOrd="4" destOrd="0" parTransId="{96EBA8C1-9CB4-964C-BF0F-E0BAE95DC427}" sibTransId="{845ABF43-B12A-4F47-A739-C2FACA5E34A9}"/>
    <dgm:cxn modelId="{41B6D081-D6D3-0D45-91F7-6206CF9C57EC}" type="presParOf" srcId="{F3BE0C8D-B453-1C45-83FF-58F3CC59E7CF}" destId="{C36F6BE9-7F8E-664C-B532-3E2B19486F5C}" srcOrd="0" destOrd="0" presId="urn:microsoft.com/office/officeart/2005/8/layout/hList1"/>
    <dgm:cxn modelId="{EBE1D064-B439-0749-A8E2-E03B26FE5092}" type="presParOf" srcId="{C36F6BE9-7F8E-664C-B532-3E2B19486F5C}" destId="{FB994A7E-0B7B-1A43-B96F-3110143BE92C}" srcOrd="0" destOrd="0" presId="urn:microsoft.com/office/officeart/2005/8/layout/hList1"/>
    <dgm:cxn modelId="{E460C3D8-BC2A-1B45-B813-47EAAD1E718E}" type="presParOf" srcId="{C36F6BE9-7F8E-664C-B532-3E2B19486F5C}" destId="{2BDF29DD-3ABC-7944-ACF4-495B5599AE0F}" srcOrd="1" destOrd="0" presId="urn:microsoft.com/office/officeart/2005/8/layout/hList1"/>
    <dgm:cxn modelId="{6ADDDC69-C413-604D-B7DA-2210E93D4841}" type="presParOf" srcId="{F3BE0C8D-B453-1C45-83FF-58F3CC59E7CF}" destId="{345A5ED0-C087-EB49-A3EC-BD3D1BF91CF5}" srcOrd="1" destOrd="0" presId="urn:microsoft.com/office/officeart/2005/8/layout/hList1"/>
    <dgm:cxn modelId="{022D5CCA-A61E-BC4F-BA7C-BAD7B239844A}" type="presParOf" srcId="{F3BE0C8D-B453-1C45-83FF-58F3CC59E7CF}" destId="{17FED15E-3E8A-D344-9391-C1E79F2B5537}" srcOrd="2" destOrd="0" presId="urn:microsoft.com/office/officeart/2005/8/layout/hList1"/>
    <dgm:cxn modelId="{C3603515-EE16-124F-94D1-FE0CCB83B088}" type="presParOf" srcId="{17FED15E-3E8A-D344-9391-C1E79F2B5537}" destId="{D1E6CB5A-157D-D346-A4B2-8DBB35F1DF89}" srcOrd="0" destOrd="0" presId="urn:microsoft.com/office/officeart/2005/8/layout/hList1"/>
    <dgm:cxn modelId="{4B02E989-B148-CD43-818A-D89652154179}" type="presParOf" srcId="{17FED15E-3E8A-D344-9391-C1E79F2B5537}" destId="{888D41DE-73CE-F14F-AD51-6BB58FA0D81E}" srcOrd="1" destOrd="0" presId="urn:microsoft.com/office/officeart/2005/8/layout/hList1"/>
    <dgm:cxn modelId="{297C4D57-DF52-AC4C-820E-D0DEA2F45E6D}" type="presParOf" srcId="{F3BE0C8D-B453-1C45-83FF-58F3CC59E7CF}" destId="{6ED29FF7-FCC5-A746-A035-27B869A18E8B}" srcOrd="3" destOrd="0" presId="urn:microsoft.com/office/officeart/2005/8/layout/hList1"/>
    <dgm:cxn modelId="{9374A5E1-170E-5344-8FA4-780B5A22CA3A}" type="presParOf" srcId="{F3BE0C8D-B453-1C45-83FF-58F3CC59E7CF}" destId="{1180D4EE-241C-2F46-9A03-ACE9AA0220F2}" srcOrd="4" destOrd="0" presId="urn:microsoft.com/office/officeart/2005/8/layout/hList1"/>
    <dgm:cxn modelId="{ED202836-51A1-6243-8F48-AEA6CC3C8FCC}" type="presParOf" srcId="{1180D4EE-241C-2F46-9A03-ACE9AA0220F2}" destId="{5E763326-C702-D146-838B-6F7749188A8C}" srcOrd="0" destOrd="0" presId="urn:microsoft.com/office/officeart/2005/8/layout/hList1"/>
    <dgm:cxn modelId="{C033742D-E726-AF46-88F9-F120E8315C24}" type="presParOf" srcId="{1180D4EE-241C-2F46-9A03-ACE9AA0220F2}" destId="{1FC412A3-389C-D144-8E7A-EB989B6BC5D8}" srcOrd="1" destOrd="0" presId="urn:microsoft.com/office/officeart/2005/8/layout/hList1"/>
    <dgm:cxn modelId="{7E2068AF-DDE3-A74F-A53D-C7656124941A}" type="presParOf" srcId="{F3BE0C8D-B453-1C45-83FF-58F3CC59E7CF}" destId="{EAB73CB7-8B5F-0C4B-BA74-9B662D0D913B}" srcOrd="5" destOrd="0" presId="urn:microsoft.com/office/officeart/2005/8/layout/hList1"/>
    <dgm:cxn modelId="{886F949A-D0F4-654B-B57F-25CB4BAE1BCE}" type="presParOf" srcId="{F3BE0C8D-B453-1C45-83FF-58F3CC59E7CF}" destId="{6DA1F8A8-40AD-FD4F-9959-DA1EE4388329}" srcOrd="6" destOrd="0" presId="urn:microsoft.com/office/officeart/2005/8/layout/hList1"/>
    <dgm:cxn modelId="{70500F56-FAD8-CF4A-9694-54048A6320C5}" type="presParOf" srcId="{6DA1F8A8-40AD-FD4F-9959-DA1EE4388329}" destId="{9DB50AE8-383A-A840-8B51-DF47BC9054C0}" srcOrd="0" destOrd="0" presId="urn:microsoft.com/office/officeart/2005/8/layout/hList1"/>
    <dgm:cxn modelId="{6DBEC641-3B04-0D4B-B827-8026BE69B5F5}" type="presParOf" srcId="{6DA1F8A8-40AD-FD4F-9959-DA1EE4388329}" destId="{C29EE4E8-8D5F-D047-9BF4-A2777860B9DD}" srcOrd="1" destOrd="0" presId="urn:microsoft.com/office/officeart/2005/8/layout/hList1"/>
    <dgm:cxn modelId="{7830866D-4505-BF4F-B4DB-A32C26A9F288}" type="presParOf" srcId="{F3BE0C8D-B453-1C45-83FF-58F3CC59E7CF}" destId="{1035857D-0888-C340-805E-897FB6161010}" srcOrd="7" destOrd="0" presId="urn:microsoft.com/office/officeart/2005/8/layout/hList1"/>
    <dgm:cxn modelId="{59F0D92C-5889-D746-8268-FE7A1DE9313B}" type="presParOf" srcId="{F3BE0C8D-B453-1C45-83FF-58F3CC59E7CF}" destId="{EA352E74-8E64-2C4E-A2BA-EDDC9B73D622}" srcOrd="8" destOrd="0" presId="urn:microsoft.com/office/officeart/2005/8/layout/hList1"/>
    <dgm:cxn modelId="{4F6DB94D-B26C-004F-9A98-A9729F4A1B93}" type="presParOf" srcId="{EA352E74-8E64-2C4E-A2BA-EDDC9B73D622}" destId="{FBBAF05E-3182-6145-96C7-76EDD4B403D9}" srcOrd="0" destOrd="0" presId="urn:microsoft.com/office/officeart/2005/8/layout/hList1"/>
    <dgm:cxn modelId="{C0B478B1-0131-D443-B84B-4F907204DDA1}" type="presParOf" srcId="{EA352E74-8E64-2C4E-A2BA-EDDC9B73D622}" destId="{F9643F75-8BAF-1C43-8413-2B6E4122A2F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844973-E4E6-0944-A862-FB1A8709F9FE}"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ECD5C114-B058-5946-B3ED-0DA17237D10F}">
      <dgm:prSet custT="1"/>
      <dgm:spPr/>
      <dgm:t>
        <a:bodyPr/>
        <a:lstStyle/>
        <a:p>
          <a:r>
            <a:rPr lang="en-US" sz="2400" b="1" i="0" dirty="0">
              <a:solidFill>
                <a:schemeClr val="bg1"/>
              </a:solidFill>
            </a:rPr>
            <a:t>U.S. Department of State</a:t>
          </a:r>
          <a:endParaRPr lang="en-US" sz="2400" b="1" dirty="0">
            <a:solidFill>
              <a:schemeClr val="bg1"/>
            </a:solidFill>
          </a:endParaRPr>
        </a:p>
      </dgm:t>
    </dgm:pt>
    <dgm:pt modelId="{A6BE492D-5B2C-4740-BDAA-9B79A83EF7C5}" type="parTrans" cxnId="{4EF5C8C1-529D-D640-BC13-FA07394B5A44}">
      <dgm:prSet/>
      <dgm:spPr/>
      <dgm:t>
        <a:bodyPr/>
        <a:lstStyle/>
        <a:p>
          <a:endParaRPr lang="en-US" sz="2800"/>
        </a:p>
      </dgm:t>
    </dgm:pt>
    <dgm:pt modelId="{F339D6F5-0997-6A4F-9BCF-994F52F89E7F}" type="sibTrans" cxnId="{4EF5C8C1-529D-D640-BC13-FA07394B5A44}">
      <dgm:prSet/>
      <dgm:spPr/>
      <dgm:t>
        <a:bodyPr/>
        <a:lstStyle/>
        <a:p>
          <a:endParaRPr lang="en-US" sz="2800"/>
        </a:p>
      </dgm:t>
    </dgm:pt>
    <dgm:pt modelId="{E5637CAA-E87D-7F41-80F9-7AB0CB55B197}">
      <dgm:prSet custT="1"/>
      <dgm:spPr/>
      <dgm:t>
        <a:bodyPr/>
        <a:lstStyle/>
        <a:p>
          <a:r>
            <a:rPr lang="en-US" sz="2000" b="0" i="0" dirty="0">
              <a:solidFill>
                <a:schemeClr val="tx1"/>
              </a:solidFill>
            </a:rPr>
            <a:t>The Department of State relies on asymmetric cryptography for </a:t>
          </a:r>
          <a:r>
            <a:rPr lang="en-US" sz="2000" b="1" i="0" dirty="0">
              <a:solidFill>
                <a:schemeClr val="accent1">
                  <a:lumMod val="75000"/>
                </a:schemeClr>
              </a:solidFill>
            </a:rPr>
            <a:t>securing its diplomatic communications and protecting sensitive information shared between embassies and the central office</a:t>
          </a:r>
          <a:r>
            <a:rPr lang="en-US" sz="2000" b="0" i="0" dirty="0">
              <a:solidFill>
                <a:schemeClr val="tx1"/>
              </a:solidFill>
            </a:rPr>
            <a:t>. It ensures the integrity and confidentiality of data transmitted across international boundaries.</a:t>
          </a:r>
          <a:endParaRPr lang="en-US" sz="2000" dirty="0">
            <a:solidFill>
              <a:schemeClr val="tx1"/>
            </a:solidFill>
          </a:endParaRPr>
        </a:p>
      </dgm:t>
    </dgm:pt>
    <dgm:pt modelId="{D4CAC4C6-0637-6F47-ADB0-A718EBCA5547}" type="parTrans" cxnId="{7AC70822-5B66-AB4A-82D9-C4555246A29F}">
      <dgm:prSet/>
      <dgm:spPr/>
      <dgm:t>
        <a:bodyPr/>
        <a:lstStyle/>
        <a:p>
          <a:endParaRPr lang="en-US" sz="2800"/>
        </a:p>
      </dgm:t>
    </dgm:pt>
    <dgm:pt modelId="{ACCE3B21-5AAF-E947-83CE-F57FCBD68537}" type="sibTrans" cxnId="{7AC70822-5B66-AB4A-82D9-C4555246A29F}">
      <dgm:prSet/>
      <dgm:spPr/>
      <dgm:t>
        <a:bodyPr/>
        <a:lstStyle/>
        <a:p>
          <a:endParaRPr lang="en-US" sz="2800"/>
        </a:p>
      </dgm:t>
    </dgm:pt>
    <dgm:pt modelId="{7299286A-6A56-1D45-889E-DACD2FF4A848}">
      <dgm:prSet custT="1"/>
      <dgm:spPr/>
      <dgm:t>
        <a:bodyPr/>
        <a:lstStyle/>
        <a:p>
          <a:r>
            <a:rPr lang="en-US" sz="2400" b="1" i="0" dirty="0">
              <a:solidFill>
                <a:schemeClr val="bg1"/>
              </a:solidFill>
            </a:rPr>
            <a:t>Social Security Administration (SSA)</a:t>
          </a:r>
          <a:endParaRPr lang="en-US" sz="2400" b="1" dirty="0">
            <a:solidFill>
              <a:schemeClr val="bg1"/>
            </a:solidFill>
          </a:endParaRPr>
        </a:p>
      </dgm:t>
    </dgm:pt>
    <dgm:pt modelId="{03983D5E-595F-1541-AFDD-135C6B70F6BA}" type="parTrans" cxnId="{EBBEDE87-3D17-5244-8148-639B0860EBB9}">
      <dgm:prSet/>
      <dgm:spPr/>
      <dgm:t>
        <a:bodyPr/>
        <a:lstStyle/>
        <a:p>
          <a:endParaRPr lang="en-US" sz="2800"/>
        </a:p>
      </dgm:t>
    </dgm:pt>
    <dgm:pt modelId="{BB77FF6F-86ED-7A42-A234-9999919EAC7B}" type="sibTrans" cxnId="{EBBEDE87-3D17-5244-8148-639B0860EBB9}">
      <dgm:prSet/>
      <dgm:spPr/>
      <dgm:t>
        <a:bodyPr/>
        <a:lstStyle/>
        <a:p>
          <a:endParaRPr lang="en-US" sz="2800"/>
        </a:p>
      </dgm:t>
    </dgm:pt>
    <dgm:pt modelId="{7B242E81-DB7D-AA48-A5C2-D1FF0A425191}">
      <dgm:prSet custT="1"/>
      <dgm:spPr/>
      <dgm:t>
        <a:bodyPr/>
        <a:lstStyle/>
        <a:p>
          <a:r>
            <a:rPr lang="en-US" sz="2000" b="0" i="0" dirty="0">
              <a:solidFill>
                <a:schemeClr val="tx1"/>
              </a:solidFill>
            </a:rPr>
            <a:t>The SSA uses asymmetric cryptography to </a:t>
          </a:r>
          <a:r>
            <a:rPr lang="en-US" sz="2000" b="1" i="0" dirty="0">
              <a:solidFill>
                <a:schemeClr val="accent1">
                  <a:lumMod val="75000"/>
                </a:schemeClr>
              </a:solidFill>
            </a:rPr>
            <a:t>secure online services, such as applications for benefits and account management</a:t>
          </a:r>
          <a:r>
            <a:rPr lang="en-US" sz="2000" b="0" i="0" dirty="0">
              <a:solidFill>
                <a:schemeClr val="tx1"/>
              </a:solidFill>
            </a:rPr>
            <a:t>. This technology ensures that personal information is protected from unauthorized access and fraud.</a:t>
          </a:r>
          <a:endParaRPr lang="en-US" sz="2000" dirty="0">
            <a:solidFill>
              <a:schemeClr val="tx1"/>
            </a:solidFill>
          </a:endParaRPr>
        </a:p>
      </dgm:t>
    </dgm:pt>
    <dgm:pt modelId="{5BAA810D-E0EE-A74F-9309-CAE41949BE50}" type="parTrans" cxnId="{11B14BCA-FA34-2642-92BC-30A8DFF64C45}">
      <dgm:prSet/>
      <dgm:spPr/>
      <dgm:t>
        <a:bodyPr/>
        <a:lstStyle/>
        <a:p>
          <a:endParaRPr lang="en-US" sz="2800"/>
        </a:p>
      </dgm:t>
    </dgm:pt>
    <dgm:pt modelId="{BBA64683-7AB9-5E4B-999C-A7B558F0D286}" type="sibTrans" cxnId="{11B14BCA-FA34-2642-92BC-30A8DFF64C45}">
      <dgm:prSet/>
      <dgm:spPr/>
      <dgm:t>
        <a:bodyPr/>
        <a:lstStyle/>
        <a:p>
          <a:endParaRPr lang="en-US" sz="2800"/>
        </a:p>
      </dgm:t>
    </dgm:pt>
    <dgm:pt modelId="{653E90DF-5CF2-9C4A-A01F-3BCB87CE8B4D}">
      <dgm:prSet custT="1"/>
      <dgm:spPr/>
      <dgm:t>
        <a:bodyPr/>
        <a:lstStyle/>
        <a:p>
          <a:r>
            <a:rPr lang="en-US" sz="2400" b="1" i="0" dirty="0">
              <a:solidFill>
                <a:schemeClr val="bg1"/>
              </a:solidFill>
            </a:rPr>
            <a:t>Centers for Medicare &amp; Medicaid Services (CMS)</a:t>
          </a:r>
          <a:endParaRPr lang="en-US" sz="2400" b="1" dirty="0">
            <a:solidFill>
              <a:schemeClr val="bg1"/>
            </a:solidFill>
          </a:endParaRPr>
        </a:p>
      </dgm:t>
    </dgm:pt>
    <dgm:pt modelId="{EBB77983-CF40-8F41-BB47-7123C3AFD926}" type="parTrans" cxnId="{E0DC5863-22D9-474E-9D64-968F64BBAAC3}">
      <dgm:prSet/>
      <dgm:spPr/>
      <dgm:t>
        <a:bodyPr/>
        <a:lstStyle/>
        <a:p>
          <a:endParaRPr lang="en-US" sz="2800"/>
        </a:p>
      </dgm:t>
    </dgm:pt>
    <dgm:pt modelId="{B891EC43-A403-0740-9A83-9F848B078E1C}" type="sibTrans" cxnId="{E0DC5863-22D9-474E-9D64-968F64BBAAC3}">
      <dgm:prSet/>
      <dgm:spPr/>
      <dgm:t>
        <a:bodyPr/>
        <a:lstStyle/>
        <a:p>
          <a:endParaRPr lang="en-US" sz="2800"/>
        </a:p>
      </dgm:t>
    </dgm:pt>
    <dgm:pt modelId="{FFE7594D-83CF-0645-AD91-C70A3823EF32}">
      <dgm:prSet custT="1"/>
      <dgm:spPr/>
      <dgm:t>
        <a:bodyPr/>
        <a:lstStyle/>
        <a:p>
          <a:r>
            <a:rPr lang="en-US" sz="2000" b="0" i="0" dirty="0">
              <a:solidFill>
                <a:schemeClr val="tx1"/>
              </a:solidFill>
            </a:rPr>
            <a:t>CMS employs asymmetric cryptography to </a:t>
          </a:r>
          <a:r>
            <a:rPr lang="en-US" sz="2000" b="1" i="0" dirty="0">
              <a:solidFill>
                <a:schemeClr val="accent1">
                  <a:lumMod val="75000"/>
                </a:schemeClr>
              </a:solidFill>
            </a:rPr>
            <a:t>secure sensitive health information and protect the privacy of Medicare and Medicaid beneficiaries</a:t>
          </a:r>
          <a:r>
            <a:rPr lang="en-US" sz="2000" b="0" i="0" dirty="0">
              <a:solidFill>
                <a:schemeClr val="tx1"/>
              </a:solidFill>
            </a:rPr>
            <a:t>. It ensures secure data exchanges between healthcare providers and government databases.</a:t>
          </a:r>
          <a:endParaRPr lang="en-US" sz="2000" dirty="0">
            <a:solidFill>
              <a:schemeClr val="tx1"/>
            </a:solidFill>
          </a:endParaRPr>
        </a:p>
      </dgm:t>
    </dgm:pt>
    <dgm:pt modelId="{F3161F7E-598E-214F-8D74-76D97F8D4DC2}" type="parTrans" cxnId="{336B927F-5C76-4642-AFC7-8DABA7C8BBF4}">
      <dgm:prSet/>
      <dgm:spPr/>
      <dgm:t>
        <a:bodyPr/>
        <a:lstStyle/>
        <a:p>
          <a:endParaRPr lang="en-US" sz="2800"/>
        </a:p>
      </dgm:t>
    </dgm:pt>
    <dgm:pt modelId="{85E032B4-07BA-7246-86D4-6ABFDF856C1B}" type="sibTrans" cxnId="{336B927F-5C76-4642-AFC7-8DABA7C8BBF4}">
      <dgm:prSet/>
      <dgm:spPr/>
      <dgm:t>
        <a:bodyPr/>
        <a:lstStyle/>
        <a:p>
          <a:endParaRPr lang="en-US" sz="2800"/>
        </a:p>
      </dgm:t>
    </dgm:pt>
    <dgm:pt modelId="{C5AB97DB-B290-F04A-83AE-624CB8008F8F}">
      <dgm:prSet custT="1"/>
      <dgm:spPr/>
      <dgm:t>
        <a:bodyPr/>
        <a:lstStyle/>
        <a:p>
          <a:r>
            <a:rPr lang="en-US" sz="2400" b="1" i="0" dirty="0">
              <a:solidFill>
                <a:schemeClr val="bg1"/>
              </a:solidFill>
            </a:rPr>
            <a:t>National Aeronautics and Space Admin. (NASA)</a:t>
          </a:r>
          <a:endParaRPr lang="en-US" sz="2400" b="1" dirty="0">
            <a:solidFill>
              <a:schemeClr val="bg1"/>
            </a:solidFill>
          </a:endParaRPr>
        </a:p>
      </dgm:t>
    </dgm:pt>
    <dgm:pt modelId="{A37A9670-8D7E-9A45-9881-4197CE6454B7}" type="parTrans" cxnId="{3128ABA8-39B7-0542-BD9A-16684ED3D302}">
      <dgm:prSet/>
      <dgm:spPr/>
      <dgm:t>
        <a:bodyPr/>
        <a:lstStyle/>
        <a:p>
          <a:endParaRPr lang="en-US" sz="2800"/>
        </a:p>
      </dgm:t>
    </dgm:pt>
    <dgm:pt modelId="{641DEA43-B750-2346-8F8D-72217CDE92C3}" type="sibTrans" cxnId="{3128ABA8-39B7-0542-BD9A-16684ED3D302}">
      <dgm:prSet/>
      <dgm:spPr/>
      <dgm:t>
        <a:bodyPr/>
        <a:lstStyle/>
        <a:p>
          <a:endParaRPr lang="en-US" sz="2800"/>
        </a:p>
      </dgm:t>
    </dgm:pt>
    <dgm:pt modelId="{2622AC81-4CB9-7F4A-8BD6-16C6F235D757}">
      <dgm:prSet custT="1"/>
      <dgm:spPr/>
      <dgm:t>
        <a:bodyPr/>
        <a:lstStyle/>
        <a:p>
          <a:r>
            <a:rPr lang="en-US" sz="2000" b="0" i="0" dirty="0">
              <a:solidFill>
                <a:schemeClr val="tx1"/>
              </a:solidFill>
            </a:rPr>
            <a:t>NASA uses asymmetric cryptography to </a:t>
          </a:r>
          <a:r>
            <a:rPr lang="en-US" sz="2000" b="1" i="0" dirty="0">
              <a:solidFill>
                <a:schemeClr val="accent1">
                  <a:lumMod val="75000"/>
                </a:schemeClr>
              </a:solidFill>
            </a:rPr>
            <a:t>protect sensitive data transmitted between Earth and its space missions, including satellite communications and rover data transfers</a:t>
          </a:r>
          <a:r>
            <a:rPr lang="en-US" sz="2000" b="0" i="0" dirty="0">
              <a:solidFill>
                <a:schemeClr val="tx1"/>
              </a:solidFill>
            </a:rPr>
            <a:t>. It safeguards mission-critical information from cyber threats and unauthorized access.</a:t>
          </a:r>
          <a:endParaRPr lang="en-US" sz="2000" dirty="0">
            <a:solidFill>
              <a:schemeClr val="tx1"/>
            </a:solidFill>
          </a:endParaRPr>
        </a:p>
      </dgm:t>
    </dgm:pt>
    <dgm:pt modelId="{30682B27-FAA7-6343-B18D-4CF70B9B2DD8}" type="parTrans" cxnId="{5D1AF620-23C4-894E-B3B5-E1B70A7E923F}">
      <dgm:prSet/>
      <dgm:spPr/>
      <dgm:t>
        <a:bodyPr/>
        <a:lstStyle/>
        <a:p>
          <a:endParaRPr lang="en-US" sz="2800"/>
        </a:p>
      </dgm:t>
    </dgm:pt>
    <dgm:pt modelId="{8890242F-EFC1-3947-938C-2548666D4CC1}" type="sibTrans" cxnId="{5D1AF620-23C4-894E-B3B5-E1B70A7E923F}">
      <dgm:prSet/>
      <dgm:spPr/>
      <dgm:t>
        <a:bodyPr/>
        <a:lstStyle/>
        <a:p>
          <a:endParaRPr lang="en-US" sz="2800"/>
        </a:p>
      </dgm:t>
    </dgm:pt>
    <dgm:pt modelId="{41F07806-EC4C-1C45-9B8E-C78D17A7E176}">
      <dgm:prSet custT="1"/>
      <dgm:spPr/>
      <dgm:t>
        <a:bodyPr/>
        <a:lstStyle/>
        <a:p>
          <a:r>
            <a:rPr lang="en-US" sz="2400" b="1" i="0" dirty="0">
              <a:solidFill>
                <a:schemeClr val="bg1"/>
              </a:solidFill>
            </a:rPr>
            <a:t>U.S. Postal Service (USPS)</a:t>
          </a:r>
          <a:endParaRPr lang="en-US" sz="2400" b="1" dirty="0">
            <a:solidFill>
              <a:schemeClr val="bg1"/>
            </a:solidFill>
          </a:endParaRPr>
        </a:p>
      </dgm:t>
    </dgm:pt>
    <dgm:pt modelId="{5205411D-F0E8-5E4A-8AEC-649FBD430D65}" type="sibTrans" cxnId="{396884F4-186D-B146-80AC-BCE4481F35C0}">
      <dgm:prSet/>
      <dgm:spPr/>
      <dgm:t>
        <a:bodyPr/>
        <a:lstStyle/>
        <a:p>
          <a:endParaRPr lang="en-US" sz="2800"/>
        </a:p>
      </dgm:t>
    </dgm:pt>
    <dgm:pt modelId="{F95A59FB-742A-B749-BAAA-E64410567435}" type="parTrans" cxnId="{396884F4-186D-B146-80AC-BCE4481F35C0}">
      <dgm:prSet/>
      <dgm:spPr/>
      <dgm:t>
        <a:bodyPr/>
        <a:lstStyle/>
        <a:p>
          <a:endParaRPr lang="en-US" sz="2800"/>
        </a:p>
      </dgm:t>
    </dgm:pt>
    <dgm:pt modelId="{5D8BCAED-B44D-C145-BDA3-F53533125A4D}">
      <dgm:prSet custT="1"/>
      <dgm:spPr/>
      <dgm:t>
        <a:bodyPr/>
        <a:lstStyle/>
        <a:p>
          <a:r>
            <a:rPr lang="en-US" sz="2000" b="0" i="0" dirty="0">
              <a:solidFill>
                <a:schemeClr val="tx1"/>
              </a:solidFill>
            </a:rPr>
            <a:t>The USPS utilizes asymmetric cryptography to </a:t>
          </a:r>
          <a:r>
            <a:rPr lang="en-US" sz="2000" b="1" i="0" dirty="0">
              <a:solidFill>
                <a:schemeClr val="accent1">
                  <a:lumMod val="75000"/>
                </a:schemeClr>
              </a:solidFill>
            </a:rPr>
            <a:t>secure its digital services, including online postage and mail tracking systems</a:t>
          </a:r>
          <a:r>
            <a:rPr lang="en-US" sz="2000" b="0" i="0" dirty="0">
              <a:solidFill>
                <a:schemeClr val="tx1"/>
              </a:solidFill>
            </a:rPr>
            <a:t>. It helps prevent fraud and protect the confidentiality of customer data during electronic transactions.</a:t>
          </a:r>
          <a:endParaRPr lang="en-US" sz="2000" dirty="0">
            <a:solidFill>
              <a:schemeClr val="tx1"/>
            </a:solidFill>
          </a:endParaRPr>
        </a:p>
      </dgm:t>
    </dgm:pt>
    <dgm:pt modelId="{A609B5BF-324F-C143-A2FB-55A6F5B0E7BB}" type="sibTrans" cxnId="{16E4005B-87AF-E744-AE69-22EFF5CE0FC2}">
      <dgm:prSet/>
      <dgm:spPr/>
      <dgm:t>
        <a:bodyPr/>
        <a:lstStyle/>
        <a:p>
          <a:endParaRPr lang="en-US" sz="2800"/>
        </a:p>
      </dgm:t>
    </dgm:pt>
    <dgm:pt modelId="{552A1735-F58F-614B-99F6-192F32F89C4B}" type="parTrans" cxnId="{16E4005B-87AF-E744-AE69-22EFF5CE0FC2}">
      <dgm:prSet/>
      <dgm:spPr/>
      <dgm:t>
        <a:bodyPr/>
        <a:lstStyle/>
        <a:p>
          <a:endParaRPr lang="en-US" sz="2800"/>
        </a:p>
      </dgm:t>
    </dgm:pt>
    <dgm:pt modelId="{F3BE0C8D-B453-1C45-83FF-58F3CC59E7CF}" type="pres">
      <dgm:prSet presAssocID="{3D844973-E4E6-0944-A862-FB1A8709F9FE}" presName="Name0" presStyleCnt="0">
        <dgm:presLayoutVars>
          <dgm:dir/>
          <dgm:animLvl val="lvl"/>
          <dgm:resizeHandles val="exact"/>
        </dgm:presLayoutVars>
      </dgm:prSet>
      <dgm:spPr/>
    </dgm:pt>
    <dgm:pt modelId="{1B73CA3B-A49B-4E4B-9648-E02AD97D0E02}" type="pres">
      <dgm:prSet presAssocID="{41F07806-EC4C-1C45-9B8E-C78D17A7E176}" presName="composite" presStyleCnt="0"/>
      <dgm:spPr/>
    </dgm:pt>
    <dgm:pt modelId="{238836C3-CFF5-F94E-ADCD-7BD9A37B6BF5}" type="pres">
      <dgm:prSet presAssocID="{41F07806-EC4C-1C45-9B8E-C78D17A7E176}" presName="parTx" presStyleLbl="alignNode1" presStyleIdx="0" presStyleCnt="5" custScaleY="91073">
        <dgm:presLayoutVars>
          <dgm:chMax val="0"/>
          <dgm:chPref val="0"/>
          <dgm:bulletEnabled val="1"/>
        </dgm:presLayoutVars>
      </dgm:prSet>
      <dgm:spPr/>
    </dgm:pt>
    <dgm:pt modelId="{BA697E12-5329-A644-BD8E-CF70F33D8D8C}" type="pres">
      <dgm:prSet presAssocID="{41F07806-EC4C-1C45-9B8E-C78D17A7E176}" presName="desTx" presStyleLbl="alignAccFollowNode1" presStyleIdx="0" presStyleCnt="5" custLinFactNeighborY="4388">
        <dgm:presLayoutVars>
          <dgm:bulletEnabled val="1"/>
        </dgm:presLayoutVars>
      </dgm:prSet>
      <dgm:spPr/>
    </dgm:pt>
    <dgm:pt modelId="{615836CB-4A62-8948-A011-8E7E410F1DD0}" type="pres">
      <dgm:prSet presAssocID="{5205411D-F0E8-5E4A-8AEC-649FBD430D65}" presName="space" presStyleCnt="0"/>
      <dgm:spPr/>
    </dgm:pt>
    <dgm:pt modelId="{098BF5DC-D591-D344-A7A3-53AF03E30063}" type="pres">
      <dgm:prSet presAssocID="{ECD5C114-B058-5946-B3ED-0DA17237D10F}" presName="composite" presStyleCnt="0"/>
      <dgm:spPr/>
    </dgm:pt>
    <dgm:pt modelId="{15FDB36E-2C52-4045-AA48-6FFD03C93DAA}" type="pres">
      <dgm:prSet presAssocID="{ECD5C114-B058-5946-B3ED-0DA17237D10F}" presName="parTx" presStyleLbl="alignNode1" presStyleIdx="1" presStyleCnt="5" custScaleY="91073">
        <dgm:presLayoutVars>
          <dgm:chMax val="0"/>
          <dgm:chPref val="0"/>
          <dgm:bulletEnabled val="1"/>
        </dgm:presLayoutVars>
      </dgm:prSet>
      <dgm:spPr/>
    </dgm:pt>
    <dgm:pt modelId="{3347BF92-E409-F14E-AD45-6122226D05BA}" type="pres">
      <dgm:prSet presAssocID="{ECD5C114-B058-5946-B3ED-0DA17237D10F}" presName="desTx" presStyleLbl="alignAccFollowNode1" presStyleIdx="1" presStyleCnt="5" custLinFactNeighborY="4388">
        <dgm:presLayoutVars>
          <dgm:bulletEnabled val="1"/>
        </dgm:presLayoutVars>
      </dgm:prSet>
      <dgm:spPr/>
    </dgm:pt>
    <dgm:pt modelId="{61F13A1E-CADE-1B41-9EF3-7E9CB0613AD3}" type="pres">
      <dgm:prSet presAssocID="{F339D6F5-0997-6A4F-9BCF-994F52F89E7F}" presName="space" presStyleCnt="0"/>
      <dgm:spPr/>
    </dgm:pt>
    <dgm:pt modelId="{69AEF9A5-7CFB-2D47-ADC2-1001E2EE671B}" type="pres">
      <dgm:prSet presAssocID="{7299286A-6A56-1D45-889E-DACD2FF4A848}" presName="composite" presStyleCnt="0"/>
      <dgm:spPr/>
    </dgm:pt>
    <dgm:pt modelId="{2310C8F0-7D20-3A4D-A1E5-BE6D1E9F9C8D}" type="pres">
      <dgm:prSet presAssocID="{7299286A-6A56-1D45-889E-DACD2FF4A848}" presName="parTx" presStyleLbl="alignNode1" presStyleIdx="2" presStyleCnt="5" custScaleY="91073">
        <dgm:presLayoutVars>
          <dgm:chMax val="0"/>
          <dgm:chPref val="0"/>
          <dgm:bulletEnabled val="1"/>
        </dgm:presLayoutVars>
      </dgm:prSet>
      <dgm:spPr/>
    </dgm:pt>
    <dgm:pt modelId="{B4D5550A-3E56-BB40-BC41-878C8EE62068}" type="pres">
      <dgm:prSet presAssocID="{7299286A-6A56-1D45-889E-DACD2FF4A848}" presName="desTx" presStyleLbl="alignAccFollowNode1" presStyleIdx="2" presStyleCnt="5" custLinFactNeighborY="4388">
        <dgm:presLayoutVars>
          <dgm:bulletEnabled val="1"/>
        </dgm:presLayoutVars>
      </dgm:prSet>
      <dgm:spPr/>
    </dgm:pt>
    <dgm:pt modelId="{C8CD2676-FDEB-3242-B523-7DF325AC8CA3}" type="pres">
      <dgm:prSet presAssocID="{BB77FF6F-86ED-7A42-A234-9999919EAC7B}" presName="space" presStyleCnt="0"/>
      <dgm:spPr/>
    </dgm:pt>
    <dgm:pt modelId="{40D6CA29-D1F0-F54D-A0EC-A158F17B0BE3}" type="pres">
      <dgm:prSet presAssocID="{653E90DF-5CF2-9C4A-A01F-3BCB87CE8B4D}" presName="composite" presStyleCnt="0"/>
      <dgm:spPr/>
    </dgm:pt>
    <dgm:pt modelId="{D5C1A42A-9ACB-D74F-8768-014CABE6FE0C}" type="pres">
      <dgm:prSet presAssocID="{653E90DF-5CF2-9C4A-A01F-3BCB87CE8B4D}" presName="parTx" presStyleLbl="alignNode1" presStyleIdx="3" presStyleCnt="5" custScaleY="91073">
        <dgm:presLayoutVars>
          <dgm:chMax val="0"/>
          <dgm:chPref val="0"/>
          <dgm:bulletEnabled val="1"/>
        </dgm:presLayoutVars>
      </dgm:prSet>
      <dgm:spPr/>
    </dgm:pt>
    <dgm:pt modelId="{92F67885-E805-D941-9869-05EE1A64E556}" type="pres">
      <dgm:prSet presAssocID="{653E90DF-5CF2-9C4A-A01F-3BCB87CE8B4D}" presName="desTx" presStyleLbl="alignAccFollowNode1" presStyleIdx="3" presStyleCnt="5" custLinFactNeighborY="4388">
        <dgm:presLayoutVars>
          <dgm:bulletEnabled val="1"/>
        </dgm:presLayoutVars>
      </dgm:prSet>
      <dgm:spPr/>
    </dgm:pt>
    <dgm:pt modelId="{AF04B755-A8E0-3D41-A152-91680D9D39CC}" type="pres">
      <dgm:prSet presAssocID="{B891EC43-A403-0740-9A83-9F848B078E1C}" presName="space" presStyleCnt="0"/>
      <dgm:spPr/>
    </dgm:pt>
    <dgm:pt modelId="{369B4AFC-DB19-6847-B7EC-5AA259F764A5}" type="pres">
      <dgm:prSet presAssocID="{C5AB97DB-B290-F04A-83AE-624CB8008F8F}" presName="composite" presStyleCnt="0"/>
      <dgm:spPr/>
    </dgm:pt>
    <dgm:pt modelId="{A7431681-0DE3-6D43-99F0-890B72DEB4AD}" type="pres">
      <dgm:prSet presAssocID="{C5AB97DB-B290-F04A-83AE-624CB8008F8F}" presName="parTx" presStyleLbl="alignNode1" presStyleIdx="4" presStyleCnt="5" custScaleY="91073">
        <dgm:presLayoutVars>
          <dgm:chMax val="0"/>
          <dgm:chPref val="0"/>
          <dgm:bulletEnabled val="1"/>
        </dgm:presLayoutVars>
      </dgm:prSet>
      <dgm:spPr/>
    </dgm:pt>
    <dgm:pt modelId="{C55C7DB9-B1D4-1948-9443-BEADFA2A8026}" type="pres">
      <dgm:prSet presAssocID="{C5AB97DB-B290-F04A-83AE-624CB8008F8F}" presName="desTx" presStyleLbl="alignAccFollowNode1" presStyleIdx="4" presStyleCnt="5" custLinFactNeighborY="4388">
        <dgm:presLayoutVars>
          <dgm:bulletEnabled val="1"/>
        </dgm:presLayoutVars>
      </dgm:prSet>
      <dgm:spPr/>
    </dgm:pt>
  </dgm:ptLst>
  <dgm:cxnLst>
    <dgm:cxn modelId="{3D0F6C08-B7DC-4F4D-A889-C7C09839C926}" type="presOf" srcId="{2622AC81-4CB9-7F4A-8BD6-16C6F235D757}" destId="{C55C7DB9-B1D4-1948-9443-BEADFA2A8026}" srcOrd="0" destOrd="0" presId="urn:microsoft.com/office/officeart/2005/8/layout/hList1"/>
    <dgm:cxn modelId="{5D1AF620-23C4-894E-B3B5-E1B70A7E923F}" srcId="{C5AB97DB-B290-F04A-83AE-624CB8008F8F}" destId="{2622AC81-4CB9-7F4A-8BD6-16C6F235D757}" srcOrd="0" destOrd="0" parTransId="{30682B27-FAA7-6343-B18D-4CF70B9B2DD8}" sibTransId="{8890242F-EFC1-3947-938C-2548666D4CC1}"/>
    <dgm:cxn modelId="{7AC70822-5B66-AB4A-82D9-C4555246A29F}" srcId="{ECD5C114-B058-5946-B3ED-0DA17237D10F}" destId="{E5637CAA-E87D-7F41-80F9-7AB0CB55B197}" srcOrd="0" destOrd="0" parTransId="{D4CAC4C6-0637-6F47-ADB0-A718EBCA5547}" sibTransId="{ACCE3B21-5AAF-E947-83CE-F57FCBD68537}"/>
    <dgm:cxn modelId="{46BD1F42-FAF8-6747-A3BD-456C4EC3F9C9}" type="presOf" srcId="{E5637CAA-E87D-7F41-80F9-7AB0CB55B197}" destId="{3347BF92-E409-F14E-AD45-6122226D05BA}" srcOrd="0" destOrd="0" presId="urn:microsoft.com/office/officeart/2005/8/layout/hList1"/>
    <dgm:cxn modelId="{21705A48-D55B-EE4C-9DB6-1A8FDFEC4F0B}" type="presOf" srcId="{FFE7594D-83CF-0645-AD91-C70A3823EF32}" destId="{92F67885-E805-D941-9869-05EE1A64E556}" srcOrd="0" destOrd="0" presId="urn:microsoft.com/office/officeart/2005/8/layout/hList1"/>
    <dgm:cxn modelId="{3F73F14A-285E-0443-9BDB-33BF71FB8A19}" type="presOf" srcId="{41F07806-EC4C-1C45-9B8E-C78D17A7E176}" destId="{238836C3-CFF5-F94E-ADCD-7BD9A37B6BF5}" srcOrd="0" destOrd="0" presId="urn:microsoft.com/office/officeart/2005/8/layout/hList1"/>
    <dgm:cxn modelId="{16E4005B-87AF-E744-AE69-22EFF5CE0FC2}" srcId="{41F07806-EC4C-1C45-9B8E-C78D17A7E176}" destId="{5D8BCAED-B44D-C145-BDA3-F53533125A4D}" srcOrd="0" destOrd="0" parTransId="{552A1735-F58F-614B-99F6-192F32F89C4B}" sibTransId="{A609B5BF-324F-C143-A2FB-55A6F5B0E7BB}"/>
    <dgm:cxn modelId="{E0DC5863-22D9-474E-9D64-968F64BBAAC3}" srcId="{3D844973-E4E6-0944-A862-FB1A8709F9FE}" destId="{653E90DF-5CF2-9C4A-A01F-3BCB87CE8B4D}" srcOrd="3" destOrd="0" parTransId="{EBB77983-CF40-8F41-BB47-7123C3AFD926}" sibTransId="{B891EC43-A403-0740-9A83-9F848B078E1C}"/>
    <dgm:cxn modelId="{756A5674-ECA2-D848-A6FA-7B8596CC3E3E}" type="presOf" srcId="{7299286A-6A56-1D45-889E-DACD2FF4A848}" destId="{2310C8F0-7D20-3A4D-A1E5-BE6D1E9F9C8D}" srcOrd="0" destOrd="0" presId="urn:microsoft.com/office/officeart/2005/8/layout/hList1"/>
    <dgm:cxn modelId="{4DD5337E-75E4-F34B-AFF8-B36355CC5D47}" type="presOf" srcId="{653E90DF-5CF2-9C4A-A01F-3BCB87CE8B4D}" destId="{D5C1A42A-9ACB-D74F-8768-014CABE6FE0C}" srcOrd="0" destOrd="0" presId="urn:microsoft.com/office/officeart/2005/8/layout/hList1"/>
    <dgm:cxn modelId="{DFA5647F-E0F1-6646-B826-06D2BDD3D829}" type="presOf" srcId="{ECD5C114-B058-5946-B3ED-0DA17237D10F}" destId="{15FDB36E-2C52-4045-AA48-6FFD03C93DAA}" srcOrd="0" destOrd="0" presId="urn:microsoft.com/office/officeart/2005/8/layout/hList1"/>
    <dgm:cxn modelId="{336B927F-5C76-4642-AFC7-8DABA7C8BBF4}" srcId="{653E90DF-5CF2-9C4A-A01F-3BCB87CE8B4D}" destId="{FFE7594D-83CF-0645-AD91-C70A3823EF32}" srcOrd="0" destOrd="0" parTransId="{F3161F7E-598E-214F-8D74-76D97F8D4DC2}" sibTransId="{85E032B4-07BA-7246-86D4-6ABFDF856C1B}"/>
    <dgm:cxn modelId="{EBBEDE87-3D17-5244-8148-639B0860EBB9}" srcId="{3D844973-E4E6-0944-A862-FB1A8709F9FE}" destId="{7299286A-6A56-1D45-889E-DACD2FF4A848}" srcOrd="2" destOrd="0" parTransId="{03983D5E-595F-1541-AFDD-135C6B70F6BA}" sibTransId="{BB77FF6F-86ED-7A42-A234-9999919EAC7B}"/>
    <dgm:cxn modelId="{D9AEDC96-789C-7F41-997F-3826DBF5460F}" type="presOf" srcId="{5D8BCAED-B44D-C145-BDA3-F53533125A4D}" destId="{BA697E12-5329-A644-BD8E-CF70F33D8D8C}" srcOrd="0" destOrd="0" presId="urn:microsoft.com/office/officeart/2005/8/layout/hList1"/>
    <dgm:cxn modelId="{3128ABA8-39B7-0542-BD9A-16684ED3D302}" srcId="{3D844973-E4E6-0944-A862-FB1A8709F9FE}" destId="{C5AB97DB-B290-F04A-83AE-624CB8008F8F}" srcOrd="4" destOrd="0" parTransId="{A37A9670-8D7E-9A45-9881-4197CE6454B7}" sibTransId="{641DEA43-B750-2346-8F8D-72217CDE92C3}"/>
    <dgm:cxn modelId="{BD5572B3-F094-5E44-93DD-07EBBCD0D498}" type="presOf" srcId="{7B242E81-DB7D-AA48-A5C2-D1FF0A425191}" destId="{B4D5550A-3E56-BB40-BC41-878C8EE62068}" srcOrd="0" destOrd="0" presId="urn:microsoft.com/office/officeart/2005/8/layout/hList1"/>
    <dgm:cxn modelId="{4EF5C8C1-529D-D640-BC13-FA07394B5A44}" srcId="{3D844973-E4E6-0944-A862-FB1A8709F9FE}" destId="{ECD5C114-B058-5946-B3ED-0DA17237D10F}" srcOrd="1" destOrd="0" parTransId="{A6BE492D-5B2C-4740-BDAA-9B79A83EF7C5}" sibTransId="{F339D6F5-0997-6A4F-9BCF-994F52F89E7F}"/>
    <dgm:cxn modelId="{11B14BCA-FA34-2642-92BC-30A8DFF64C45}" srcId="{7299286A-6A56-1D45-889E-DACD2FF4A848}" destId="{7B242E81-DB7D-AA48-A5C2-D1FF0A425191}" srcOrd="0" destOrd="0" parTransId="{5BAA810D-E0EE-A74F-9309-CAE41949BE50}" sibTransId="{BBA64683-7AB9-5E4B-999C-A7B558F0D286}"/>
    <dgm:cxn modelId="{F8EA92D2-E5C2-734D-8753-5F8E18A305BF}" type="presOf" srcId="{C5AB97DB-B290-F04A-83AE-624CB8008F8F}" destId="{A7431681-0DE3-6D43-99F0-890B72DEB4AD}" srcOrd="0" destOrd="0" presId="urn:microsoft.com/office/officeart/2005/8/layout/hList1"/>
    <dgm:cxn modelId="{396884F4-186D-B146-80AC-BCE4481F35C0}" srcId="{3D844973-E4E6-0944-A862-FB1A8709F9FE}" destId="{41F07806-EC4C-1C45-9B8E-C78D17A7E176}" srcOrd="0" destOrd="0" parTransId="{F95A59FB-742A-B749-BAAA-E64410567435}" sibTransId="{5205411D-F0E8-5E4A-8AEC-649FBD430D65}"/>
    <dgm:cxn modelId="{ACCD70F9-8C90-2941-B33D-EF2EF38A8224}" type="presOf" srcId="{3D844973-E4E6-0944-A862-FB1A8709F9FE}" destId="{F3BE0C8D-B453-1C45-83FF-58F3CC59E7CF}" srcOrd="0" destOrd="0" presId="urn:microsoft.com/office/officeart/2005/8/layout/hList1"/>
    <dgm:cxn modelId="{E05A2BA4-3F3E-B34B-BEEA-8D3AA565A238}" type="presParOf" srcId="{F3BE0C8D-B453-1C45-83FF-58F3CC59E7CF}" destId="{1B73CA3B-A49B-4E4B-9648-E02AD97D0E02}" srcOrd="0" destOrd="0" presId="urn:microsoft.com/office/officeart/2005/8/layout/hList1"/>
    <dgm:cxn modelId="{4A6DA0BA-D18B-7043-A09C-54896638B955}" type="presParOf" srcId="{1B73CA3B-A49B-4E4B-9648-E02AD97D0E02}" destId="{238836C3-CFF5-F94E-ADCD-7BD9A37B6BF5}" srcOrd="0" destOrd="0" presId="urn:microsoft.com/office/officeart/2005/8/layout/hList1"/>
    <dgm:cxn modelId="{F28D8CB2-3219-0744-BCE7-B99548428E99}" type="presParOf" srcId="{1B73CA3B-A49B-4E4B-9648-E02AD97D0E02}" destId="{BA697E12-5329-A644-BD8E-CF70F33D8D8C}" srcOrd="1" destOrd="0" presId="urn:microsoft.com/office/officeart/2005/8/layout/hList1"/>
    <dgm:cxn modelId="{99A1A2E0-6283-6D42-B0EE-A5A533B3FA5E}" type="presParOf" srcId="{F3BE0C8D-B453-1C45-83FF-58F3CC59E7CF}" destId="{615836CB-4A62-8948-A011-8E7E410F1DD0}" srcOrd="1" destOrd="0" presId="urn:microsoft.com/office/officeart/2005/8/layout/hList1"/>
    <dgm:cxn modelId="{62C14511-1BBE-714A-9FD3-24B27025D137}" type="presParOf" srcId="{F3BE0C8D-B453-1C45-83FF-58F3CC59E7CF}" destId="{098BF5DC-D591-D344-A7A3-53AF03E30063}" srcOrd="2" destOrd="0" presId="urn:microsoft.com/office/officeart/2005/8/layout/hList1"/>
    <dgm:cxn modelId="{101F1841-F18C-7240-8F7B-F47DF5123FE5}" type="presParOf" srcId="{098BF5DC-D591-D344-A7A3-53AF03E30063}" destId="{15FDB36E-2C52-4045-AA48-6FFD03C93DAA}" srcOrd="0" destOrd="0" presId="urn:microsoft.com/office/officeart/2005/8/layout/hList1"/>
    <dgm:cxn modelId="{81396DED-D362-0C41-9664-1AEBDC12DBAD}" type="presParOf" srcId="{098BF5DC-D591-D344-A7A3-53AF03E30063}" destId="{3347BF92-E409-F14E-AD45-6122226D05BA}" srcOrd="1" destOrd="0" presId="urn:microsoft.com/office/officeart/2005/8/layout/hList1"/>
    <dgm:cxn modelId="{1E9813DC-83AA-C841-BBB5-3BCD8E58BBDA}" type="presParOf" srcId="{F3BE0C8D-B453-1C45-83FF-58F3CC59E7CF}" destId="{61F13A1E-CADE-1B41-9EF3-7E9CB0613AD3}" srcOrd="3" destOrd="0" presId="urn:microsoft.com/office/officeart/2005/8/layout/hList1"/>
    <dgm:cxn modelId="{DCF2FBB3-E19D-CE4C-8F3C-027BD69C5AD5}" type="presParOf" srcId="{F3BE0C8D-B453-1C45-83FF-58F3CC59E7CF}" destId="{69AEF9A5-7CFB-2D47-ADC2-1001E2EE671B}" srcOrd="4" destOrd="0" presId="urn:microsoft.com/office/officeart/2005/8/layout/hList1"/>
    <dgm:cxn modelId="{26EB067E-FF51-0547-804C-A9000835F973}" type="presParOf" srcId="{69AEF9A5-7CFB-2D47-ADC2-1001E2EE671B}" destId="{2310C8F0-7D20-3A4D-A1E5-BE6D1E9F9C8D}" srcOrd="0" destOrd="0" presId="urn:microsoft.com/office/officeart/2005/8/layout/hList1"/>
    <dgm:cxn modelId="{2234BA5F-7A95-7543-B9B8-586875363AB9}" type="presParOf" srcId="{69AEF9A5-7CFB-2D47-ADC2-1001E2EE671B}" destId="{B4D5550A-3E56-BB40-BC41-878C8EE62068}" srcOrd="1" destOrd="0" presId="urn:microsoft.com/office/officeart/2005/8/layout/hList1"/>
    <dgm:cxn modelId="{5AF10B5D-5FF0-014B-B2D1-1E163A8EE0D1}" type="presParOf" srcId="{F3BE0C8D-B453-1C45-83FF-58F3CC59E7CF}" destId="{C8CD2676-FDEB-3242-B523-7DF325AC8CA3}" srcOrd="5" destOrd="0" presId="urn:microsoft.com/office/officeart/2005/8/layout/hList1"/>
    <dgm:cxn modelId="{8DE3E8C1-F5ED-B44C-B0A4-BB0D544E81B7}" type="presParOf" srcId="{F3BE0C8D-B453-1C45-83FF-58F3CC59E7CF}" destId="{40D6CA29-D1F0-F54D-A0EC-A158F17B0BE3}" srcOrd="6" destOrd="0" presId="urn:microsoft.com/office/officeart/2005/8/layout/hList1"/>
    <dgm:cxn modelId="{F2493ABA-A8ED-9C4D-8329-C27375AAF892}" type="presParOf" srcId="{40D6CA29-D1F0-F54D-A0EC-A158F17B0BE3}" destId="{D5C1A42A-9ACB-D74F-8768-014CABE6FE0C}" srcOrd="0" destOrd="0" presId="urn:microsoft.com/office/officeart/2005/8/layout/hList1"/>
    <dgm:cxn modelId="{CEA04813-860F-DB4D-A73B-5878A6E087DC}" type="presParOf" srcId="{40D6CA29-D1F0-F54D-A0EC-A158F17B0BE3}" destId="{92F67885-E805-D941-9869-05EE1A64E556}" srcOrd="1" destOrd="0" presId="urn:microsoft.com/office/officeart/2005/8/layout/hList1"/>
    <dgm:cxn modelId="{E0E41454-80FC-4748-85B8-1EA82D5E239C}" type="presParOf" srcId="{F3BE0C8D-B453-1C45-83FF-58F3CC59E7CF}" destId="{AF04B755-A8E0-3D41-A152-91680D9D39CC}" srcOrd="7" destOrd="0" presId="urn:microsoft.com/office/officeart/2005/8/layout/hList1"/>
    <dgm:cxn modelId="{BA874981-5F21-9045-A118-BB88D00CB6BD}" type="presParOf" srcId="{F3BE0C8D-B453-1C45-83FF-58F3CC59E7CF}" destId="{369B4AFC-DB19-6847-B7EC-5AA259F764A5}" srcOrd="8" destOrd="0" presId="urn:microsoft.com/office/officeart/2005/8/layout/hList1"/>
    <dgm:cxn modelId="{FF6DC47C-126B-764B-8ABC-AD448B476EEC}" type="presParOf" srcId="{369B4AFC-DB19-6847-B7EC-5AA259F764A5}" destId="{A7431681-0DE3-6D43-99F0-890B72DEB4AD}" srcOrd="0" destOrd="0" presId="urn:microsoft.com/office/officeart/2005/8/layout/hList1"/>
    <dgm:cxn modelId="{AEEB9B60-9163-8B4F-BCD9-4A3720A9E13B}" type="presParOf" srcId="{369B4AFC-DB19-6847-B7EC-5AA259F764A5}" destId="{C55C7DB9-B1D4-1948-9443-BEADFA2A8026}"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94A7E-0B7B-1A43-B96F-3110143BE92C}">
      <dsp:nvSpPr>
        <dsp:cNvPr id="0" name=""/>
        <dsp:cNvSpPr/>
      </dsp:nvSpPr>
      <dsp:spPr>
        <a:xfrm>
          <a:off x="10998" y="695463"/>
          <a:ext cx="4215915" cy="168636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Defense Information Systems Agency (DISA)</a:t>
          </a:r>
        </a:p>
      </dsp:txBody>
      <dsp:txXfrm>
        <a:off x="10998" y="695463"/>
        <a:ext cx="4215915" cy="1686366"/>
      </dsp:txXfrm>
    </dsp:sp>
    <dsp:sp modelId="{2BDF29DD-3ABC-7944-ACF4-495B5599AE0F}">
      <dsp:nvSpPr>
        <dsp:cNvPr id="0" name=""/>
        <dsp:cNvSpPr/>
      </dsp:nvSpPr>
      <dsp:spPr>
        <a:xfrm>
          <a:off x="10998" y="2362669"/>
          <a:ext cx="4215915" cy="294401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DISA uses asymmetric cryptography to</a:t>
          </a:r>
          <a:r>
            <a:rPr lang="en-US" sz="2000" b="1" i="0" kern="1200" dirty="0">
              <a:solidFill>
                <a:schemeClr val="tx1"/>
              </a:solidFill>
            </a:rPr>
            <a:t> </a:t>
          </a:r>
          <a:r>
            <a:rPr lang="en-US" sz="2000" b="1" i="0" kern="1200" dirty="0">
              <a:solidFill>
                <a:schemeClr val="accent1">
                  <a:lumMod val="75000"/>
                </a:schemeClr>
              </a:solidFill>
            </a:rPr>
            <a:t>secure military communications and safeguard sensitive defense information from unauthorized access</a:t>
          </a:r>
          <a:r>
            <a:rPr lang="en-US" sz="2000" b="0" i="0" kern="1200" dirty="0">
              <a:solidFill>
                <a:schemeClr val="tx1"/>
              </a:solidFill>
            </a:rPr>
            <a:t>. It ensures secure data transmission across military networks and between U.S. allies.</a:t>
          </a:r>
          <a:endParaRPr lang="en-US" sz="2000" kern="1200" dirty="0">
            <a:solidFill>
              <a:schemeClr val="tx1"/>
            </a:solidFill>
          </a:endParaRPr>
        </a:p>
      </dsp:txBody>
      <dsp:txXfrm>
        <a:off x="10998" y="2362669"/>
        <a:ext cx="4215915" cy="2944012"/>
      </dsp:txXfrm>
    </dsp:sp>
    <dsp:sp modelId="{D1E6CB5A-157D-D346-A4B2-8DBB35F1DF89}">
      <dsp:nvSpPr>
        <dsp:cNvPr id="0" name=""/>
        <dsp:cNvSpPr/>
      </dsp:nvSpPr>
      <dsp:spPr>
        <a:xfrm>
          <a:off x="4817142" y="695463"/>
          <a:ext cx="4215915" cy="168636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U.S. Department of Homeland Security (DHS)</a:t>
          </a:r>
          <a:endParaRPr lang="en-US" sz="2400" b="1" kern="1200" dirty="0">
            <a:solidFill>
              <a:schemeClr val="bg1"/>
            </a:solidFill>
          </a:endParaRPr>
        </a:p>
      </dsp:txBody>
      <dsp:txXfrm>
        <a:off x="4817142" y="695463"/>
        <a:ext cx="4215915" cy="1686366"/>
      </dsp:txXfrm>
    </dsp:sp>
    <dsp:sp modelId="{888D41DE-73CE-F14F-AD51-6BB58FA0D81E}">
      <dsp:nvSpPr>
        <dsp:cNvPr id="0" name=""/>
        <dsp:cNvSpPr/>
      </dsp:nvSpPr>
      <dsp:spPr>
        <a:xfrm>
          <a:off x="4817142" y="2362669"/>
          <a:ext cx="4215915" cy="294401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The DHS relies on asymmetric cryptography for </a:t>
          </a:r>
          <a:r>
            <a:rPr lang="en-US" sz="2000" b="1" i="0" kern="1200" dirty="0">
              <a:solidFill>
                <a:schemeClr val="accent1">
                  <a:lumMod val="75000"/>
                </a:schemeClr>
              </a:solidFill>
            </a:rPr>
            <a:t>securing communication channels, especially for critical infrastructure protection and cybersecurity operations</a:t>
          </a:r>
          <a:r>
            <a:rPr lang="en-US" sz="2000" b="0" i="0" kern="1200" dirty="0">
              <a:solidFill>
                <a:schemeClr val="tx1"/>
              </a:solidFill>
            </a:rPr>
            <a:t>. It uses encryption to authenticate users and devices in its cyber defense systems.</a:t>
          </a:r>
          <a:endParaRPr lang="en-US" sz="2000" kern="1200" dirty="0">
            <a:solidFill>
              <a:schemeClr val="tx1"/>
            </a:solidFill>
          </a:endParaRPr>
        </a:p>
      </dsp:txBody>
      <dsp:txXfrm>
        <a:off x="4817142" y="2362669"/>
        <a:ext cx="4215915" cy="2944012"/>
      </dsp:txXfrm>
    </dsp:sp>
    <dsp:sp modelId="{5E763326-C702-D146-838B-6F7749188A8C}">
      <dsp:nvSpPr>
        <dsp:cNvPr id="0" name=""/>
        <dsp:cNvSpPr/>
      </dsp:nvSpPr>
      <dsp:spPr>
        <a:xfrm>
          <a:off x="9623286" y="695463"/>
          <a:ext cx="4215915" cy="168636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National Security Agency (NSA)</a:t>
          </a:r>
          <a:endParaRPr lang="en-US" sz="2400" b="1" kern="1200" dirty="0">
            <a:solidFill>
              <a:schemeClr val="bg1"/>
            </a:solidFill>
          </a:endParaRPr>
        </a:p>
      </dsp:txBody>
      <dsp:txXfrm>
        <a:off x="9623286" y="695463"/>
        <a:ext cx="4215915" cy="1686366"/>
      </dsp:txXfrm>
    </dsp:sp>
    <dsp:sp modelId="{1FC412A3-389C-D144-8E7A-EB989B6BC5D8}">
      <dsp:nvSpPr>
        <dsp:cNvPr id="0" name=""/>
        <dsp:cNvSpPr/>
      </dsp:nvSpPr>
      <dsp:spPr>
        <a:xfrm>
          <a:off x="9623286" y="2362669"/>
          <a:ext cx="4215915" cy="294401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The NSA employs asymmetric cryptography for </a:t>
          </a:r>
          <a:r>
            <a:rPr lang="en-US" sz="2000" b="1" i="0" kern="1200" dirty="0">
              <a:solidFill>
                <a:schemeClr val="accent1">
                  <a:lumMod val="75000"/>
                </a:schemeClr>
              </a:solidFill>
            </a:rPr>
            <a:t>securing communications and protecting classified information</a:t>
          </a:r>
          <a:r>
            <a:rPr lang="en-US" sz="2000" b="0" i="0" kern="1200" dirty="0">
              <a:solidFill>
                <a:schemeClr val="tx1"/>
              </a:solidFill>
            </a:rPr>
            <a:t>. It is also involved in the development and evaluation of cryptographic standards used across federal agencies.</a:t>
          </a:r>
          <a:endParaRPr lang="en-US" sz="2000" kern="1200" dirty="0">
            <a:solidFill>
              <a:schemeClr val="tx1"/>
            </a:solidFill>
          </a:endParaRPr>
        </a:p>
      </dsp:txBody>
      <dsp:txXfrm>
        <a:off x="9623286" y="2362669"/>
        <a:ext cx="4215915" cy="2944012"/>
      </dsp:txXfrm>
    </dsp:sp>
    <dsp:sp modelId="{9DB50AE8-383A-A840-8B51-DF47BC9054C0}">
      <dsp:nvSpPr>
        <dsp:cNvPr id="0" name=""/>
        <dsp:cNvSpPr/>
      </dsp:nvSpPr>
      <dsp:spPr>
        <a:xfrm>
          <a:off x="14429430" y="695463"/>
          <a:ext cx="4215915" cy="168636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Federal Bureau of Investigation (FBI)</a:t>
          </a:r>
          <a:endParaRPr lang="en-US" sz="2400" b="1" kern="1200" dirty="0">
            <a:solidFill>
              <a:schemeClr val="bg1"/>
            </a:solidFill>
          </a:endParaRPr>
        </a:p>
      </dsp:txBody>
      <dsp:txXfrm>
        <a:off x="14429430" y="695463"/>
        <a:ext cx="4215915" cy="1686366"/>
      </dsp:txXfrm>
    </dsp:sp>
    <dsp:sp modelId="{C29EE4E8-8D5F-D047-9BF4-A2777860B9DD}">
      <dsp:nvSpPr>
        <dsp:cNvPr id="0" name=""/>
        <dsp:cNvSpPr/>
      </dsp:nvSpPr>
      <dsp:spPr>
        <a:xfrm>
          <a:off x="14429430" y="2362669"/>
          <a:ext cx="4215915" cy="294401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The FBI uses asymmetric cryptography to ensure </a:t>
          </a:r>
          <a:r>
            <a:rPr lang="en-US" sz="2000" b="1" i="0" kern="1200" dirty="0">
              <a:solidFill>
                <a:schemeClr val="accent1">
                  <a:lumMod val="75000"/>
                </a:schemeClr>
              </a:solidFill>
            </a:rPr>
            <a:t>secure communication channels for investigations and intelligence operations</a:t>
          </a:r>
          <a:r>
            <a:rPr lang="en-US" sz="2000" b="0" i="0" kern="1200" dirty="0">
              <a:solidFill>
                <a:schemeClr val="tx1"/>
              </a:solidFill>
            </a:rPr>
            <a:t>. This technology is critical for protecting data integrity and ensuring the confidentiality of sensitive case information.</a:t>
          </a:r>
          <a:endParaRPr lang="en-US" sz="2000" kern="1200" dirty="0">
            <a:solidFill>
              <a:schemeClr val="tx1"/>
            </a:solidFill>
          </a:endParaRPr>
        </a:p>
      </dsp:txBody>
      <dsp:txXfrm>
        <a:off x="14429430" y="2362669"/>
        <a:ext cx="4215915" cy="2944012"/>
      </dsp:txXfrm>
    </dsp:sp>
    <dsp:sp modelId="{FBBAF05E-3182-6145-96C7-76EDD4B403D9}">
      <dsp:nvSpPr>
        <dsp:cNvPr id="0" name=""/>
        <dsp:cNvSpPr/>
      </dsp:nvSpPr>
      <dsp:spPr>
        <a:xfrm>
          <a:off x="19235574" y="695463"/>
          <a:ext cx="4215915" cy="168636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Internal Revenue Service (IRS)</a:t>
          </a:r>
          <a:endParaRPr lang="en-US" sz="2400" b="1" kern="1200" dirty="0">
            <a:solidFill>
              <a:schemeClr val="bg1"/>
            </a:solidFill>
          </a:endParaRPr>
        </a:p>
      </dsp:txBody>
      <dsp:txXfrm>
        <a:off x="19235574" y="695463"/>
        <a:ext cx="4215915" cy="1686366"/>
      </dsp:txXfrm>
    </dsp:sp>
    <dsp:sp modelId="{F9643F75-8BAF-1C43-8413-2B6E4122A2F7}">
      <dsp:nvSpPr>
        <dsp:cNvPr id="0" name=""/>
        <dsp:cNvSpPr/>
      </dsp:nvSpPr>
      <dsp:spPr>
        <a:xfrm>
          <a:off x="19235574" y="2362669"/>
          <a:ext cx="4215915" cy="294401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The IRS uses asymmetric cryptography to </a:t>
          </a:r>
          <a:r>
            <a:rPr lang="en-US" sz="2000" b="1" i="0" kern="1200" dirty="0">
              <a:solidFill>
                <a:schemeClr val="accent1">
                  <a:lumMod val="75000"/>
                </a:schemeClr>
              </a:solidFill>
            </a:rPr>
            <a:t>secure taxpayers' sensitive information, such as social security numbers and tax returns</a:t>
          </a:r>
          <a:r>
            <a:rPr lang="en-US" sz="2000" b="0" i="0" kern="1200" dirty="0">
              <a:solidFill>
                <a:schemeClr val="tx1"/>
              </a:solidFill>
            </a:rPr>
            <a:t>. It ensures the privacy and security of electronic filings and online taxpayer services.</a:t>
          </a:r>
          <a:endParaRPr lang="en-US" sz="2000" kern="1200" dirty="0">
            <a:solidFill>
              <a:schemeClr val="tx1"/>
            </a:solidFill>
          </a:endParaRPr>
        </a:p>
      </dsp:txBody>
      <dsp:txXfrm>
        <a:off x="19235574" y="2362669"/>
        <a:ext cx="4215915" cy="29440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8836C3-CFF5-F94E-ADCD-7BD9A37B6BF5}">
      <dsp:nvSpPr>
        <dsp:cNvPr id="0" name=""/>
        <dsp:cNvSpPr/>
      </dsp:nvSpPr>
      <dsp:spPr>
        <a:xfrm>
          <a:off x="10998" y="150378"/>
          <a:ext cx="4215915" cy="110951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U.S. Postal Service (USPS)</a:t>
          </a:r>
          <a:endParaRPr lang="en-US" sz="2400" b="1" kern="1200" dirty="0">
            <a:solidFill>
              <a:schemeClr val="bg1"/>
            </a:solidFill>
          </a:endParaRPr>
        </a:p>
      </dsp:txBody>
      <dsp:txXfrm>
        <a:off x="10998" y="150378"/>
        <a:ext cx="4215915" cy="1109510"/>
      </dsp:txXfrm>
    </dsp:sp>
    <dsp:sp modelId="{BA697E12-5329-A644-BD8E-CF70F33D8D8C}">
      <dsp:nvSpPr>
        <dsp:cNvPr id="0" name=""/>
        <dsp:cNvSpPr/>
      </dsp:nvSpPr>
      <dsp:spPr>
        <a:xfrm>
          <a:off x="10998" y="1347760"/>
          <a:ext cx="4215915" cy="3241759"/>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The USPS utilizes asymmetric cryptography to </a:t>
          </a:r>
          <a:r>
            <a:rPr lang="en-US" sz="2000" b="1" i="0" kern="1200" dirty="0">
              <a:solidFill>
                <a:schemeClr val="accent1">
                  <a:lumMod val="75000"/>
                </a:schemeClr>
              </a:solidFill>
            </a:rPr>
            <a:t>secure its digital services, including online postage and mail tracking systems</a:t>
          </a:r>
          <a:r>
            <a:rPr lang="en-US" sz="2000" b="0" i="0" kern="1200" dirty="0">
              <a:solidFill>
                <a:schemeClr val="tx1"/>
              </a:solidFill>
            </a:rPr>
            <a:t>. It helps prevent fraud and protect the confidentiality of customer data during electronic transactions.</a:t>
          </a:r>
          <a:endParaRPr lang="en-US" sz="2000" kern="1200" dirty="0">
            <a:solidFill>
              <a:schemeClr val="tx1"/>
            </a:solidFill>
          </a:endParaRPr>
        </a:p>
      </dsp:txBody>
      <dsp:txXfrm>
        <a:off x="10998" y="1347760"/>
        <a:ext cx="4215915" cy="3241759"/>
      </dsp:txXfrm>
    </dsp:sp>
    <dsp:sp modelId="{15FDB36E-2C52-4045-AA48-6FFD03C93DAA}">
      <dsp:nvSpPr>
        <dsp:cNvPr id="0" name=""/>
        <dsp:cNvSpPr/>
      </dsp:nvSpPr>
      <dsp:spPr>
        <a:xfrm>
          <a:off x="4817142" y="150378"/>
          <a:ext cx="4215915" cy="110951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U.S. Department of State</a:t>
          </a:r>
          <a:endParaRPr lang="en-US" sz="2400" b="1" kern="1200" dirty="0">
            <a:solidFill>
              <a:schemeClr val="bg1"/>
            </a:solidFill>
          </a:endParaRPr>
        </a:p>
      </dsp:txBody>
      <dsp:txXfrm>
        <a:off x="4817142" y="150378"/>
        <a:ext cx="4215915" cy="1109510"/>
      </dsp:txXfrm>
    </dsp:sp>
    <dsp:sp modelId="{3347BF92-E409-F14E-AD45-6122226D05BA}">
      <dsp:nvSpPr>
        <dsp:cNvPr id="0" name=""/>
        <dsp:cNvSpPr/>
      </dsp:nvSpPr>
      <dsp:spPr>
        <a:xfrm>
          <a:off x="4817142" y="1347760"/>
          <a:ext cx="4215915" cy="3241759"/>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The Department of State relies on asymmetric cryptography for </a:t>
          </a:r>
          <a:r>
            <a:rPr lang="en-US" sz="2000" b="1" i="0" kern="1200" dirty="0">
              <a:solidFill>
                <a:schemeClr val="accent1">
                  <a:lumMod val="75000"/>
                </a:schemeClr>
              </a:solidFill>
            </a:rPr>
            <a:t>securing its diplomatic communications and protecting sensitive information shared between embassies and the central office</a:t>
          </a:r>
          <a:r>
            <a:rPr lang="en-US" sz="2000" b="0" i="0" kern="1200" dirty="0">
              <a:solidFill>
                <a:schemeClr val="tx1"/>
              </a:solidFill>
            </a:rPr>
            <a:t>. It ensures the integrity and confidentiality of data transmitted across international boundaries.</a:t>
          </a:r>
          <a:endParaRPr lang="en-US" sz="2000" kern="1200" dirty="0">
            <a:solidFill>
              <a:schemeClr val="tx1"/>
            </a:solidFill>
          </a:endParaRPr>
        </a:p>
      </dsp:txBody>
      <dsp:txXfrm>
        <a:off x="4817142" y="1347760"/>
        <a:ext cx="4215915" cy="3241759"/>
      </dsp:txXfrm>
    </dsp:sp>
    <dsp:sp modelId="{2310C8F0-7D20-3A4D-A1E5-BE6D1E9F9C8D}">
      <dsp:nvSpPr>
        <dsp:cNvPr id="0" name=""/>
        <dsp:cNvSpPr/>
      </dsp:nvSpPr>
      <dsp:spPr>
        <a:xfrm>
          <a:off x="9623286" y="150378"/>
          <a:ext cx="4215915" cy="110951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Social Security Administration (SSA)</a:t>
          </a:r>
          <a:endParaRPr lang="en-US" sz="2400" b="1" kern="1200" dirty="0">
            <a:solidFill>
              <a:schemeClr val="bg1"/>
            </a:solidFill>
          </a:endParaRPr>
        </a:p>
      </dsp:txBody>
      <dsp:txXfrm>
        <a:off x="9623286" y="150378"/>
        <a:ext cx="4215915" cy="1109510"/>
      </dsp:txXfrm>
    </dsp:sp>
    <dsp:sp modelId="{B4D5550A-3E56-BB40-BC41-878C8EE62068}">
      <dsp:nvSpPr>
        <dsp:cNvPr id="0" name=""/>
        <dsp:cNvSpPr/>
      </dsp:nvSpPr>
      <dsp:spPr>
        <a:xfrm>
          <a:off x="9623286" y="1347760"/>
          <a:ext cx="4215915" cy="3241759"/>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The SSA uses asymmetric cryptography to </a:t>
          </a:r>
          <a:r>
            <a:rPr lang="en-US" sz="2000" b="1" i="0" kern="1200" dirty="0">
              <a:solidFill>
                <a:schemeClr val="accent1">
                  <a:lumMod val="75000"/>
                </a:schemeClr>
              </a:solidFill>
            </a:rPr>
            <a:t>secure online services, such as applications for benefits and account management</a:t>
          </a:r>
          <a:r>
            <a:rPr lang="en-US" sz="2000" b="0" i="0" kern="1200" dirty="0">
              <a:solidFill>
                <a:schemeClr val="tx1"/>
              </a:solidFill>
            </a:rPr>
            <a:t>. This technology ensures that personal information is protected from unauthorized access and fraud.</a:t>
          </a:r>
          <a:endParaRPr lang="en-US" sz="2000" kern="1200" dirty="0">
            <a:solidFill>
              <a:schemeClr val="tx1"/>
            </a:solidFill>
          </a:endParaRPr>
        </a:p>
      </dsp:txBody>
      <dsp:txXfrm>
        <a:off x="9623286" y="1347760"/>
        <a:ext cx="4215915" cy="3241759"/>
      </dsp:txXfrm>
    </dsp:sp>
    <dsp:sp modelId="{D5C1A42A-9ACB-D74F-8768-014CABE6FE0C}">
      <dsp:nvSpPr>
        <dsp:cNvPr id="0" name=""/>
        <dsp:cNvSpPr/>
      </dsp:nvSpPr>
      <dsp:spPr>
        <a:xfrm>
          <a:off x="14429430" y="150378"/>
          <a:ext cx="4215915" cy="110951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Centers for Medicare &amp; Medicaid Services (CMS)</a:t>
          </a:r>
          <a:endParaRPr lang="en-US" sz="2400" b="1" kern="1200" dirty="0">
            <a:solidFill>
              <a:schemeClr val="bg1"/>
            </a:solidFill>
          </a:endParaRPr>
        </a:p>
      </dsp:txBody>
      <dsp:txXfrm>
        <a:off x="14429430" y="150378"/>
        <a:ext cx="4215915" cy="1109510"/>
      </dsp:txXfrm>
    </dsp:sp>
    <dsp:sp modelId="{92F67885-E805-D941-9869-05EE1A64E556}">
      <dsp:nvSpPr>
        <dsp:cNvPr id="0" name=""/>
        <dsp:cNvSpPr/>
      </dsp:nvSpPr>
      <dsp:spPr>
        <a:xfrm>
          <a:off x="14429430" y="1347760"/>
          <a:ext cx="4215915" cy="3241759"/>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CMS employs asymmetric cryptography to </a:t>
          </a:r>
          <a:r>
            <a:rPr lang="en-US" sz="2000" b="1" i="0" kern="1200" dirty="0">
              <a:solidFill>
                <a:schemeClr val="accent1">
                  <a:lumMod val="75000"/>
                </a:schemeClr>
              </a:solidFill>
            </a:rPr>
            <a:t>secure sensitive health information and protect the privacy of Medicare and Medicaid beneficiaries</a:t>
          </a:r>
          <a:r>
            <a:rPr lang="en-US" sz="2000" b="0" i="0" kern="1200" dirty="0">
              <a:solidFill>
                <a:schemeClr val="tx1"/>
              </a:solidFill>
            </a:rPr>
            <a:t>. It ensures secure data exchanges between healthcare providers and government databases.</a:t>
          </a:r>
          <a:endParaRPr lang="en-US" sz="2000" kern="1200" dirty="0">
            <a:solidFill>
              <a:schemeClr val="tx1"/>
            </a:solidFill>
          </a:endParaRPr>
        </a:p>
      </dsp:txBody>
      <dsp:txXfrm>
        <a:off x="14429430" y="1347760"/>
        <a:ext cx="4215915" cy="3241759"/>
      </dsp:txXfrm>
    </dsp:sp>
    <dsp:sp modelId="{A7431681-0DE3-6D43-99F0-890B72DEB4AD}">
      <dsp:nvSpPr>
        <dsp:cNvPr id="0" name=""/>
        <dsp:cNvSpPr/>
      </dsp:nvSpPr>
      <dsp:spPr>
        <a:xfrm>
          <a:off x="19235574" y="150378"/>
          <a:ext cx="4215915" cy="110951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kern="1200" dirty="0">
              <a:solidFill>
                <a:schemeClr val="bg1"/>
              </a:solidFill>
            </a:rPr>
            <a:t>National Aeronautics and Space Admin. (NASA)</a:t>
          </a:r>
          <a:endParaRPr lang="en-US" sz="2400" b="1" kern="1200" dirty="0">
            <a:solidFill>
              <a:schemeClr val="bg1"/>
            </a:solidFill>
          </a:endParaRPr>
        </a:p>
      </dsp:txBody>
      <dsp:txXfrm>
        <a:off x="19235574" y="150378"/>
        <a:ext cx="4215915" cy="1109510"/>
      </dsp:txXfrm>
    </dsp:sp>
    <dsp:sp modelId="{C55C7DB9-B1D4-1948-9443-BEADFA2A8026}">
      <dsp:nvSpPr>
        <dsp:cNvPr id="0" name=""/>
        <dsp:cNvSpPr/>
      </dsp:nvSpPr>
      <dsp:spPr>
        <a:xfrm>
          <a:off x="19235574" y="1347760"/>
          <a:ext cx="4215915" cy="3241759"/>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tx1"/>
              </a:solidFill>
            </a:rPr>
            <a:t>NASA uses asymmetric cryptography to </a:t>
          </a:r>
          <a:r>
            <a:rPr lang="en-US" sz="2000" b="1" i="0" kern="1200" dirty="0">
              <a:solidFill>
                <a:schemeClr val="accent1">
                  <a:lumMod val="75000"/>
                </a:schemeClr>
              </a:solidFill>
            </a:rPr>
            <a:t>protect sensitive data transmitted between Earth and its space missions, including satellite communications and rover data transfers</a:t>
          </a:r>
          <a:r>
            <a:rPr lang="en-US" sz="2000" b="0" i="0" kern="1200" dirty="0">
              <a:solidFill>
                <a:schemeClr val="tx1"/>
              </a:solidFill>
            </a:rPr>
            <a:t>. It safeguards mission-critical information from cyber threats and unauthorized access.</a:t>
          </a:r>
          <a:endParaRPr lang="en-US" sz="2000" kern="1200" dirty="0">
            <a:solidFill>
              <a:schemeClr val="tx1"/>
            </a:solidFill>
          </a:endParaRPr>
        </a:p>
      </dsp:txBody>
      <dsp:txXfrm>
        <a:off x="19235574" y="1347760"/>
        <a:ext cx="4215915" cy="324175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F70FAC6-25C7-914C-9F76-5BBA6A653448}"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a:t>
            </a:fld>
            <a:endParaRPr kumimoji="0" lang="en-US" sz="12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21665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8EB8D-B10B-D592-6614-96AB18A6C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402960-BFA8-2061-E6E3-9A0843C1FE32}"/>
              </a:ext>
            </a:extLst>
          </p:cNvPr>
          <p:cNvSpPr>
            <a:spLocks noGrp="1" noRot="1" noChangeAspect="1"/>
          </p:cNvSpPr>
          <p:nvPr>
            <p:ph type="sldImg"/>
          </p:nvPr>
        </p:nvSpPr>
        <p:spPr>
          <a:xfrm>
            <a:off x="-3784600" y="406400"/>
            <a:ext cx="11412538" cy="6419850"/>
          </a:xfrm>
        </p:spPr>
        <p:txBody>
          <a:bodyPr/>
          <a:lstStyle/>
          <a:p>
            <a:endParaRPr lang="en-US"/>
          </a:p>
        </p:txBody>
      </p:sp>
      <p:sp>
        <p:nvSpPr>
          <p:cNvPr id="3" name="Notes Placeholder 2">
            <a:extLst>
              <a:ext uri="{FF2B5EF4-FFF2-40B4-BE49-F238E27FC236}">
                <a16:creationId xmlns:a16="http://schemas.microsoft.com/office/drawing/2014/main" id="{38A1C747-BF80-9BF2-3492-EE8851FA877F}"/>
              </a:ext>
            </a:extLst>
          </p:cNvPr>
          <p:cNvSpPr>
            <a:spLocks noGrp="1"/>
          </p:cNvSpPr>
          <p:nvPr>
            <p:ph type="body" idx="1"/>
          </p:nvPr>
        </p:nvSpPr>
        <p:spPr/>
        <p:txBody>
          <a:bodyPr/>
          <a:lstStyle/>
          <a:p>
            <a:pPr marL="285750" marR="0" lvl="0" indent="-285750" algn="l" rtl="0">
              <a:lnSpc>
                <a:spcPct val="110000"/>
              </a:lnSpc>
              <a:spcBef>
                <a:spcPts val="0"/>
              </a:spcBef>
              <a:spcAft>
                <a:spcPts val="0"/>
              </a:spcAft>
              <a:buClr>
                <a:schemeClr val="lt1"/>
              </a:buClr>
              <a:buSzPts val="1600"/>
              <a:buFont typeface="Arial"/>
              <a:buChar char="•"/>
            </a:pPr>
            <a:endParaRPr lang="en-US" dirty="0"/>
          </a:p>
        </p:txBody>
      </p:sp>
      <p:sp>
        <p:nvSpPr>
          <p:cNvPr id="4" name="Slide Number Placeholder 3">
            <a:extLst>
              <a:ext uri="{FF2B5EF4-FFF2-40B4-BE49-F238E27FC236}">
                <a16:creationId xmlns:a16="http://schemas.microsoft.com/office/drawing/2014/main" id="{5DCF6A41-F882-707D-A307-6775EC5D0CE5}"/>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cs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cs typeface="IBM Plex Sans Light" panose="020B0503050203000203" pitchFamily="34" charset="0"/>
            </a:endParaRPr>
          </a:p>
        </p:txBody>
      </p:sp>
      <p:sp>
        <p:nvSpPr>
          <p:cNvPr id="5" name="Footer Placeholder 4">
            <a:extLst>
              <a:ext uri="{FF2B5EF4-FFF2-40B4-BE49-F238E27FC236}">
                <a16:creationId xmlns:a16="http://schemas.microsoft.com/office/drawing/2014/main" id="{749CC0E1-C9B0-FECC-D668-205335415B29}"/>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cs typeface="IBM Plex Sans Light" panose="020B0503050203000203" pitchFamily="34" charset="0"/>
              </a:rPr>
              <a:t>Footer</a:t>
            </a:r>
          </a:p>
        </p:txBody>
      </p:sp>
    </p:spTree>
    <p:extLst>
      <p:ext uri="{BB962C8B-B14F-4D97-AF65-F5344CB8AC3E}">
        <p14:creationId xmlns:p14="http://schemas.microsoft.com/office/powerpoint/2010/main" val="4256410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1" dirty="0">
                <a:effectLst/>
              </a:rPr>
              <a:t>1</a:t>
            </a:r>
            <a:r>
              <a:rPr lang="en-US" sz="1600" b="1" baseline="30000" dirty="0">
                <a:effectLst/>
              </a:rPr>
              <a:t>st</a:t>
            </a:r>
            <a:r>
              <a:rPr lang="en-US" sz="1600" b="1" dirty="0">
                <a:effectLst/>
              </a:rPr>
              <a:t> line: </a:t>
            </a:r>
            <a:r>
              <a:rPr lang="en-US" sz="1600" dirty="0">
                <a:effectLst/>
              </a:rPr>
              <a:t>Digital interactions based on TRUST + security</a:t>
            </a:r>
            <a:br>
              <a:rPr lang="en-US" sz="1600" dirty="0">
                <a:effectLst/>
              </a:rPr>
            </a:br>
            <a:br>
              <a:rPr lang="en-US" sz="1600" dirty="0">
                <a:effectLst/>
              </a:rPr>
            </a:br>
            <a:r>
              <a:rPr lang="en-US" sz="1600" b="1" dirty="0">
                <a:effectLst/>
              </a:rPr>
              <a:t>2</a:t>
            </a:r>
            <a:r>
              <a:rPr lang="en-US" sz="1600" b="1" baseline="30000" dirty="0">
                <a:effectLst/>
              </a:rPr>
              <a:t>nd</a:t>
            </a:r>
            <a:r>
              <a:rPr lang="en-US" sz="1600" b="1" dirty="0">
                <a:effectLst/>
              </a:rPr>
              <a:t> line: </a:t>
            </a:r>
            <a:r>
              <a:rPr lang="en-US" sz="1600" dirty="0">
                <a:effectLst/>
              </a:rPr>
              <a:t>Cryptography – ultimate line of defense</a:t>
            </a:r>
            <a:br>
              <a:rPr lang="en-US" sz="1600" dirty="0">
                <a:effectLst/>
              </a:rPr>
            </a:br>
            <a:br>
              <a:rPr lang="en-US" sz="1600" dirty="0">
                <a:effectLst/>
              </a:rPr>
            </a:br>
            <a:r>
              <a:rPr lang="en-US" sz="1600" dirty="0">
                <a:effectLst/>
              </a:rPr>
              <a:t>Safeguarding enterprises through cryptography in PQW = QS</a:t>
            </a:r>
            <a:br>
              <a:rPr lang="en-US" sz="1600" dirty="0">
                <a:effectLst/>
              </a:rPr>
            </a:br>
            <a:endParaRPr lang="en-US" sz="1600" dirty="0">
              <a:effectLst/>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i="1" dirty="0">
                <a:effectLst/>
              </a:rPr>
              <a:t>[Click to build]</a:t>
            </a:r>
            <a:r>
              <a:rPr lang="en-US" sz="1600" b="1" dirty="0">
                <a:effectLst/>
              </a:rPr>
              <a:t> Middle row: </a:t>
            </a:r>
            <a:r>
              <a:rPr lang="en-US" sz="1600" dirty="0">
                <a:effectLst/>
              </a:rPr>
              <a:t>Prime factorization, 2048-bit composite integers = 616 digits long, Shor’s algorithm</a:t>
            </a:r>
            <a:br>
              <a:rPr lang="en-US" sz="1600" dirty="0">
                <a:effectLst/>
              </a:rPr>
            </a:br>
            <a:endParaRPr lang="en-US" sz="1600" dirty="0">
              <a:effectLst/>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i="1" dirty="0">
                <a:effectLst/>
              </a:rPr>
              <a:t>[Click to build]</a:t>
            </a:r>
            <a:r>
              <a:rPr lang="en-US" sz="1600" b="1" dirty="0">
                <a:effectLst/>
              </a:rPr>
              <a:t> Bottom: </a:t>
            </a:r>
            <a:r>
              <a:rPr lang="en-US" sz="1600" dirty="0">
                <a:effectLst/>
              </a:rPr>
              <a:t>Impacts: public key encryption, digital signatures, key exchange algorithms</a:t>
            </a:r>
            <a:br>
              <a:rPr lang="en-US" sz="1600" dirty="0">
                <a:effectLst/>
              </a:rPr>
            </a:br>
            <a:endParaRPr lang="en-US" sz="1600" dirty="0">
              <a:effectLst/>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dirty="0">
                <a:effectLst/>
              </a:rPr>
              <a:t>I.e.: RSA – DSA – ECC – ECDSA – DH</a:t>
            </a: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3</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3577560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Defense, Security, Law Enforcement departments and agencies </a:t>
            </a:r>
          </a:p>
          <a:p>
            <a:pPr marL="171450" indent="-171450">
              <a:buFontTx/>
              <a:buChar char="-"/>
            </a:pPr>
            <a:r>
              <a:rPr lang="en-US" dirty="0"/>
              <a:t>Securing communications channels</a:t>
            </a:r>
          </a:p>
          <a:p>
            <a:pPr marL="171450" indent="-171450">
              <a:buFontTx/>
              <a:buChar char="-"/>
            </a:pPr>
            <a:r>
              <a:rPr lang="en-US" dirty="0"/>
              <a:t>Protecting sensitive and classified information</a:t>
            </a:r>
          </a:p>
          <a:p>
            <a:pPr marL="171450" indent="-171450">
              <a:buFontTx/>
              <a:buChar char="-"/>
            </a:pPr>
            <a:endParaRPr lang="en-US" dirty="0"/>
          </a:p>
          <a:p>
            <a:pPr marL="0" indent="0">
              <a:buFontTx/>
              <a:buNone/>
            </a:pPr>
            <a:r>
              <a:rPr lang="en-US" dirty="0"/>
              <a:t>Citizen facing services – IRS, USPS, SSA, CMS</a:t>
            </a:r>
          </a:p>
          <a:p>
            <a:pPr marL="171450" indent="-171450">
              <a:buFontTx/>
              <a:buChar char="-"/>
            </a:pPr>
            <a:r>
              <a:rPr lang="en-US" dirty="0"/>
              <a:t>Securing citizen digital services</a:t>
            </a:r>
          </a:p>
          <a:p>
            <a:pPr marL="171450" indent="-171450">
              <a:buFontTx/>
              <a:buChar char="-"/>
            </a:pPr>
            <a:r>
              <a:rPr lang="en-US" dirty="0"/>
              <a:t>Securing sensitive, PII information, privacy</a:t>
            </a:r>
          </a:p>
          <a:p>
            <a:pPr marL="171450" indent="-171450">
              <a:buFontTx/>
              <a:buChar char="-"/>
            </a:pPr>
            <a:r>
              <a:rPr lang="en-US" dirty="0"/>
              <a:t>Securing information exchanges</a:t>
            </a:r>
          </a:p>
          <a:p>
            <a:pPr marL="171450" indent="-171450">
              <a:buFontTx/>
              <a:buChar char="-"/>
            </a:pPr>
            <a:endParaRPr lang="en-US" dirty="0"/>
          </a:p>
          <a:p>
            <a:pPr marL="0" indent="0">
              <a:buFontTx/>
              <a:buNone/>
            </a:pPr>
            <a:r>
              <a:rPr lang="en-US" dirty="0"/>
              <a:t>Diplomatic communications and </a:t>
            </a:r>
          </a:p>
          <a:p>
            <a:pPr marL="0" indent="0">
              <a:buFontTx/>
              <a:buNone/>
            </a:pPr>
            <a:r>
              <a:rPr lang="en-US" dirty="0"/>
              <a:t>sensitive information between embassies and central offices</a:t>
            </a:r>
          </a:p>
          <a:p>
            <a:pPr marL="0" indent="0">
              <a:buFontTx/>
              <a:buNone/>
            </a:pPr>
            <a:endParaRPr lang="en-US" dirty="0"/>
          </a:p>
          <a:p>
            <a:pPr marL="0" indent="0">
              <a:buFontTx/>
              <a:buNone/>
            </a:pPr>
            <a:r>
              <a:rPr lang="en-US" dirty="0"/>
              <a:t>And NASA, protecting sensitive data communications</a:t>
            </a:r>
          </a:p>
          <a:p>
            <a:pPr marL="0" indent="0">
              <a:buFontTx/>
              <a:buNone/>
            </a:pPr>
            <a:r>
              <a:rPr lang="en-US" dirty="0"/>
              <a:t>between Earth and space missions.</a:t>
            </a:r>
          </a:p>
          <a:p>
            <a:pPr marL="0" indent="0">
              <a:buFontTx/>
              <a:buNone/>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4</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1077813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5</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4039823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F70FAC6-25C7-914C-9F76-5BBA6A653448}"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6</a:t>
            </a:fld>
            <a:endParaRPr kumimoji="0" lang="en-US" sz="12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4099168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DDB47-65DA-6260-6B6E-F2ADB2C08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D15E6-1409-D3C0-A56B-80693BAB0F60}"/>
              </a:ext>
            </a:extLst>
          </p:cNvPr>
          <p:cNvSpPr>
            <a:spLocks noGrp="1" noRot="1" noChangeAspect="1"/>
          </p:cNvSpPr>
          <p:nvPr>
            <p:ph type="sldImg"/>
          </p:nvPr>
        </p:nvSpPr>
        <p:spPr>
          <a:xfrm>
            <a:off x="-3784600" y="406400"/>
            <a:ext cx="11412538" cy="6419850"/>
          </a:xfrm>
        </p:spPr>
        <p:txBody>
          <a:bodyPr/>
          <a:lstStyle/>
          <a:p>
            <a:endParaRPr lang="en-US" dirty="0"/>
          </a:p>
        </p:txBody>
      </p:sp>
      <p:sp>
        <p:nvSpPr>
          <p:cNvPr id="3" name="Notes Placeholder 2">
            <a:extLst>
              <a:ext uri="{FF2B5EF4-FFF2-40B4-BE49-F238E27FC236}">
                <a16:creationId xmlns:a16="http://schemas.microsoft.com/office/drawing/2014/main" id="{D2FB8998-2C26-DF60-450F-0DEAB15A12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2DFACD-F1C4-955E-65C2-AE216CB8DFA4}"/>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7</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DE36C0FB-6441-5899-EFB9-6838C9914CFF}"/>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1069132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30DAE-B037-B68F-175E-ED0810FA6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E030A-29A5-9E43-D437-440E59DADE81}"/>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7740F56-1D40-53C6-2376-3A1701E3CD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F67A02-E911-FB6D-4E1A-04D1A1D68BF2}"/>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6E2E38B8-B0B4-AD41-AC6E-B781F46A9FD3}"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8</a:t>
            </a:fld>
            <a:endParaRPr kumimoji="0" lang="en-US" sz="1200" b="0" i="0" u="none" strike="noStrike" kern="0" cap="none" spc="0" normalizeH="0" baseline="0" noProof="0" dirty="0">
              <a:ln>
                <a:noFill/>
              </a:ln>
              <a:solidFill>
                <a:sysClr val="windowText" lastClr="000000"/>
              </a:solidFill>
              <a:effectLst/>
              <a:uLnTx/>
              <a:uFillTx/>
            </a:endParaRPr>
          </a:p>
        </p:txBody>
      </p:sp>
      <p:sp>
        <p:nvSpPr>
          <p:cNvPr id="5" name="Footer Placeholder 4">
            <a:extLst>
              <a:ext uri="{FF2B5EF4-FFF2-40B4-BE49-F238E27FC236}">
                <a16:creationId xmlns:a16="http://schemas.microsoft.com/office/drawing/2014/main" id="{E5B06871-C976-3A3E-60F9-A64DD9958B06}"/>
              </a:ext>
            </a:extLst>
          </p:cNvPr>
          <p:cNvSpPr>
            <a:spLocks noGrp="1"/>
          </p:cNvSpPr>
          <p:nvPr>
            <p:ph type="ftr" sz="quarter" idx="4"/>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rPr>
              <a:t>Footer</a:t>
            </a:r>
          </a:p>
        </p:txBody>
      </p:sp>
    </p:spTree>
    <p:extLst>
      <p:ext uri="{BB962C8B-B14F-4D97-AF65-F5344CB8AC3E}">
        <p14:creationId xmlns:p14="http://schemas.microsoft.com/office/powerpoint/2010/main" val="549524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CE80-3460-4D36-3C16-20BEEF631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9E250D-0046-E077-E948-61CFCC12E0AA}"/>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B24C5A23-8D66-10FC-4F6B-8F41AF8AE7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35C589-92CD-BB18-410E-46C1834DA5BC}"/>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6E2E38B8-B0B4-AD41-AC6E-B781F46A9FD3}"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9</a:t>
            </a:fld>
            <a:endParaRPr kumimoji="0" lang="en-US" sz="1200" b="0" i="0" u="none" strike="noStrike" kern="0" cap="none" spc="0" normalizeH="0" baseline="0" noProof="0" dirty="0">
              <a:ln>
                <a:noFill/>
              </a:ln>
              <a:solidFill>
                <a:sysClr val="windowText" lastClr="000000"/>
              </a:solidFill>
              <a:effectLst/>
              <a:uLnTx/>
              <a:uFillTx/>
            </a:endParaRPr>
          </a:p>
        </p:txBody>
      </p:sp>
      <p:sp>
        <p:nvSpPr>
          <p:cNvPr id="5" name="Footer Placeholder 4">
            <a:extLst>
              <a:ext uri="{FF2B5EF4-FFF2-40B4-BE49-F238E27FC236}">
                <a16:creationId xmlns:a16="http://schemas.microsoft.com/office/drawing/2014/main" id="{8B570F16-7EFA-E06D-0692-DCEA684DDB03}"/>
              </a:ext>
            </a:extLst>
          </p:cNvPr>
          <p:cNvSpPr>
            <a:spLocks noGrp="1"/>
          </p:cNvSpPr>
          <p:nvPr>
            <p:ph type="ftr" sz="quarter" idx="4"/>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rPr>
              <a:t>Footer</a:t>
            </a:r>
          </a:p>
        </p:txBody>
      </p:sp>
    </p:spTree>
    <p:extLst>
      <p:ext uri="{BB962C8B-B14F-4D97-AF65-F5344CB8AC3E}">
        <p14:creationId xmlns:p14="http://schemas.microsoft.com/office/powerpoint/2010/main" val="989896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ABBB1F-A76C-CC4B-9129-745E08B4696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70895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IBM web page:</a:t>
            </a:r>
          </a:p>
          <a:p>
            <a:endParaRPr lang="en-US" dirty="0"/>
          </a:p>
          <a:p>
            <a:r>
              <a:rPr lang="en-US" sz="1200" b="0" i="0" kern="1200" dirty="0">
                <a:solidFill>
                  <a:schemeClr val="bg1"/>
                </a:solidFill>
                <a:effectLst/>
                <a:latin typeface="IBM Plex Sans Light" panose="020B0503050203000203" pitchFamily="34" charset="0"/>
                <a:ea typeface="+mn-ea"/>
                <a:cs typeface="+mn-cs"/>
              </a:rPr>
              <a:t>Fully homomorphic encryption (FHE) is an innovative technology that can help you achieve zero trust by unlocking the value of data on untrusted domains without needing to decrypt it.</a:t>
            </a:r>
          </a:p>
          <a:p>
            <a:endParaRPr lang="en-US" sz="1200" b="0" i="0" kern="1200" dirty="0">
              <a:solidFill>
                <a:schemeClr val="bg1"/>
              </a:solidFill>
              <a:effectLst/>
              <a:latin typeface="IBM Plex Sans Light" panose="020B0503050203000203" pitchFamily="34" charset="0"/>
              <a:ea typeface="+mn-ea"/>
              <a:cs typeface="+mn-cs"/>
            </a:endParaRPr>
          </a:p>
          <a:p>
            <a:endParaRPr lang="en-US" sz="1200" b="0" i="0" kern="1200" dirty="0">
              <a:solidFill>
                <a:schemeClr val="bg1"/>
              </a:solidFill>
              <a:effectLst/>
              <a:latin typeface="IBM Plex Sans Light" panose="020B0503050203000203" pitchFamily="34" charset="0"/>
              <a:ea typeface="+mn-ea"/>
              <a:cs typeface="+mn-cs"/>
            </a:endParaRPr>
          </a:p>
          <a:p>
            <a:pPr fontAlgn="base"/>
            <a:r>
              <a:rPr lang="en-US" sz="1200" b="0" i="0" kern="1200" dirty="0">
                <a:solidFill>
                  <a:schemeClr val="bg1"/>
                </a:solidFill>
                <a:effectLst/>
                <a:latin typeface="IBM Plex Sans Light" panose="020B0503050203000203" pitchFamily="34" charset="0"/>
                <a:ea typeface="+mn-ea"/>
                <a:cs typeface="+mn-cs"/>
              </a:rPr>
              <a:t>While encryption provides protection, the sensitive data typically must first be decrypted to access it for computing and business-critical operations.</a:t>
            </a:r>
            <a:br>
              <a:rPr lang="en-US" sz="1200" b="0" i="0" kern="1200" dirty="0">
                <a:solidFill>
                  <a:schemeClr val="bg1"/>
                </a:solidFill>
                <a:effectLst/>
                <a:latin typeface="IBM Plex Sans Light" panose="020B0503050203000203" pitchFamily="34" charset="0"/>
                <a:ea typeface="+mn-ea"/>
                <a:cs typeface="+mn-cs"/>
              </a:rPr>
            </a:br>
            <a:br>
              <a:rPr lang="en-US" sz="1200" b="0" i="0" kern="1200" dirty="0">
                <a:solidFill>
                  <a:schemeClr val="bg1"/>
                </a:solidFill>
                <a:effectLst/>
                <a:latin typeface="IBM Plex Sans Light" panose="020B0503050203000203" pitchFamily="34" charset="0"/>
                <a:ea typeface="+mn-ea"/>
                <a:cs typeface="+mn-cs"/>
              </a:rPr>
            </a:br>
            <a:r>
              <a:rPr lang="en-US" sz="1200" b="0" i="0" kern="1200" dirty="0">
                <a:solidFill>
                  <a:schemeClr val="bg1"/>
                </a:solidFill>
                <a:effectLst/>
                <a:latin typeface="IBM Plex Sans Light" panose="020B0503050203000203" pitchFamily="34" charset="0"/>
                <a:ea typeface="+mn-ea"/>
                <a:cs typeface="+mn-cs"/>
              </a:rPr>
              <a:t>This opens the door to potential compromise of privacy and confidentiality controls. Until now, those vulnerabilities have been the cost of doing business in the cloud and with third parties.</a:t>
            </a:r>
          </a:p>
          <a:p>
            <a:pPr fontAlgn="base"/>
            <a:r>
              <a:rPr lang="en-US" sz="1200" b="0" i="0" kern="1200" dirty="0">
                <a:solidFill>
                  <a:schemeClr val="bg1"/>
                </a:solidFill>
                <a:effectLst/>
                <a:latin typeface="IBM Plex Sans Light" panose="020B0503050203000203" pitchFamily="34" charset="0"/>
                <a:ea typeface="+mn-ea"/>
                <a:cs typeface="+mn-cs"/>
              </a:rPr>
              <a:t>With fully homomorphic encryption, you can better enforce zero trust because the data is always encrypted and can be shared, even on untrusted domains in the cloud, while remaining unreadable by those doing the computation.</a:t>
            </a:r>
            <a:br>
              <a:rPr lang="en-US" sz="1200" b="0" i="0" kern="1200" dirty="0">
                <a:solidFill>
                  <a:schemeClr val="bg1"/>
                </a:solidFill>
                <a:effectLst/>
                <a:latin typeface="IBM Plex Sans Light" panose="020B0503050203000203" pitchFamily="34" charset="0"/>
                <a:ea typeface="+mn-ea"/>
                <a:cs typeface="+mn-cs"/>
              </a:rPr>
            </a:br>
            <a:br>
              <a:rPr lang="en-US" sz="1200" b="0" i="0" kern="1200" dirty="0">
                <a:solidFill>
                  <a:schemeClr val="bg1"/>
                </a:solidFill>
                <a:effectLst/>
                <a:latin typeface="IBM Plex Sans Light" panose="020B0503050203000203" pitchFamily="34" charset="0"/>
                <a:ea typeface="+mn-ea"/>
                <a:cs typeface="+mn-cs"/>
              </a:rPr>
            </a:br>
            <a:r>
              <a:rPr lang="en-US" sz="1200" b="0" i="0" kern="1200" dirty="0">
                <a:solidFill>
                  <a:schemeClr val="bg1"/>
                </a:solidFill>
                <a:effectLst/>
                <a:latin typeface="IBM Plex Sans Light" panose="020B0503050203000203" pitchFamily="34" charset="0"/>
                <a:ea typeface="+mn-ea"/>
                <a:cs typeface="+mn-cs"/>
              </a:rPr>
              <a:t>In short, one can now do high-value analytics and data processing, by internal or external parties, without requiring that data to be exposed.</a:t>
            </a:r>
          </a:p>
          <a:p>
            <a:endParaRPr lang="en-US" sz="1200" b="0" i="0" kern="1200" dirty="0">
              <a:solidFill>
                <a:schemeClr val="bg1"/>
              </a:solidFill>
              <a:effectLst/>
              <a:latin typeface="IBM Plex Sans Light" panose="020B0503050203000203" pitchFamily="34" charset="0"/>
              <a:ea typeface="+mn-ea"/>
              <a:cs typeface="+mn-cs"/>
            </a:endParaRPr>
          </a:p>
          <a:p>
            <a:endParaRPr lang="en-US" sz="1200" b="0" i="0" kern="1200" dirty="0">
              <a:solidFill>
                <a:schemeClr val="bg1"/>
              </a:solidFill>
              <a:effectLst/>
              <a:latin typeface="IBM Plex Sans Light" panose="020B0503050203000203" pitchFamily="34" charset="0"/>
              <a:ea typeface="+mn-ea"/>
              <a:cs typeface="+mn-cs"/>
            </a:endParaRPr>
          </a:p>
          <a:p>
            <a:r>
              <a:rPr lang="en-US" sz="1200" b="0" i="0" kern="1200" dirty="0">
                <a:solidFill>
                  <a:schemeClr val="bg1"/>
                </a:solidFill>
                <a:effectLst/>
                <a:latin typeface="IBM Plex Sans Light" panose="020B0503050203000203" pitchFamily="34" charset="0"/>
                <a:ea typeface="+mn-ea"/>
                <a:cs typeface="+mn-cs"/>
              </a:rPr>
              <a:t>Google search</a:t>
            </a:r>
          </a:p>
          <a:p>
            <a:endParaRPr lang="en-US" sz="1200"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u="none" strike="noStrike" kern="1200" dirty="0">
                <a:solidFill>
                  <a:schemeClr val="bg1"/>
                </a:solidFill>
                <a:effectLst/>
                <a:latin typeface="IBM Plex Sans Light" panose="020B0503050203000203" pitchFamily="34" charset="0"/>
                <a:ea typeface="+mn-ea"/>
                <a:cs typeface="+mn-cs"/>
              </a:rPr>
              <a:t>Fully Homomorphic Encryption (</a:t>
            </a:r>
            <a:r>
              <a:rPr lang="en-US" b="0" dirty="0"/>
              <a:t>es the exact result of the same computation performed on raw, unencrypted </a:t>
            </a:r>
            <a:r>
              <a:rPr lang="en-US" b="0" dirty="0" err="1"/>
              <a:t>plaintext</a:t>
            </a:r>
            <a:r>
              <a:rPr lang="en-US" sz="1200" b="0" i="0" u="none" strike="noStrike" kern="1200" dirty="0" err="1">
                <a:solidFill>
                  <a:schemeClr val="bg1"/>
                </a:solidFill>
                <a:effectLst/>
                <a:latin typeface="IBM Plex Sans Light" panose="020B0503050203000203" pitchFamily="34" charset="0"/>
                <a:ea typeface="+mn-ea"/>
                <a:cs typeface="+mn-cs"/>
              </a:rPr>
              <a:t>FHE</a:t>
            </a:r>
            <a:r>
              <a:rPr lang="en-US" sz="1200" b="0" i="0" u="none" strike="noStrike" kern="1200" dirty="0">
                <a:solidFill>
                  <a:schemeClr val="bg1"/>
                </a:solidFill>
                <a:effectLst/>
                <a:latin typeface="IBM Plex Sans Light" panose="020B0503050203000203" pitchFamily="34" charset="0"/>
                <a:ea typeface="+mn-ea"/>
                <a:cs typeface="+mn-cs"/>
              </a:rPr>
              <a:t>)</a:t>
            </a:r>
            <a:r>
              <a:rPr lang="en-US" b="0" dirty="0"/>
              <a:t> is a powerful form of encryption that allows algorithms to perform computations directly on encrypted data without ever decrypting it. The resulting encrypted output match.</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b="0" dirty="0"/>
          </a:p>
          <a:p>
            <a:pPr marL="0" marR="0" lvl="0" indent="0" algn="l" defTabSz="2438522" rtl="0" eaLnBrk="1" fontAlgn="auto" latinLnBrk="0" hangingPunct="1">
              <a:lnSpc>
                <a:spcPct val="110000"/>
              </a:lnSpc>
              <a:spcBef>
                <a:spcPts val="0"/>
              </a:spcBef>
              <a:spcAft>
                <a:spcPts val="0"/>
              </a:spcAft>
              <a:buClrTx/>
              <a:buSzTx/>
              <a:buFontTx/>
              <a:buNone/>
              <a:tabLst/>
              <a:defRPr/>
            </a:pPr>
            <a:endParaRPr lang="en-US" b="0" dirty="0"/>
          </a:p>
          <a:p>
            <a:endParaRPr lang="en-US" sz="1200" b="0" i="0" kern="1200" dirty="0">
              <a:solidFill>
                <a:schemeClr val="bg1"/>
              </a:solidFill>
              <a:effectLst/>
              <a:latin typeface="IBM Plex Sans Light" panose="020B0503050203000203" pitchFamily="34" charset="0"/>
              <a:ea typeface="+mn-ea"/>
              <a:cs typeface="+mn-cs"/>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12</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056567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13</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487606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BD002-FF23-6B0A-4E8A-C93B79ED4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10FCCA-CDA3-1D75-52DE-8D9F18995F58}"/>
              </a:ext>
            </a:extLst>
          </p:cNvPr>
          <p:cNvSpPr>
            <a:spLocks noGrp="1" noRot="1" noChangeAspect="1"/>
          </p:cNvSpPr>
          <p:nvPr>
            <p:ph type="sldImg"/>
          </p:nvPr>
        </p:nvSpPr>
        <p:spPr>
          <a:xfrm>
            <a:off x="-960438" y="420688"/>
            <a:ext cx="5778501" cy="3251200"/>
          </a:xfrm>
        </p:spPr>
        <p:txBody>
          <a:bodyPr/>
          <a:lstStyle/>
          <a:p>
            <a:endParaRPr lang="en-US" dirty="0"/>
          </a:p>
        </p:txBody>
      </p:sp>
      <p:sp>
        <p:nvSpPr>
          <p:cNvPr id="3" name="Notes Placeholder 2">
            <a:extLst>
              <a:ext uri="{FF2B5EF4-FFF2-40B4-BE49-F238E27FC236}">
                <a16:creationId xmlns:a16="http://schemas.microsoft.com/office/drawing/2014/main" id="{598C4547-6AC8-CDB6-D05D-02E09E7F17EB}"/>
              </a:ext>
            </a:extLst>
          </p:cNvPr>
          <p:cNvSpPr>
            <a:spLocks noGrp="1"/>
          </p:cNvSpPr>
          <p:nvPr>
            <p:ph type="body" idx="1"/>
          </p:nvPr>
        </p:nvSpPr>
        <p:spPr/>
        <p:txBody>
          <a:bodyPr/>
          <a:lstStyle/>
          <a:p>
            <a:pPr marL="0" indent="0" algn="l">
              <a:buFont typeface="Arial" panose="020B0604020202020204" pitchFamily="34" charset="0"/>
              <a:buNone/>
            </a:pPr>
            <a:endParaRPr lang="en-US" sz="1000" b="0" i="0" dirty="0">
              <a:latin typeface="IBM Plex Sans" panose="020B0503050203000203" pitchFamily="34" charset="0"/>
              <a:ea typeface="IBM Plex Sans" charset="0"/>
              <a:cs typeface="IBM Plex Sans" charset="0"/>
            </a:endParaRPr>
          </a:p>
        </p:txBody>
      </p:sp>
      <p:sp>
        <p:nvSpPr>
          <p:cNvPr id="4" name="Slide Number Placeholder 3">
            <a:extLst>
              <a:ext uri="{FF2B5EF4-FFF2-40B4-BE49-F238E27FC236}">
                <a16:creationId xmlns:a16="http://schemas.microsoft.com/office/drawing/2014/main" id="{108490A6-CBC2-24A1-675B-BF35E6FD3EFD}"/>
              </a:ext>
            </a:extLst>
          </p:cNvPr>
          <p:cNvSpPr>
            <a:spLocks noGrp="1"/>
          </p:cNvSpPr>
          <p:nvPr>
            <p:ph type="sldNum" sz="quarter" idx="5"/>
          </p:nvPr>
        </p:nvSpPr>
        <p:spPr/>
        <p:txBody>
          <a:bodyPr/>
          <a:lstStyle/>
          <a:p>
            <a:pPr marL="0" marR="0" lvl="0" indent="0" algn="l" defTabSz="685983"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a:rPr>
              <a:pPr marL="0" marR="0" lvl="0" indent="0" algn="l" defTabSz="685983" rtl="0" eaLnBrk="1" fontAlgn="auto" latinLnBrk="0" hangingPunct="1">
                <a:lnSpc>
                  <a:spcPct val="100000"/>
                </a:lnSpc>
                <a:spcBef>
                  <a:spcPts val="0"/>
                </a:spcBef>
                <a:spcAft>
                  <a:spcPts val="0"/>
                </a:spcAft>
                <a:buClrTx/>
                <a:buSzTx/>
                <a:buFontTx/>
                <a:buNone/>
                <a:tabLst/>
                <a:defRPr/>
              </a:pPr>
              <a:t>14</a:t>
            </a:fld>
            <a:endParaRPr kumimoji="0" lang="en-US" sz="600" b="0" i="0" u="none" strike="noStrike" kern="1200" cap="none" spc="0" normalizeH="0" baseline="0" noProof="0" dirty="0">
              <a:ln>
                <a:noFill/>
              </a:ln>
              <a:solidFill>
                <a:srgbClr val="000000"/>
              </a:solidFill>
              <a:effectLst/>
              <a:uLnTx/>
              <a:uFillTx/>
              <a:latin typeface="IBM Plex Sans Light"/>
            </a:endParaRPr>
          </a:p>
        </p:txBody>
      </p:sp>
      <p:sp>
        <p:nvSpPr>
          <p:cNvPr id="5" name="Footer Placeholder 4">
            <a:extLst>
              <a:ext uri="{FF2B5EF4-FFF2-40B4-BE49-F238E27FC236}">
                <a16:creationId xmlns:a16="http://schemas.microsoft.com/office/drawing/2014/main" id="{5E3D8E41-5F7B-A3AA-23CD-FEDC8537473A}"/>
              </a:ext>
            </a:extLst>
          </p:cNvPr>
          <p:cNvSpPr>
            <a:spLocks noGrp="1"/>
          </p:cNvSpPr>
          <p:nvPr>
            <p:ph type="ftr" sz="quarter" idx="4"/>
          </p:nvPr>
        </p:nvSpPr>
        <p:spPr/>
        <p:txBody>
          <a:bodyPr/>
          <a:lstStyle/>
          <a:p>
            <a:pPr marL="0" marR="0" lvl="0" indent="0" algn="l" defTabSz="685983"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a:ea typeface="+mn-ea"/>
                <a:cs typeface="+mn-cs"/>
              </a:rPr>
              <a:t>IBM Security / © 2021 IBM Corporation</a:t>
            </a:r>
          </a:p>
        </p:txBody>
      </p:sp>
    </p:spTree>
    <p:extLst>
      <p:ext uri="{BB962C8B-B14F-4D97-AF65-F5344CB8AC3E}">
        <p14:creationId xmlns:p14="http://schemas.microsoft.com/office/powerpoint/2010/main" val="2056029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txBody>
          <a:bodyPr/>
          <a:lstStyle/>
          <a:p>
            <a:endParaRPr lang="en-US" dirty="0"/>
          </a:p>
        </p:txBody>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15</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336893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84600" y="406400"/>
            <a:ext cx="11412538" cy="6419850"/>
          </a:xfrm>
        </p:spPr>
        <p:txBody>
          <a:bodyPr/>
          <a:lstStyle/>
          <a:p>
            <a:endParaRPr lang="en-US" dirty="0"/>
          </a:p>
        </p:txBody>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BR"/>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6E2E38B8-B0B4-AD41-AC6E-B781F46A9FD3}"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16</a:t>
            </a:fld>
            <a:endParaRPr kumimoji="0" lang="en-US" sz="1200" b="0" i="0" u="none" strike="noStrike" kern="0" cap="none" spc="0" normalizeH="0" baseline="0" noProof="0" dirty="0">
              <a:ln>
                <a:noFill/>
              </a:ln>
              <a:solidFill>
                <a:sysClr val="windowText" lastClr="000000"/>
              </a:solidFill>
              <a:effectLst/>
              <a:uLnTx/>
              <a:uFillTx/>
            </a:endParaRPr>
          </a:p>
        </p:txBody>
      </p:sp>
      <p:sp>
        <p:nvSpPr>
          <p:cNvPr id="5" name="Footer Placeholder 4"/>
          <p:cNvSpPr>
            <a:spLocks noGrp="1"/>
          </p:cNvSpPr>
          <p:nvPr>
            <p:ph type="ftr" sz="quarter" idx="4"/>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rPr>
              <a:t>Footer</a:t>
            </a:r>
          </a:p>
        </p:txBody>
      </p:sp>
    </p:spTree>
    <p:extLst>
      <p:ext uri="{BB962C8B-B14F-4D97-AF65-F5344CB8AC3E}">
        <p14:creationId xmlns:p14="http://schemas.microsoft.com/office/powerpoint/2010/main" val="20511096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C6670-18F2-D031-E43C-2F8BEF07D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AB8B6-209C-3C64-CE21-9599934A87A3}"/>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902D45C4-8024-1BA6-8D1D-4FCA449C67FD}"/>
              </a:ext>
            </a:extLst>
          </p:cNvPr>
          <p:cNvSpPr>
            <a:spLocks noGrp="1"/>
          </p:cNvSpPr>
          <p:nvPr>
            <p:ph type="body" idx="1"/>
          </p:nvPr>
        </p:nvSpPr>
        <p:spPr/>
        <p:txBody>
          <a:bodyPr/>
          <a:lstStyle/>
          <a:p>
            <a:pPr marL="171450" marR="0" lvl="0"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IBM’s approach to achieving crypto-agility is done with the goal of protecting today and preparing for tomorrow.</a:t>
            </a:r>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endParaRPr>
          </a:p>
          <a:p>
            <a:pPr marL="171450" marR="0" lvl="0"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rPr>
              <a:t>We aim to help clients on their journey towards crypto-agility by addressing four use cases</a:t>
            </a:r>
          </a:p>
          <a:p>
            <a:pPr marL="171450" marR="0" lvl="0"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rPr>
              <a:t>Discover and Inventory</a:t>
            </a:r>
          </a:p>
          <a:p>
            <a:pPr marL="637140" marR="0" lvl="1"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rPr>
              <a:t>Automatically and continuously discover and inventory your cryptographic landscape</a:t>
            </a:r>
          </a:p>
          <a:p>
            <a:pPr marL="171450" marR="0" lvl="0"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rPr>
              <a:t>Assess and Comply</a:t>
            </a:r>
          </a:p>
          <a:p>
            <a:pPr marL="637140" marR="0" lvl="1"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rPr>
              <a:t>Assess your cryptographic posture to prioritize vulnerabilities and maintain compliance</a:t>
            </a:r>
          </a:p>
          <a:p>
            <a:pPr marL="171450" marR="0" lvl="0"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rPr>
              <a:t>Manage Lifecycle</a:t>
            </a:r>
          </a:p>
          <a:p>
            <a:pPr marL="637140" marR="0" lvl="1"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rPr>
              <a:t>Simplify and automate cryptographic object management</a:t>
            </a:r>
          </a:p>
          <a:p>
            <a:pPr marL="171450" marR="0" lvl="0"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rPr>
              <a:t>Protect and Adapt</a:t>
            </a:r>
          </a:p>
          <a:p>
            <a:pPr marL="637140" marR="0" lvl="1" indent="-171450" algn="l" defTabSz="2482903" rtl="0" eaLnBrk="1" fontAlgn="auto" latinLnBrk="0" hangingPunct="1">
              <a:lnSpc>
                <a:spcPct val="107000"/>
              </a:lnSpc>
              <a:spcBef>
                <a:spcPts val="0"/>
              </a:spcBef>
              <a:spcAft>
                <a:spcPts val="407"/>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IBM Plex Sans" panose="020B0503050203000203" pitchFamily="34" charset="0"/>
                <a:ea typeface="+mn-ea"/>
                <a:cs typeface="Times New Roman" panose="02020603050405020304" pitchFamily="18" charset="0"/>
              </a:rPr>
              <a:t>Encrypt data and adopt a crypto-agile architecture</a:t>
            </a:r>
          </a:p>
        </p:txBody>
      </p:sp>
      <p:sp>
        <p:nvSpPr>
          <p:cNvPr id="4" name="Slide Number Placeholder 3">
            <a:extLst>
              <a:ext uri="{FF2B5EF4-FFF2-40B4-BE49-F238E27FC236}">
                <a16:creationId xmlns:a16="http://schemas.microsoft.com/office/drawing/2014/main" id="{40413857-7F9D-EA7E-F076-55FB4E8BE6FE}"/>
              </a:ext>
            </a:extLst>
          </p:cNvPr>
          <p:cNvSpPr>
            <a:spLocks noGrp="1"/>
          </p:cNvSpPr>
          <p:nvPr>
            <p:ph type="sldNum" sz="quarter" idx="5"/>
          </p:nvPr>
        </p:nvSpPr>
        <p:spPr/>
        <p:txBody>
          <a:bodyPr/>
          <a:lstStyle/>
          <a:p>
            <a:fld id="{6E2E38B8-B0B4-AD41-AC6E-B781F46A9FD3}" type="slidenum">
              <a:rPr lang="en-US" smtClean="0"/>
              <a:pPr/>
              <a:t>17</a:t>
            </a:fld>
            <a:endParaRPr lang="en-US"/>
          </a:p>
        </p:txBody>
      </p:sp>
      <p:sp>
        <p:nvSpPr>
          <p:cNvPr id="5" name="Footer Placeholder 4">
            <a:extLst>
              <a:ext uri="{FF2B5EF4-FFF2-40B4-BE49-F238E27FC236}">
                <a16:creationId xmlns:a16="http://schemas.microsoft.com/office/drawing/2014/main" id="{4170B137-7D2E-5EEE-D841-A56029A76E4D}"/>
              </a:ext>
            </a:extLst>
          </p:cNvPr>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2834306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2Q25</a:t>
            </a:r>
          </a:p>
          <a:p>
            <a:r>
              <a:rPr lang="en-US" sz="1200" b="0" i="0" kern="1200" dirty="0">
                <a:solidFill>
                  <a:schemeClr val="tx1"/>
                </a:solidFill>
                <a:effectLst/>
                <a:latin typeface="+mn-lt"/>
                <a:ea typeface="+mn-ea"/>
                <a:cs typeface="+mn-cs"/>
              </a:rPr>
              <a:t>IBM z17 expanded the Quantum-safe security, with additional cryptographic algorithms and improved key management, future proofing against quantum threats building on the support for CRYSTALS-Kyber and CRYSTALS-</a:t>
            </a:r>
            <a:r>
              <a:rPr lang="en-US" sz="1200" b="0" i="0" kern="1200" dirty="0" err="1">
                <a:solidFill>
                  <a:schemeClr val="tx1"/>
                </a:solidFill>
                <a:effectLst/>
                <a:latin typeface="+mn-lt"/>
                <a:ea typeface="+mn-ea"/>
                <a:cs typeface="+mn-cs"/>
              </a:rPr>
              <a:t>Dilithium</a:t>
            </a:r>
            <a:r>
              <a:rPr lang="en-US" sz="1200" b="0" i="0" kern="1200" dirty="0">
                <a:solidFill>
                  <a:schemeClr val="tx1"/>
                </a:solidFill>
                <a:effectLst/>
                <a:latin typeface="+mn-lt"/>
                <a:ea typeface="+mn-ea"/>
                <a:cs typeface="+mn-cs"/>
              </a:rPr>
              <a:t> algorithms introduced in IBM z16.</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Aug 2024 IBM press release</a:t>
            </a:r>
          </a:p>
          <a:p>
            <a:r>
              <a:rPr lang="en-US" sz="1200" b="0" i="0" kern="1200" dirty="0">
                <a:solidFill>
                  <a:schemeClr val="tx1"/>
                </a:solidFill>
                <a:effectLst/>
                <a:latin typeface="+mn-lt"/>
                <a:ea typeface="+mn-ea"/>
                <a:cs typeface="+mn-cs"/>
              </a:rPr>
              <a:t>The standards include three post-quantum cryptographic algorithms: two of them, ML-KEM (originally known as CRYSTALS-Kyber) and ML-DSA (originally CRYSTALS-</a:t>
            </a:r>
            <a:r>
              <a:rPr lang="en-US" sz="1200" b="0" i="0" kern="1200" dirty="0" err="1">
                <a:solidFill>
                  <a:schemeClr val="tx1"/>
                </a:solidFill>
                <a:effectLst/>
                <a:latin typeface="+mn-lt"/>
                <a:ea typeface="+mn-ea"/>
                <a:cs typeface="+mn-cs"/>
              </a:rPr>
              <a:t>Dilithium</a:t>
            </a:r>
            <a:r>
              <a:rPr lang="en-US" sz="1200" b="0" i="0" kern="1200" dirty="0">
                <a:solidFill>
                  <a:schemeClr val="tx1"/>
                </a:solidFill>
                <a:effectLst/>
                <a:latin typeface="+mn-lt"/>
                <a:ea typeface="+mn-ea"/>
                <a:cs typeface="+mn-cs"/>
              </a:rPr>
              <a:t>) were developed by IBM researchers in collaboration with several industry and academic partners. The third published algorithm, SLH-DSA (initially submitted as SPHINCS+) was co-developed by a researcher who has since joined IBM. Additionally, a fourth IBM-developed algorithm, FN-DSA (originally called FALCON), has been selected for future standardization.</a:t>
            </a:r>
          </a:p>
          <a:p>
            <a:br>
              <a:rPr lang="en-US" dirty="0"/>
            </a:br>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F70FAC6-25C7-914C-9F76-5BBA6A653448}"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20</a:t>
            </a:fld>
            <a:endParaRPr kumimoji="0" lang="en-US"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102903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algn="l"/>
            <a:endParaRPr lang="en-US" sz="1200" kern="1200" noProof="0" dirty="0">
              <a:solidFill>
                <a:schemeClr val="tx1"/>
              </a:solidFill>
              <a:effectLst/>
              <a:latin typeface="+mn-lt"/>
              <a:ea typeface="MS PGothic" pitchFamily="34" charset="-128"/>
              <a:cs typeface="MS PGothic" charset="0"/>
            </a:endParaRPr>
          </a:p>
        </p:txBody>
      </p:sp>
      <p:sp>
        <p:nvSpPr>
          <p:cNvPr id="4" name="Slide Number Placeholder 3"/>
          <p:cNvSpPr>
            <a:spLocks noGrp="1"/>
          </p:cNvSpPr>
          <p:nvPr>
            <p:ph type="sldNum" sz="quarter" idx="5"/>
          </p:nvPr>
        </p:nvSpPr>
        <p:spPr/>
        <p:txBody>
          <a:bodyPr/>
          <a:lstStyle/>
          <a:p>
            <a:fld id="{AC7BCB16-00DD-4F07-8367-2CC6834612CA}" type="slidenum">
              <a:rPr lang="de-DE"/>
              <a:t>21</a:t>
            </a:fld>
            <a:endParaRPr lang="de-DE"/>
          </a:p>
        </p:txBody>
      </p:sp>
    </p:spTree>
    <p:extLst>
      <p:ext uri="{BB962C8B-B14F-4D97-AF65-F5344CB8AC3E}">
        <p14:creationId xmlns:p14="http://schemas.microsoft.com/office/powerpoint/2010/main" val="3448246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68755-982B-E086-2588-A0C468823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7C380-6E23-2DD7-825E-4932D951AD10}"/>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9AC1207E-919B-C7F1-9E79-EA9DDAC1A4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14EBF7-1E92-1DBB-7127-B16F1B5103C9}"/>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F70FAC6-25C7-914C-9F76-5BBA6A653448}"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22</a:t>
            </a:fld>
            <a:endParaRPr kumimoji="0" lang="en-US"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5740525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419679518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a:t>Click to edit Master title style</a:t>
            </a:r>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1430394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US"/>
              <a:t>Click to edit Master title style</a:t>
            </a:r>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US"/>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US"/>
              <a:t>Click to edit Master title style</a:t>
            </a:r>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a:t>Click icon to add table</a:t>
            </a:r>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a:latin typeface="IBM Plex Sans Light" panose="020B0403050203000203" pitchFamily="34" charset="0"/>
              </a:rPr>
              <a:t>Lorem ipsum dolor sit </a:t>
            </a:r>
            <a:r>
              <a:rPr lang="en-US" sz="2800" err="1">
                <a:latin typeface="IBM Plex Sans Light" panose="020B0403050203000203" pitchFamily="34" charset="0"/>
              </a:rPr>
              <a:t>amet</a:t>
            </a:r>
            <a:r>
              <a:rPr lang="en-US" sz="2800">
                <a:latin typeface="IBM Plex Sans Light" panose="020B0403050203000203" pitchFamily="34" charset="0"/>
              </a:rPr>
              <a:t> </a:t>
            </a:r>
            <a:r>
              <a:rPr lang="en-US" sz="2800" err="1">
                <a:latin typeface="IBM Plex Sans Light" panose="020B0403050203000203" pitchFamily="34" charset="0"/>
              </a:rPr>
              <a:t>donec</a:t>
            </a:r>
            <a:r>
              <a:rPr lang="en-US" sz="2800">
                <a:latin typeface="IBM Plex Sans Light" panose="020B0403050203000203" pitchFamily="34" charset="0"/>
              </a:rPr>
              <a:t> </a:t>
            </a:r>
            <a:r>
              <a:rPr lang="en-US" sz="2800" err="1">
                <a:latin typeface="IBM Plex Sans Light" panose="020B0403050203000203" pitchFamily="34" charset="0"/>
              </a:rPr>
              <a:t>quam</a:t>
            </a:r>
            <a:r>
              <a:rPr lang="en-US" sz="2800">
                <a:latin typeface="IBM Plex Sans Light" panose="020B0403050203000203" pitchFamily="34" charset="0"/>
              </a:rPr>
              <a:t> </a:t>
            </a:r>
            <a:r>
              <a:rPr lang="en-US" sz="2800" err="1">
                <a:latin typeface="IBM Plex Sans Light" panose="020B0403050203000203" pitchFamily="34" charset="0"/>
              </a:rPr>
              <a:t>felis</a:t>
            </a:r>
            <a:r>
              <a:rPr lang="en-US" sz="2800">
                <a:latin typeface="IBM Plex Sans Light" panose="020B0403050203000203" pitchFamily="34" charset="0"/>
              </a:rPr>
              <a:t> </a:t>
            </a:r>
            <a:r>
              <a:rPr lang="en-US" sz="2800" err="1">
                <a:latin typeface="IBM Plex Sans Light" panose="020B0403050203000203" pitchFamily="34" charset="0"/>
              </a:rPr>
              <a:t>ultricies</a:t>
            </a:r>
            <a:r>
              <a:rPr lang="en-US" sz="2800">
                <a:latin typeface="IBM Plex Sans Light" panose="020B0403050203000203" pitchFamily="34" charset="0"/>
              </a:rPr>
              <a:t> </a:t>
            </a:r>
            <a:r>
              <a:rPr lang="en-US" sz="2800" err="1">
                <a:latin typeface="IBM Plex Sans Light" panose="020B0403050203000203" pitchFamily="34" charset="0"/>
              </a:rPr>
              <a:t>nec</a:t>
            </a:r>
            <a:r>
              <a:rPr lang="en-US" sz="2800">
                <a:latin typeface="IBM Plex Sans Light" panose="020B0403050203000203" pitchFamily="34" charset="0"/>
              </a:rPr>
              <a:t> </a:t>
            </a:r>
            <a:r>
              <a:rPr lang="en-US" sz="2800" err="1">
                <a:latin typeface="IBM Plex Sans Light" panose="020B0403050203000203" pitchFamily="34" charset="0"/>
              </a:rPr>
              <a:t>pellentesque</a:t>
            </a:r>
            <a:r>
              <a:rPr lang="en-US" sz="2800">
                <a:latin typeface="IBM Plex Sans Light" panose="020B0403050203000203" pitchFamily="34" charset="0"/>
              </a:rPr>
              <a:t> </a:t>
            </a:r>
            <a:r>
              <a:rPr lang="en-US" sz="2800" err="1">
                <a:latin typeface="IBM Plex Sans Light" panose="020B0403050203000203" pitchFamily="34" charset="0"/>
              </a:rPr>
              <a:t>eu</a:t>
            </a:r>
            <a:r>
              <a:rPr lang="en-US" sz="2800">
                <a:latin typeface="IBM Plex Sans Light" panose="020B0403050203000203" pitchFamily="34" charset="0"/>
              </a:rPr>
              <a:t> </a:t>
            </a:r>
            <a:r>
              <a:rPr lang="en-US" sz="2800" err="1">
                <a:latin typeface="IBM Plex Sans Light" panose="020B0403050203000203" pitchFamily="34" charset="0"/>
              </a:rPr>
              <a:t>pretium</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sem. </a:t>
            </a:r>
            <a:r>
              <a:rPr lang="en-US" sz="2800" err="1">
                <a:latin typeface="IBM Plex Sans Light" panose="020B0403050203000203" pitchFamily="34" charset="0"/>
              </a:rPr>
              <a:t>Nulla</a:t>
            </a:r>
            <a:r>
              <a:rPr lang="en-US" sz="2800">
                <a:latin typeface="IBM Plex Sans Light" panose="020B0403050203000203" pitchFamily="34" charset="0"/>
              </a:rPr>
              <a:t> </a:t>
            </a:r>
            <a:r>
              <a:rPr lang="en-US" sz="2800" err="1">
                <a:latin typeface="IBM Plex Sans Light" panose="020B0403050203000203" pitchFamily="34" charset="0"/>
              </a:rPr>
              <a:t>conset</a:t>
            </a:r>
            <a:r>
              <a:rPr lang="en-US" sz="2800">
                <a:latin typeface="IBM Plex Sans Light" panose="020B0403050203000203" pitchFamily="34" charset="0"/>
              </a:rPr>
              <a:t> </a:t>
            </a:r>
            <a:r>
              <a:rPr lang="en-US" sz="2800" err="1">
                <a:latin typeface="IBM Plex Sans Light" panose="020B0403050203000203" pitchFamily="34" charset="0"/>
              </a:rPr>
              <a:t>massa</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a:t>
            </a:r>
            <a:r>
              <a:rPr lang="en-US" sz="2800" err="1">
                <a:latin typeface="IBM Plex Sans Light" panose="020B0403050203000203" pitchFamily="34" charset="0"/>
              </a:rPr>
              <a:t>enim</a:t>
            </a:r>
            <a:r>
              <a:rPr lang="en-US" sz="28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4579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a:xfrm>
            <a:off x="568325" y="12804236"/>
            <a:ext cx="4956175" cy="381000"/>
          </a:xfrm>
          <a:prstGeom prst="rect">
            <a:avLst/>
          </a:prstGeom>
        </p:spPr>
        <p:txBody>
          <a:bodyPr/>
          <a:lstStyle>
            <a:lvl1pPr>
              <a:defRPr>
                <a:solidFill>
                  <a:schemeClr val="tx1"/>
                </a:solidFill>
              </a:defRPr>
            </a:lvl1pPr>
          </a:lstStyle>
          <a:p>
            <a:pPr defTabSz="2437852">
              <a:defRPr/>
            </a:pPr>
            <a:r>
              <a:rPr lang="en-US">
                <a:solidFill>
                  <a:srgbClr val="161616"/>
                </a:solidFill>
              </a:rPr>
              <a:t>© 2024 IBM Corporation</a:t>
            </a:r>
          </a:p>
          <a:p>
            <a:pPr defTabSz="2437852">
              <a:defRPr/>
            </a:pPr>
            <a:r>
              <a:rPr lang="en-US">
                <a:solidFill>
                  <a:srgbClr val="161616"/>
                </a:solidFill>
              </a:rPr>
              <a:t>
</a:t>
            </a:r>
          </a:p>
        </p:txBody>
      </p:sp>
      <p:sp>
        <p:nvSpPr>
          <p:cNvPr id="4" name="Slide Number Placeholder"/>
          <p:cNvSpPr>
            <a:spLocks noGrp="1"/>
          </p:cNvSpPr>
          <p:nvPr>
            <p:ph type="sldNum" sz="quarter" idx="11"/>
          </p:nvPr>
        </p:nvSpPr>
        <p:spPr>
          <a:xfrm>
            <a:off x="23541592" y="12939016"/>
            <a:ext cx="270908" cy="246221"/>
          </a:xfrm>
          <a:prstGeom prst="rect">
            <a:avLst/>
          </a:prstGeom>
        </p:spPr>
        <p:txBody>
          <a:bodyPr/>
          <a:lstStyle>
            <a:lvl1pPr>
              <a:defRPr>
                <a:solidFill>
                  <a:schemeClr val="tx1"/>
                </a:solidFill>
              </a:defRPr>
            </a:lvl1pPr>
          </a:lstStyle>
          <a:p>
            <a:pPr defTabSz="2437852">
              <a:defRPr/>
            </a:pPr>
            <a:fld id="{59395FB3-9C97-154F-86B2-7E381B951268}" type="slidenum">
              <a:rPr lang="en-US" smtClean="0">
                <a:solidFill>
                  <a:srgbClr val="161616"/>
                </a:solidFill>
              </a:rPr>
              <a:pPr defTabSz="2437852">
                <a:defRPr/>
              </a:pPr>
              <a:t>‹#›</a:t>
            </a:fld>
            <a:endParaRPr lang="en-US">
              <a:solidFill>
                <a:srgbClr val="161616"/>
              </a:solidFill>
            </a:endParaRPr>
          </a:p>
        </p:txBody>
      </p:sp>
    </p:spTree>
    <p:extLst>
      <p:ext uri="{BB962C8B-B14F-4D97-AF65-F5344CB8AC3E}">
        <p14:creationId xmlns:p14="http://schemas.microsoft.com/office/powerpoint/2010/main" val="1061797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pictograms,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2229691"/>
          </a:xfrm>
        </p:spPr>
        <p:txBody>
          <a:bodyPr rIns="457200"/>
          <a:lstStyle>
            <a:lvl1pPr>
              <a:lnSpc>
                <a:spcPct val="100000"/>
              </a:lnSpc>
              <a:defRPr>
                <a:solidFill>
                  <a:schemeClr val="tx2"/>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1" y="6782092"/>
            <a:ext cx="6976872" cy="5143499"/>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8705849" y="6782092"/>
            <a:ext cx="6976872" cy="5143499"/>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6835628" y="6782092"/>
            <a:ext cx="6976872" cy="5143499"/>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Picture Placeholder 12">
            <a:extLst>
              <a:ext uri="{FF2B5EF4-FFF2-40B4-BE49-F238E27FC236}">
                <a16:creationId xmlns:a16="http://schemas.microsoft.com/office/drawing/2014/main" id="{3D239E8C-BDAD-3BA7-69BA-6E9D9922A765}"/>
              </a:ext>
            </a:extLst>
          </p:cNvPr>
          <p:cNvSpPr>
            <a:spLocks noGrp="1"/>
          </p:cNvSpPr>
          <p:nvPr>
            <p:ph type="pic" sz="quarter" idx="18" hasCustomPrompt="1"/>
          </p:nvPr>
        </p:nvSpPr>
        <p:spPr>
          <a:xfrm>
            <a:off x="8705849" y="4880140"/>
            <a:ext cx="1216152" cy="1216152"/>
          </a:xfrm>
        </p:spPr>
        <p:txBody>
          <a:bodyPr anchor="ctr"/>
          <a:lstStyle>
            <a:lvl1pPr algn="ctr">
              <a:defRPr sz="1600"/>
            </a:lvl1pPr>
          </a:lstStyle>
          <a:p>
            <a:r>
              <a:rPr lang="en-US"/>
              <a:t>Pictogram</a:t>
            </a:r>
          </a:p>
        </p:txBody>
      </p:sp>
      <p:sp>
        <p:nvSpPr>
          <p:cNvPr id="10" name="Picture Placeholder 12">
            <a:extLst>
              <a:ext uri="{FF2B5EF4-FFF2-40B4-BE49-F238E27FC236}">
                <a16:creationId xmlns:a16="http://schemas.microsoft.com/office/drawing/2014/main" id="{78F2607C-C2D8-FFBC-278F-61D7DB611750}"/>
              </a:ext>
            </a:extLst>
          </p:cNvPr>
          <p:cNvSpPr>
            <a:spLocks noGrp="1"/>
          </p:cNvSpPr>
          <p:nvPr>
            <p:ph type="pic" sz="quarter" idx="19" hasCustomPrompt="1"/>
          </p:nvPr>
        </p:nvSpPr>
        <p:spPr>
          <a:xfrm>
            <a:off x="16835628" y="4880140"/>
            <a:ext cx="1216152" cy="1216152"/>
          </a:xfrm>
        </p:spPr>
        <p:txBody>
          <a:bodyPr anchor="ctr"/>
          <a:lstStyle>
            <a:lvl1pPr algn="ctr">
              <a:defRPr sz="1600"/>
            </a:lvl1pPr>
          </a:lstStyle>
          <a:p>
            <a:r>
              <a:rPr lang="en-US"/>
              <a:t>Pictogram</a:t>
            </a:r>
          </a:p>
        </p:txBody>
      </p:sp>
      <p:sp>
        <p:nvSpPr>
          <p:cNvPr id="15" name="Picture Placeholder 12">
            <a:extLst>
              <a:ext uri="{FF2B5EF4-FFF2-40B4-BE49-F238E27FC236}">
                <a16:creationId xmlns:a16="http://schemas.microsoft.com/office/drawing/2014/main" id="{E646E100-F22C-3F1E-673A-CE8E02105E6C}"/>
              </a:ext>
            </a:extLst>
          </p:cNvPr>
          <p:cNvSpPr>
            <a:spLocks noGrp="1"/>
          </p:cNvSpPr>
          <p:nvPr>
            <p:ph type="pic" sz="quarter" idx="21" hasCustomPrompt="1"/>
          </p:nvPr>
        </p:nvSpPr>
        <p:spPr>
          <a:xfrm>
            <a:off x="576072" y="4880140"/>
            <a:ext cx="1216152" cy="1216152"/>
          </a:xfrm>
        </p:spPr>
        <p:txBody>
          <a:bodyPr anchor="ctr"/>
          <a:lstStyle>
            <a:lvl1pPr algn="ctr">
              <a:defRPr sz="1600"/>
            </a:lvl1pPr>
          </a:lstStyle>
          <a:p>
            <a:r>
              <a:rPr lang="en-US"/>
              <a:t>Pictogram</a:t>
            </a:r>
          </a:p>
        </p:txBody>
      </p:sp>
    </p:spTree>
    <p:extLst>
      <p:ext uri="{BB962C8B-B14F-4D97-AF65-F5344CB8AC3E}">
        <p14:creationId xmlns:p14="http://schemas.microsoft.com/office/powerpoint/2010/main" val="137348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1255205" y="218169"/>
            <a:ext cx="19264860" cy="2405762"/>
          </a:xfrm>
        </p:spPr>
        <p:txBody>
          <a:bodyPr/>
          <a:lstStyle>
            <a:lvl1pPr>
              <a:lnSpc>
                <a:spcPct val="90000"/>
              </a:lnSpc>
              <a:defRPr b="1" i="0">
                <a:solidFill>
                  <a:schemeClr val="tx2"/>
                </a:solidFill>
              </a:defRPr>
            </a:lvl1pPr>
          </a:lstStyle>
          <a:p>
            <a:r>
              <a:rPr lang="en-US"/>
              <a:t>Click to edit Master title style</a:t>
            </a:r>
            <a:endParaRPr lang="en-US" dirty="0"/>
          </a:p>
        </p:txBody>
      </p:sp>
      <p:sp>
        <p:nvSpPr>
          <p:cNvPr id="8" name="Content Placeholder 2"/>
          <p:cNvSpPr>
            <a:spLocks noGrp="1"/>
          </p:cNvSpPr>
          <p:nvPr>
            <p:ph idx="4294967295"/>
          </p:nvPr>
        </p:nvSpPr>
        <p:spPr>
          <a:xfrm>
            <a:off x="1311783" y="3063761"/>
            <a:ext cx="22113959" cy="9465266"/>
          </a:xfrm>
        </p:spPr>
        <p:txBody>
          <a:bodyPr/>
          <a:lstStyle>
            <a:lvl1pPr>
              <a:lnSpc>
                <a:spcPct val="95000"/>
              </a:lnSpc>
              <a:defRPr/>
            </a:lvl1pPr>
          </a:lstStyle>
          <a:p>
            <a:pPr lvl="0"/>
            <a:r>
              <a:rPr lang="en-US" dirty="0"/>
              <a:t>Click to edit Master text styles</a:t>
            </a:r>
          </a:p>
        </p:txBody>
      </p:sp>
      <p:sp>
        <p:nvSpPr>
          <p:cNvPr id="4" name="Slide Number Placeholder 3">
            <a:extLst>
              <a:ext uri="{FF2B5EF4-FFF2-40B4-BE49-F238E27FC236}">
                <a16:creationId xmlns:a16="http://schemas.microsoft.com/office/drawing/2014/main" id="{30065E44-7CD1-1744-AEF4-9B4B2830AE6C}"/>
              </a:ext>
            </a:extLst>
          </p:cNvPr>
          <p:cNvSpPr>
            <a:spLocks noGrp="1"/>
          </p:cNvSpPr>
          <p:nvPr>
            <p:ph type="sldNum" sz="quarter" idx="10"/>
          </p:nvPr>
        </p:nvSpPr>
        <p:spPr>
          <a:xfrm>
            <a:off x="23541593" y="12939015"/>
            <a:ext cx="270907" cy="246222"/>
          </a:xfrm>
          <a:prstGeom prst="rect">
            <a:avLst/>
          </a:prstGeom>
        </p:spPr>
        <p:txBody>
          <a:bodyPr/>
          <a:lstStyle/>
          <a:p>
            <a:fld id="{D5ECD089-1754-C742-B875-8EB56CE81387}" type="slidenum">
              <a:rPr lang="en-US" smtClean="0"/>
              <a:pPr/>
              <a:t>‹#›</a:t>
            </a:fld>
            <a:endParaRPr lang="en-US" dirty="0"/>
          </a:p>
        </p:txBody>
      </p:sp>
    </p:spTree>
    <p:extLst>
      <p:ext uri="{BB962C8B-B14F-4D97-AF65-F5344CB8AC3E}">
        <p14:creationId xmlns:p14="http://schemas.microsoft.com/office/powerpoint/2010/main" val="34700508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1" y="576073"/>
            <a:ext cx="4949824" cy="1527050"/>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1" y="3044827"/>
            <a:ext cx="4943476"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a:latin typeface="IBM Plex Sans Light" panose="020B0403050203000203" pitchFamily="34" charset="0"/>
              </a:rPr>
              <a:t>Lorem ipsum dolor sit </a:t>
            </a:r>
            <a:r>
              <a:rPr lang="en-US" sz="2800" err="1">
                <a:latin typeface="IBM Plex Sans Light" panose="020B0403050203000203" pitchFamily="34" charset="0"/>
              </a:rPr>
              <a:t>amet</a:t>
            </a:r>
            <a:r>
              <a:rPr lang="en-US" sz="2800">
                <a:latin typeface="IBM Plex Sans Light" panose="020B0403050203000203" pitchFamily="34" charset="0"/>
              </a:rPr>
              <a:t> </a:t>
            </a:r>
            <a:r>
              <a:rPr lang="en-US" sz="2800" err="1">
                <a:latin typeface="IBM Plex Sans Light" panose="020B0403050203000203" pitchFamily="34" charset="0"/>
              </a:rPr>
              <a:t>donec</a:t>
            </a:r>
            <a:r>
              <a:rPr lang="en-US" sz="2800">
                <a:latin typeface="IBM Plex Sans Light" panose="020B0403050203000203" pitchFamily="34" charset="0"/>
              </a:rPr>
              <a:t> </a:t>
            </a:r>
            <a:r>
              <a:rPr lang="en-US" sz="2800" err="1">
                <a:latin typeface="IBM Plex Sans Light" panose="020B0403050203000203" pitchFamily="34" charset="0"/>
              </a:rPr>
              <a:t>quam</a:t>
            </a:r>
            <a:r>
              <a:rPr lang="en-US" sz="2800">
                <a:latin typeface="IBM Plex Sans Light" panose="020B0403050203000203" pitchFamily="34" charset="0"/>
              </a:rPr>
              <a:t> </a:t>
            </a:r>
            <a:r>
              <a:rPr lang="en-US" sz="2800" err="1">
                <a:latin typeface="IBM Plex Sans Light" panose="020B0403050203000203" pitchFamily="34" charset="0"/>
              </a:rPr>
              <a:t>felis</a:t>
            </a:r>
            <a:r>
              <a:rPr lang="en-US" sz="2800">
                <a:latin typeface="IBM Plex Sans Light" panose="020B0403050203000203" pitchFamily="34" charset="0"/>
              </a:rPr>
              <a:t> </a:t>
            </a:r>
            <a:r>
              <a:rPr lang="en-US" sz="2800" err="1">
                <a:latin typeface="IBM Plex Sans Light" panose="020B0403050203000203" pitchFamily="34" charset="0"/>
              </a:rPr>
              <a:t>ultricies</a:t>
            </a:r>
            <a:r>
              <a:rPr lang="en-US" sz="2800">
                <a:latin typeface="IBM Plex Sans Light" panose="020B0403050203000203" pitchFamily="34" charset="0"/>
              </a:rPr>
              <a:t> </a:t>
            </a:r>
            <a:r>
              <a:rPr lang="en-US" sz="2800" err="1">
                <a:latin typeface="IBM Plex Sans Light" panose="020B0403050203000203" pitchFamily="34" charset="0"/>
              </a:rPr>
              <a:t>nec</a:t>
            </a:r>
            <a:r>
              <a:rPr lang="en-US" sz="2800">
                <a:latin typeface="IBM Plex Sans Light" panose="020B0403050203000203" pitchFamily="34" charset="0"/>
              </a:rPr>
              <a:t> </a:t>
            </a:r>
            <a:r>
              <a:rPr lang="en-US" sz="2800" err="1">
                <a:latin typeface="IBM Plex Sans Light" panose="020B0403050203000203" pitchFamily="34" charset="0"/>
              </a:rPr>
              <a:t>pellentesque</a:t>
            </a:r>
            <a:r>
              <a:rPr lang="en-US" sz="2800">
                <a:latin typeface="IBM Plex Sans Light" panose="020B0403050203000203" pitchFamily="34" charset="0"/>
              </a:rPr>
              <a:t> </a:t>
            </a:r>
            <a:r>
              <a:rPr lang="en-US" sz="2800" err="1">
                <a:latin typeface="IBM Plex Sans Light" panose="020B0403050203000203" pitchFamily="34" charset="0"/>
              </a:rPr>
              <a:t>eu</a:t>
            </a:r>
            <a:r>
              <a:rPr lang="en-US" sz="2800">
                <a:latin typeface="IBM Plex Sans Light" panose="020B0403050203000203" pitchFamily="34" charset="0"/>
              </a:rPr>
              <a:t> </a:t>
            </a:r>
            <a:r>
              <a:rPr lang="en-US" sz="2800" err="1">
                <a:latin typeface="IBM Plex Sans Light" panose="020B0403050203000203" pitchFamily="34" charset="0"/>
              </a:rPr>
              <a:t>pretium</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sem. </a:t>
            </a:r>
            <a:r>
              <a:rPr lang="en-US" sz="2800" err="1">
                <a:latin typeface="IBM Plex Sans Light" panose="020B0403050203000203" pitchFamily="34" charset="0"/>
              </a:rPr>
              <a:t>Nulla</a:t>
            </a:r>
            <a:r>
              <a:rPr lang="en-US" sz="2800">
                <a:latin typeface="IBM Plex Sans Light" panose="020B0403050203000203" pitchFamily="34" charset="0"/>
              </a:rPr>
              <a:t> </a:t>
            </a:r>
            <a:r>
              <a:rPr lang="en-US" sz="2800" err="1">
                <a:latin typeface="IBM Plex Sans Light" panose="020B0403050203000203" pitchFamily="34" charset="0"/>
              </a:rPr>
              <a:t>conset</a:t>
            </a:r>
            <a:r>
              <a:rPr lang="en-US" sz="2800">
                <a:latin typeface="IBM Plex Sans Light" panose="020B0403050203000203" pitchFamily="34" charset="0"/>
              </a:rPr>
              <a:t> </a:t>
            </a:r>
            <a:r>
              <a:rPr lang="en-US" sz="2800" err="1">
                <a:latin typeface="IBM Plex Sans Light" panose="020B0403050203000203" pitchFamily="34" charset="0"/>
              </a:rPr>
              <a:t>massa</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a:t>
            </a:r>
            <a:r>
              <a:rPr lang="en-US" sz="2800" err="1">
                <a:latin typeface="IBM Plex Sans Light" panose="020B0403050203000203" pitchFamily="34" charset="0"/>
              </a:rPr>
              <a:t>enim</a:t>
            </a:r>
            <a:r>
              <a:rPr lang="en-US" sz="2800">
                <a:latin typeface="IBM Plex Sans Light" panose="020B0403050203000203" pitchFamily="34" charset="0"/>
              </a:rPr>
              <a:t>.</a:t>
            </a:r>
          </a:p>
        </p:txBody>
      </p:sp>
    </p:spTree>
    <p:extLst>
      <p:ext uri="{BB962C8B-B14F-4D97-AF65-F5344CB8AC3E}">
        <p14:creationId xmlns:p14="http://schemas.microsoft.com/office/powerpoint/2010/main" val="923521536"/>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le Only - Light Background">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FC8D172C-B6B9-4C9D-BFFF-6BE80A15B34E}"/>
              </a:ext>
            </a:extLst>
          </p:cNvPr>
          <p:cNvSpPr>
            <a:spLocks noGrp="1"/>
          </p:cNvSpPr>
          <p:nvPr>
            <p:ph type="body" sz="quarter" idx="17"/>
          </p:nvPr>
        </p:nvSpPr>
        <p:spPr>
          <a:xfrm>
            <a:off x="609680" y="487683"/>
            <a:ext cx="12232921" cy="605368"/>
          </a:xfrm>
        </p:spPr>
        <p:txBody>
          <a:bodyPr vert="horz" wrap="square" lIns="0" tIns="0" rIns="0" bIns="0" rtlCol="0" anchor="ctr">
            <a:noAutofit/>
          </a:bodyPr>
          <a:lstStyle>
            <a:lvl1pPr marL="0" indent="0">
              <a:buNone/>
              <a:defRPr lang="en-US" sz="2933" dirty="0">
                <a:solidFill>
                  <a:srgbClr val="6EA6FF"/>
                </a:solidFill>
              </a:defRPr>
            </a:lvl1pPr>
          </a:lstStyle>
          <a:p>
            <a:pPr lvl="0">
              <a:lnSpc>
                <a:spcPct val="90000"/>
              </a:lnSpc>
              <a:spcBef>
                <a:spcPct val="0"/>
              </a:spcBef>
            </a:pPr>
            <a:r>
              <a:rPr lang="en-US" dirty="0"/>
              <a:t>Click to edit Master text styles</a:t>
            </a:r>
          </a:p>
        </p:txBody>
      </p:sp>
      <p:sp>
        <p:nvSpPr>
          <p:cNvPr id="8" name="Date Placeholder 7">
            <a:extLst>
              <a:ext uri="{FF2B5EF4-FFF2-40B4-BE49-F238E27FC236}">
                <a16:creationId xmlns:a16="http://schemas.microsoft.com/office/drawing/2014/main" id="{3EFA5306-B5FD-492E-A0B6-81EF49FD051B}"/>
              </a:ext>
            </a:extLst>
          </p:cNvPr>
          <p:cNvSpPr>
            <a:spLocks noGrp="1"/>
          </p:cNvSpPr>
          <p:nvPr>
            <p:ph type="dt" sz="half" idx="18"/>
          </p:nvPr>
        </p:nvSpPr>
        <p:spPr/>
        <p:txBody>
          <a:bodyPr/>
          <a:lstStyle/>
          <a:p>
            <a:r>
              <a:rPr lang="en-US"/>
              <a:t>January-2020</a:t>
            </a:r>
          </a:p>
        </p:txBody>
      </p:sp>
      <p:sp>
        <p:nvSpPr>
          <p:cNvPr id="10" name="Slide Number Placeholder 9">
            <a:extLst>
              <a:ext uri="{FF2B5EF4-FFF2-40B4-BE49-F238E27FC236}">
                <a16:creationId xmlns:a16="http://schemas.microsoft.com/office/drawing/2014/main" id="{C433A65D-8C67-4096-9E77-E6657C8EF93F}"/>
              </a:ext>
            </a:extLst>
          </p:cNvPr>
          <p:cNvSpPr>
            <a:spLocks noGrp="1"/>
          </p:cNvSpPr>
          <p:nvPr>
            <p:ph type="sldNum" sz="quarter" idx="20"/>
          </p:nvPr>
        </p:nvSpPr>
        <p:spPr/>
        <p:txBody>
          <a:bodyPr/>
          <a:lstStyle/>
          <a:p>
            <a:fld id="{177F11A0-F331-4725-BC98-19301443C284}" type="slidenum">
              <a:rPr lang="en-US" smtClean="0"/>
              <a:pPr/>
              <a:t>‹#›</a:t>
            </a:fld>
            <a:endParaRPr lang="en-US" dirty="0"/>
          </a:p>
        </p:txBody>
      </p:sp>
      <p:sp>
        <p:nvSpPr>
          <p:cNvPr id="12" name="Title 11">
            <a:extLst>
              <a:ext uri="{FF2B5EF4-FFF2-40B4-BE49-F238E27FC236}">
                <a16:creationId xmlns:a16="http://schemas.microsoft.com/office/drawing/2014/main" id="{75D3C874-C157-4D8A-946F-41C8961BF5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212001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p>
        </p:txBody>
      </p:sp>
      <p:pic>
        <p:nvPicPr>
          <p:cNvPr id="2" name="Picture 1" descr="IBM 8-bar logo">
            <a:extLst>
              <a:ext uri="{FF2B5EF4-FFF2-40B4-BE49-F238E27FC236}">
                <a16:creationId xmlns:a16="http://schemas.microsoft.com/office/drawing/2014/main" id="{84B99AD4-1777-CC1C-B3CF-CECC9C5F9F8C}"/>
              </a:ext>
            </a:extLst>
          </p:cNvPr>
          <p:cNvPicPr>
            <a:picLocks noChangeAspect="1"/>
          </p:cNvPicPr>
          <p:nvPr userDrawn="1"/>
        </p:nvPicPr>
        <p:blipFill>
          <a:blip r:embed="rId2"/>
          <a:stretch>
            <a:fillRect/>
          </a:stretch>
        </p:blipFill>
        <p:spPr>
          <a:xfrm>
            <a:off x="22373802" y="12577763"/>
            <a:ext cx="1538325" cy="572400"/>
          </a:xfrm>
          <a:prstGeom prst="rect">
            <a:avLst/>
          </a:prstGeom>
        </p:spPr>
      </p:pic>
    </p:spTree>
    <p:extLst>
      <p:ext uri="{BB962C8B-B14F-4D97-AF65-F5344CB8AC3E}">
        <p14:creationId xmlns:p14="http://schemas.microsoft.com/office/powerpoint/2010/main" val="2867001760"/>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US"/>
              <a:t>Click to edit Master title style</a:t>
            </a:r>
          </a:p>
        </p:txBody>
      </p:sp>
      <p:sp>
        <p:nvSpPr>
          <p:cNvPr id="2" name="Rectangle 1" descr="Blue 10 full slide background ">
            <a:extLst>
              <a:ext uri="{FF2B5EF4-FFF2-40B4-BE49-F238E27FC236}">
                <a16:creationId xmlns:a16="http://schemas.microsoft.com/office/drawing/2014/main" id="{18FC11E5-8CF9-3D7E-95EC-0EAA466E9416}"/>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4" name="Picture 3" descr="IBM 8-bar logo">
            <a:extLst>
              <a:ext uri="{FF2B5EF4-FFF2-40B4-BE49-F238E27FC236}">
                <a16:creationId xmlns:a16="http://schemas.microsoft.com/office/drawing/2014/main" id="{A6BE8C8C-682A-428C-FC69-5F93E89B6D88}"/>
              </a:ext>
            </a:extLst>
          </p:cNvPr>
          <p:cNvPicPr>
            <a:picLocks noChangeAspect="1"/>
          </p:cNvPicPr>
          <p:nvPr userDrawn="1"/>
        </p:nvPicPr>
        <p:blipFill>
          <a:blip r:embed="rId2"/>
          <a:stretch>
            <a:fillRect/>
          </a:stretch>
        </p:blipFill>
        <p:spPr>
          <a:xfrm>
            <a:off x="22373802" y="12577763"/>
            <a:ext cx="1538325" cy="572400"/>
          </a:xfrm>
          <a:prstGeom prst="rect">
            <a:avLst/>
          </a:prstGeom>
        </p:spPr>
      </p:pic>
    </p:spTree>
    <p:extLst>
      <p:ext uri="{BB962C8B-B14F-4D97-AF65-F5344CB8AC3E}">
        <p14:creationId xmlns:p14="http://schemas.microsoft.com/office/powerpoint/2010/main" val="2051470801"/>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p>
        </p:txBody>
      </p:sp>
      <p:pic>
        <p:nvPicPr>
          <p:cNvPr id="2" name="Picture 1" descr="IBM 8-bar logo">
            <a:extLst>
              <a:ext uri="{FF2B5EF4-FFF2-40B4-BE49-F238E27FC236}">
                <a16:creationId xmlns:a16="http://schemas.microsoft.com/office/drawing/2014/main" id="{89E4AE67-8632-906E-D890-4308501BF5AA}"/>
              </a:ext>
            </a:extLst>
          </p:cNvPr>
          <p:cNvPicPr>
            <a:picLocks noChangeAspect="1"/>
          </p:cNvPicPr>
          <p:nvPr userDrawn="1"/>
        </p:nvPicPr>
        <p:blipFill>
          <a:blip r:embed="rId2"/>
          <a:stretch>
            <a:fillRect/>
          </a:stretch>
        </p:blipFill>
        <p:spPr>
          <a:xfrm>
            <a:off x="22373802" y="12577763"/>
            <a:ext cx="1538325" cy="572400"/>
          </a:xfrm>
          <a:prstGeom prst="rect">
            <a:avLst/>
          </a:prstGeom>
        </p:spPr>
      </p:pic>
    </p:spTree>
    <p:extLst>
      <p:ext uri="{BB962C8B-B14F-4D97-AF65-F5344CB8AC3E}">
        <p14:creationId xmlns:p14="http://schemas.microsoft.com/office/powerpoint/2010/main" val="54166901"/>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p>
        </p:txBody>
      </p:sp>
      <p:pic>
        <p:nvPicPr>
          <p:cNvPr id="2" name="Picture 1" descr="IBM 8-bar logo">
            <a:extLst>
              <a:ext uri="{FF2B5EF4-FFF2-40B4-BE49-F238E27FC236}">
                <a16:creationId xmlns:a16="http://schemas.microsoft.com/office/drawing/2014/main" id="{392EF316-3C56-1505-DB2E-32456844F02E}"/>
              </a:ext>
            </a:extLst>
          </p:cNvPr>
          <p:cNvPicPr>
            <a:picLocks noChangeAspect="1"/>
          </p:cNvPicPr>
          <p:nvPr userDrawn="1"/>
        </p:nvPicPr>
        <p:blipFill>
          <a:blip r:embed="rId2"/>
          <a:stretch>
            <a:fillRect/>
          </a:stretch>
        </p:blipFill>
        <p:spPr>
          <a:xfrm>
            <a:off x="22373802" y="12577763"/>
            <a:ext cx="1538325" cy="572400"/>
          </a:xfrm>
          <a:prstGeom prst="rect">
            <a:avLst/>
          </a:prstGeom>
        </p:spPr>
      </p:pic>
    </p:spTree>
    <p:extLst>
      <p:ext uri="{BB962C8B-B14F-4D97-AF65-F5344CB8AC3E}">
        <p14:creationId xmlns:p14="http://schemas.microsoft.com/office/powerpoint/2010/main" val="261604092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US"/>
              <a:t>Click to edit Master title style</a:t>
            </a:r>
          </a:p>
        </p:txBody>
      </p:sp>
      <p:pic>
        <p:nvPicPr>
          <p:cNvPr id="2" name="Picture 1" descr="IBM 8-bar logo">
            <a:extLst>
              <a:ext uri="{FF2B5EF4-FFF2-40B4-BE49-F238E27FC236}">
                <a16:creationId xmlns:a16="http://schemas.microsoft.com/office/drawing/2014/main" id="{FC710B92-5225-61C8-4478-FE2428F27A46}"/>
              </a:ext>
            </a:extLst>
          </p:cNvPr>
          <p:cNvPicPr>
            <a:picLocks noChangeAspect="1"/>
          </p:cNvPicPr>
          <p:nvPr userDrawn="1"/>
        </p:nvPicPr>
        <p:blipFill>
          <a:blip r:embed="rId2"/>
          <a:stretch>
            <a:fillRect/>
          </a:stretch>
        </p:blipFill>
        <p:spPr>
          <a:xfrm>
            <a:off x="580086" y="12577763"/>
            <a:ext cx="1538325" cy="572400"/>
          </a:xfrm>
          <a:prstGeom prst="rect">
            <a:avLst/>
          </a:prstGeom>
        </p:spPr>
      </p:pic>
    </p:spTree>
    <p:extLst>
      <p:ext uri="{BB962C8B-B14F-4D97-AF65-F5344CB8AC3E}">
        <p14:creationId xmlns:p14="http://schemas.microsoft.com/office/powerpoint/2010/main" val="3353946978"/>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a:t>Click to edit Master title style</a:t>
            </a:r>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B8ACE763-DC68-F101-8AE8-2EC2E98FCFCE}"/>
              </a:ext>
            </a:extLst>
          </p:cNvPr>
          <p:cNvPicPr>
            <a:picLocks noChangeAspect="1"/>
          </p:cNvPicPr>
          <p:nvPr userDrawn="1"/>
        </p:nvPicPr>
        <p:blipFill>
          <a:blip r:embed="rId2"/>
          <a:stretch>
            <a:fillRect/>
          </a:stretch>
        </p:blipFill>
        <p:spPr>
          <a:xfrm>
            <a:off x="580086" y="12577763"/>
            <a:ext cx="1538325" cy="572400"/>
          </a:xfrm>
          <a:prstGeom prst="rect">
            <a:avLst/>
          </a:prstGeom>
        </p:spPr>
      </p:pic>
    </p:spTree>
    <p:extLst>
      <p:ext uri="{BB962C8B-B14F-4D97-AF65-F5344CB8AC3E}">
        <p14:creationId xmlns:p14="http://schemas.microsoft.com/office/powerpoint/2010/main" val="1688007225"/>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8393095"/>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80227764"/>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US"/>
              <a:t>Click to edit Master title style</a:t>
            </a:r>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27790291"/>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59025737"/>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r>
              <a:rPr lang="en-US"/>
              <a:t>© IBM Corporation 2026</a:t>
            </a:r>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US"/>
              <a:t>Click to edit Master text styles</a:t>
            </a:r>
          </a:p>
        </p:txBody>
      </p:sp>
    </p:spTree>
    <p:extLst>
      <p:ext uri="{BB962C8B-B14F-4D97-AF65-F5344CB8AC3E}">
        <p14:creationId xmlns:p14="http://schemas.microsoft.com/office/powerpoint/2010/main" val="3200826883"/>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3" name="Straight Connector 2" descr="Vertical column divider">
            <a:extLst>
              <a:ext uri="{FF2B5EF4-FFF2-40B4-BE49-F238E27FC236}">
                <a16:creationId xmlns:a16="http://schemas.microsoft.com/office/drawing/2014/main" id="{FDB078D8-C4AB-9414-902F-50E5B03500AC}"/>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40956104"/>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89325032"/>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3" name="Straight Connector 2" descr="Horizontal row divider">
            <a:extLst>
              <a:ext uri="{FF2B5EF4-FFF2-40B4-BE49-F238E27FC236}">
                <a16:creationId xmlns:a16="http://schemas.microsoft.com/office/drawing/2014/main" id="{A499D9F2-EF86-1891-B598-1633AF5665B2}"/>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85142096"/>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3" name="Straight Connector 2" descr="Horizontal row divider">
            <a:extLst>
              <a:ext uri="{FF2B5EF4-FFF2-40B4-BE49-F238E27FC236}">
                <a16:creationId xmlns:a16="http://schemas.microsoft.com/office/drawing/2014/main" id="{7B937592-8133-6FF5-9F05-933D6B411C42}"/>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Horizontal row divider">
            <a:extLst>
              <a:ext uri="{FF2B5EF4-FFF2-40B4-BE49-F238E27FC236}">
                <a16:creationId xmlns:a16="http://schemas.microsoft.com/office/drawing/2014/main" id="{8AAFDF14-584E-C0A7-144C-FB97EE518B7B}"/>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62875838"/>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28740809"/>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A3714515-3CA1-0F75-0503-3208A09DFA7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3" name="Straight Connector 2" descr="Vertical column divider">
            <a:extLst>
              <a:ext uri="{FF2B5EF4-FFF2-40B4-BE49-F238E27FC236}">
                <a16:creationId xmlns:a16="http://schemas.microsoft.com/office/drawing/2014/main" id="{1CDDBECA-FEC9-E7FF-F988-107F4B289B5B}"/>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 name="Straight Connector 4" descr="Vertical column divider">
            <a:extLst>
              <a:ext uri="{FF2B5EF4-FFF2-40B4-BE49-F238E27FC236}">
                <a16:creationId xmlns:a16="http://schemas.microsoft.com/office/drawing/2014/main" id="{F70D8D09-562E-961D-F327-FA1446DB6397}"/>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descr="Vertical column divider">
            <a:extLst>
              <a:ext uri="{FF2B5EF4-FFF2-40B4-BE49-F238E27FC236}">
                <a16:creationId xmlns:a16="http://schemas.microsoft.com/office/drawing/2014/main" id="{EA70507F-3D50-4E21-DACD-494A422230F6}"/>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Footer Placeholder 3">
            <a:extLst>
              <a:ext uri="{FF2B5EF4-FFF2-40B4-BE49-F238E27FC236}">
                <a16:creationId xmlns:a16="http://schemas.microsoft.com/office/drawing/2014/main" id="{FBAC1B77-1844-7105-C5AC-BC849844115A}"/>
              </a:ext>
            </a:extLst>
          </p:cNvPr>
          <p:cNvSpPr>
            <a:spLocks noGrp="1"/>
          </p:cNvSpPr>
          <p:nvPr>
            <p:ph type="ftr" sz="quarter" idx="18"/>
          </p:nvPr>
        </p:nvSpPr>
        <p:spPr>
          <a:xfrm>
            <a:off x="576000" y="12816000"/>
            <a:ext cx="4956176" cy="381000"/>
          </a:xfrm>
        </p:spPr>
        <p:txBody>
          <a:bodyPr/>
          <a:lstStyle/>
          <a:p>
            <a:endParaRPr lang="en-US"/>
          </a:p>
        </p:txBody>
      </p:sp>
      <p:sp>
        <p:nvSpPr>
          <p:cNvPr id="11" name="Slide Number">
            <a:extLst>
              <a:ext uri="{FF2B5EF4-FFF2-40B4-BE49-F238E27FC236}">
                <a16:creationId xmlns:a16="http://schemas.microsoft.com/office/drawing/2014/main" id="{636967B6-8B5A-0D97-7BDF-8BFB06C0F63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4" name="Text Placeholder 4">
            <a:extLst>
              <a:ext uri="{FF2B5EF4-FFF2-40B4-BE49-F238E27FC236}">
                <a16:creationId xmlns:a16="http://schemas.microsoft.com/office/drawing/2014/main" id="{458E03F0-2C60-CDE3-6147-427E97DF4F49}"/>
              </a:ext>
            </a:extLst>
          </p:cNvPr>
          <p:cNvSpPr>
            <a:spLocks noGrp="1"/>
          </p:cNvSpPr>
          <p:nvPr>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6">
            <a:extLst>
              <a:ext uri="{FF2B5EF4-FFF2-40B4-BE49-F238E27FC236}">
                <a16:creationId xmlns:a16="http://schemas.microsoft.com/office/drawing/2014/main" id="{A7FC9465-8168-D56F-0205-C4AD1D45E623}"/>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Text Placeholder 8">
            <a:extLst>
              <a:ext uri="{FF2B5EF4-FFF2-40B4-BE49-F238E27FC236}">
                <a16:creationId xmlns:a16="http://schemas.microsoft.com/office/drawing/2014/main" id="{5662AB3F-3296-BB9B-0EFD-6A28F199BE89}"/>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0">
            <a:extLst>
              <a:ext uri="{FF2B5EF4-FFF2-40B4-BE49-F238E27FC236}">
                <a16:creationId xmlns:a16="http://schemas.microsoft.com/office/drawing/2014/main" id="{06F70BCB-96D9-887F-4FD9-203867853E6F}"/>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206514434"/>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56961C62-D766-8A68-1FA3-BF6BE095543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3" name="Straight Connector 2" descr="Vertical column divider">
            <a:extLst>
              <a:ext uri="{FF2B5EF4-FFF2-40B4-BE49-F238E27FC236}">
                <a16:creationId xmlns:a16="http://schemas.microsoft.com/office/drawing/2014/main" id="{AC2C9A3B-EDA9-60C1-49D3-2F02543126F7}"/>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 name="Straight Connector 4" descr="Vertical column divider">
            <a:extLst>
              <a:ext uri="{FF2B5EF4-FFF2-40B4-BE49-F238E27FC236}">
                <a16:creationId xmlns:a16="http://schemas.microsoft.com/office/drawing/2014/main" id="{62E5F17A-0F44-AD11-A360-4C86604F7E98}"/>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descr="Vertical column divider">
            <a:extLst>
              <a:ext uri="{FF2B5EF4-FFF2-40B4-BE49-F238E27FC236}">
                <a16:creationId xmlns:a16="http://schemas.microsoft.com/office/drawing/2014/main" id="{5EAF43D2-9548-9BEF-3BDC-086205ABDB95}"/>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Text Placeholder 12">
            <a:extLst>
              <a:ext uri="{FF2B5EF4-FFF2-40B4-BE49-F238E27FC236}">
                <a16:creationId xmlns:a16="http://schemas.microsoft.com/office/drawing/2014/main" id="{45BCCB65-0F5E-DF2A-7C6E-40F9D220FCAD}"/>
              </a:ext>
            </a:extLst>
          </p:cNvPr>
          <p:cNvSpPr>
            <a:spLocks noGrp="1"/>
          </p:cNvSpPr>
          <p:nvPr>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10">
            <a:extLst>
              <a:ext uri="{FF2B5EF4-FFF2-40B4-BE49-F238E27FC236}">
                <a16:creationId xmlns:a16="http://schemas.microsoft.com/office/drawing/2014/main" id="{7B67860D-C4E7-20A6-BB65-D7F43E448C1F}"/>
              </a:ext>
            </a:extLst>
          </p:cNvPr>
          <p:cNvSpPr>
            <a:spLocks noGrp="1"/>
          </p:cNvSpPr>
          <p:nvPr>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Footer Placeholder 3">
            <a:extLst>
              <a:ext uri="{FF2B5EF4-FFF2-40B4-BE49-F238E27FC236}">
                <a16:creationId xmlns:a16="http://schemas.microsoft.com/office/drawing/2014/main" id="{68D2C017-B898-65C8-5CE1-01E173B0D719}"/>
              </a:ext>
            </a:extLst>
          </p:cNvPr>
          <p:cNvSpPr>
            <a:spLocks noGrp="1"/>
          </p:cNvSpPr>
          <p:nvPr>
            <p:ph type="ftr" sz="quarter" idx="18"/>
          </p:nvPr>
        </p:nvSpPr>
        <p:spPr>
          <a:xfrm>
            <a:off x="576000" y="12816000"/>
            <a:ext cx="4956176" cy="381000"/>
          </a:xfrm>
        </p:spPr>
        <p:txBody>
          <a:bodyPr/>
          <a:lstStyle/>
          <a:p>
            <a:endParaRPr lang="en-US"/>
          </a:p>
        </p:txBody>
      </p:sp>
      <p:sp>
        <p:nvSpPr>
          <p:cNvPr id="20" name="Slide Number">
            <a:extLst>
              <a:ext uri="{FF2B5EF4-FFF2-40B4-BE49-F238E27FC236}">
                <a16:creationId xmlns:a16="http://schemas.microsoft.com/office/drawing/2014/main" id="{37293643-C922-3E18-4546-79B4ACD4F21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80295150"/>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descr="Vertical column divider">
            <a:extLst>
              <a:ext uri="{FF2B5EF4-FFF2-40B4-BE49-F238E27FC236}">
                <a16:creationId xmlns:a16="http://schemas.microsoft.com/office/drawing/2014/main" id="{B1F66028-EE18-E5A6-A946-0473A356F3E9}"/>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EC5E1FA6-2B58-3157-5399-869CC92D1CCC}"/>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descr="Vertical column divider">
            <a:extLst>
              <a:ext uri="{FF2B5EF4-FFF2-40B4-BE49-F238E27FC236}">
                <a16:creationId xmlns:a16="http://schemas.microsoft.com/office/drawing/2014/main" id="{BE76D350-5BC3-FC23-D252-9B2E99EAC700}"/>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33826948"/>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60933441"/>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71042579"/>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02582845"/>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80048714"/>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40406499"/>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02129159"/>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r>
              <a:rPr lang="en-US"/>
              <a:t>© IBM Corporation 2026</a:t>
            </a:r>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 name="Straight Connector 3" descr="Vertical column divider">
            <a:extLst>
              <a:ext uri="{FF2B5EF4-FFF2-40B4-BE49-F238E27FC236}">
                <a16:creationId xmlns:a16="http://schemas.microsoft.com/office/drawing/2014/main" id="{B5384282-8CB3-3FCD-E40E-3FBDCA419187}"/>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87532678-8519-1222-8A7F-C381875862DC}"/>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22961627"/>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r>
              <a:rPr lang="en-US"/>
              <a:t>© IBM Corporation 2026</a:t>
            </a:r>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 name="Straight Connector 1" descr="Horizontal row divider">
            <a:extLst>
              <a:ext uri="{FF2B5EF4-FFF2-40B4-BE49-F238E27FC236}">
                <a16:creationId xmlns:a16="http://schemas.microsoft.com/office/drawing/2014/main" id="{2AB44A86-DAB7-DB02-A49D-B7FA7851BEFC}"/>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E8B71438-3893-7871-CE41-021178DE0ED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0387631"/>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64748724"/>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US"/>
              <a:t>Click to edit Master title style</a:t>
            </a:r>
          </a:p>
        </p:txBody>
      </p:sp>
    </p:spTree>
    <p:extLst>
      <p:ext uri="{BB962C8B-B14F-4D97-AF65-F5344CB8AC3E}">
        <p14:creationId xmlns:p14="http://schemas.microsoft.com/office/powerpoint/2010/main" val="3486809510"/>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235774391"/>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r>
              <a:rPr lang="en-US"/>
              <a:t>© IBM Corporation 2026</a:t>
            </a:r>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68251133"/>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r>
              <a:rPr lang="en-US"/>
              <a:t>© IBM Corporation 2026</a:t>
            </a:r>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13317435"/>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US"/>
              <a:t>Click to edit Master title style</a:t>
            </a:r>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r>
              <a:rPr lang="en-US"/>
              <a:t>© IBM Corporation 2026</a:t>
            </a:r>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Horizontal row divider">
            <a:extLst>
              <a:ext uri="{FF2B5EF4-FFF2-40B4-BE49-F238E27FC236}">
                <a16:creationId xmlns:a16="http://schemas.microsoft.com/office/drawing/2014/main" id="{961A16A6-058D-E1DF-9BCC-D9465426D71A}"/>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F859BA57-4F79-64FF-2603-F6DB73DA954A}"/>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FB2F1B3F-A3FC-B58C-82A3-73B1A1318241}"/>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descr="Vertical column divider">
            <a:extLst>
              <a:ext uri="{FF2B5EF4-FFF2-40B4-BE49-F238E27FC236}">
                <a16:creationId xmlns:a16="http://schemas.microsoft.com/office/drawing/2014/main" id="{42764152-DECA-EC12-C9C3-1F130E3AD378}"/>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72062105"/>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6" name="Slide Number">
            <a:extLst>
              <a:ext uri="{FF2B5EF4-FFF2-40B4-BE49-F238E27FC236}">
                <a16:creationId xmlns:a16="http://schemas.microsoft.com/office/drawing/2014/main" id="{EFD38FC2-A92F-D3A8-74D5-CE6E95D9C13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4" name="Straight Connector 3" descr="Vertical column divider">
            <a:extLst>
              <a:ext uri="{FF2B5EF4-FFF2-40B4-BE49-F238E27FC236}">
                <a16:creationId xmlns:a16="http://schemas.microsoft.com/office/drawing/2014/main" id="{B4875D54-7535-63D1-14E5-5AD0037BFB5A}"/>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6">
            <a:extLst>
              <a:ext uri="{FF2B5EF4-FFF2-40B4-BE49-F238E27FC236}">
                <a16:creationId xmlns:a16="http://schemas.microsoft.com/office/drawing/2014/main" id="{D4FE85F3-3A5A-A687-FDD4-0BADC81569F5}"/>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Horizontal row divider">
            <a:extLst>
              <a:ext uri="{FF2B5EF4-FFF2-40B4-BE49-F238E27FC236}">
                <a16:creationId xmlns:a16="http://schemas.microsoft.com/office/drawing/2014/main" id="{F5BF41A2-DC58-E51B-E395-ED2396259789}"/>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88C5C27B-9E9C-6157-AE38-D8E8136DBBAE}"/>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Footer Placeholder 3">
            <a:extLst>
              <a:ext uri="{FF2B5EF4-FFF2-40B4-BE49-F238E27FC236}">
                <a16:creationId xmlns:a16="http://schemas.microsoft.com/office/drawing/2014/main" id="{FA949ABE-2371-41A1-DCA9-AE9D1490DD7B}"/>
              </a:ext>
            </a:extLst>
          </p:cNvPr>
          <p:cNvSpPr>
            <a:spLocks noGrp="1"/>
          </p:cNvSpPr>
          <p:nvPr>
            <p:ph type="ftr" sz="quarter" idx="18"/>
          </p:nvPr>
        </p:nvSpPr>
        <p:spPr>
          <a:xfrm>
            <a:off x="576000" y="12816000"/>
            <a:ext cx="4956176" cy="381000"/>
          </a:xfrm>
        </p:spPr>
        <p:txBody>
          <a:bodyPr/>
          <a:lstStyle/>
          <a:p>
            <a:endParaRPr lang="en-US"/>
          </a:p>
        </p:txBody>
      </p:sp>
      <p:sp>
        <p:nvSpPr>
          <p:cNvPr id="20" name="Slide Number">
            <a:extLst>
              <a:ext uri="{FF2B5EF4-FFF2-40B4-BE49-F238E27FC236}">
                <a16:creationId xmlns:a16="http://schemas.microsoft.com/office/drawing/2014/main" id="{10CF1F13-1CD9-D613-9DE6-18313CC9F27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21" name="Straight Connector 20" descr="Vertical column divider">
            <a:extLst>
              <a:ext uri="{FF2B5EF4-FFF2-40B4-BE49-F238E27FC236}">
                <a16:creationId xmlns:a16="http://schemas.microsoft.com/office/drawing/2014/main" id="{120FF5A6-78A4-6D9E-59E7-43B1541E6C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68283358"/>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4" name="Straight Connector 3" descr="Vertical column divider">
            <a:extLst>
              <a:ext uri="{FF2B5EF4-FFF2-40B4-BE49-F238E27FC236}">
                <a16:creationId xmlns:a16="http://schemas.microsoft.com/office/drawing/2014/main" id="{276A8824-2C71-CE1A-BEA1-B05A191A9AA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descr="Horizontal row divider">
            <a:extLst>
              <a:ext uri="{FF2B5EF4-FFF2-40B4-BE49-F238E27FC236}">
                <a16:creationId xmlns:a16="http://schemas.microsoft.com/office/drawing/2014/main" id="{061A218A-EA11-D77A-5D5D-65A482434CBB}"/>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descr="Vertical column divider">
            <a:extLst>
              <a:ext uri="{FF2B5EF4-FFF2-40B4-BE49-F238E27FC236}">
                <a16:creationId xmlns:a16="http://schemas.microsoft.com/office/drawing/2014/main" id="{7D6A6310-2BDC-A6F4-4430-4411CF42BAD8}"/>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D8D58F62-A1A5-6B12-0BD0-638FD51C92D9}"/>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77726846"/>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r>
              <a:rPr lang="en-US"/>
              <a:t>© IBM Corporation 2026</a:t>
            </a:r>
          </a:p>
        </p:txBody>
      </p:sp>
    </p:spTree>
    <p:extLst>
      <p:ext uri="{BB962C8B-B14F-4D97-AF65-F5344CB8AC3E}">
        <p14:creationId xmlns:p14="http://schemas.microsoft.com/office/powerpoint/2010/main" val="225151768"/>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55845750"/>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r>
              <a:rPr lang="en-US"/>
              <a:t>© IBM Corporation 2026</a:t>
            </a:r>
          </a:p>
        </p:txBody>
      </p:sp>
    </p:spTree>
    <p:extLst>
      <p:ext uri="{BB962C8B-B14F-4D97-AF65-F5344CB8AC3E}">
        <p14:creationId xmlns:p14="http://schemas.microsoft.com/office/powerpoint/2010/main" val="3034750060"/>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93671675"/>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4173519641"/>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US"/>
              <a:t>Click to edit Master title style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35390837"/>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a:t>Click icon to add table</a:t>
            </a:r>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41555786"/>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a:latin typeface="IBM Plex Sans Light" panose="020B0403050203000203" pitchFamily="34" charset="0"/>
              </a:rPr>
              <a:t>Lorem ipsum dolor sit </a:t>
            </a:r>
            <a:r>
              <a:rPr lang="en-US" sz="2800" err="1">
                <a:latin typeface="IBM Plex Sans Light" panose="020B0403050203000203" pitchFamily="34" charset="0"/>
              </a:rPr>
              <a:t>amet</a:t>
            </a:r>
            <a:r>
              <a:rPr lang="en-US" sz="2800">
                <a:latin typeface="IBM Plex Sans Light" panose="020B0403050203000203" pitchFamily="34" charset="0"/>
              </a:rPr>
              <a:t> </a:t>
            </a:r>
            <a:r>
              <a:rPr lang="en-US" sz="2800" err="1">
                <a:latin typeface="IBM Plex Sans Light" panose="020B0403050203000203" pitchFamily="34" charset="0"/>
              </a:rPr>
              <a:t>donec</a:t>
            </a:r>
            <a:r>
              <a:rPr lang="en-US" sz="2800">
                <a:latin typeface="IBM Plex Sans Light" panose="020B0403050203000203" pitchFamily="34" charset="0"/>
              </a:rPr>
              <a:t> </a:t>
            </a:r>
            <a:r>
              <a:rPr lang="en-US" sz="2800" err="1">
                <a:latin typeface="IBM Plex Sans Light" panose="020B0403050203000203" pitchFamily="34" charset="0"/>
              </a:rPr>
              <a:t>quam</a:t>
            </a:r>
            <a:r>
              <a:rPr lang="en-US" sz="2800">
                <a:latin typeface="IBM Plex Sans Light" panose="020B0403050203000203" pitchFamily="34" charset="0"/>
              </a:rPr>
              <a:t> </a:t>
            </a:r>
            <a:r>
              <a:rPr lang="en-US" sz="2800" err="1">
                <a:latin typeface="IBM Plex Sans Light" panose="020B0403050203000203" pitchFamily="34" charset="0"/>
              </a:rPr>
              <a:t>felis</a:t>
            </a:r>
            <a:r>
              <a:rPr lang="en-US" sz="2800">
                <a:latin typeface="IBM Plex Sans Light" panose="020B0403050203000203" pitchFamily="34" charset="0"/>
              </a:rPr>
              <a:t> </a:t>
            </a:r>
            <a:r>
              <a:rPr lang="en-US" sz="2800" err="1">
                <a:latin typeface="IBM Plex Sans Light" panose="020B0403050203000203" pitchFamily="34" charset="0"/>
              </a:rPr>
              <a:t>ultricies</a:t>
            </a:r>
            <a:r>
              <a:rPr lang="en-US" sz="2800">
                <a:latin typeface="IBM Plex Sans Light" panose="020B0403050203000203" pitchFamily="34" charset="0"/>
              </a:rPr>
              <a:t> </a:t>
            </a:r>
            <a:r>
              <a:rPr lang="en-US" sz="2800" err="1">
                <a:latin typeface="IBM Plex Sans Light" panose="020B0403050203000203" pitchFamily="34" charset="0"/>
              </a:rPr>
              <a:t>nec</a:t>
            </a:r>
            <a:r>
              <a:rPr lang="en-US" sz="2800">
                <a:latin typeface="IBM Plex Sans Light" panose="020B0403050203000203" pitchFamily="34" charset="0"/>
              </a:rPr>
              <a:t> </a:t>
            </a:r>
            <a:r>
              <a:rPr lang="en-US" sz="2800" err="1">
                <a:latin typeface="IBM Plex Sans Light" panose="020B0403050203000203" pitchFamily="34" charset="0"/>
              </a:rPr>
              <a:t>pellentesque</a:t>
            </a:r>
            <a:r>
              <a:rPr lang="en-US" sz="2800">
                <a:latin typeface="IBM Plex Sans Light" panose="020B0403050203000203" pitchFamily="34" charset="0"/>
              </a:rPr>
              <a:t> </a:t>
            </a:r>
            <a:r>
              <a:rPr lang="en-US" sz="2800" err="1">
                <a:latin typeface="IBM Plex Sans Light" panose="020B0403050203000203" pitchFamily="34" charset="0"/>
              </a:rPr>
              <a:t>eu</a:t>
            </a:r>
            <a:r>
              <a:rPr lang="en-US" sz="2800">
                <a:latin typeface="IBM Plex Sans Light" panose="020B0403050203000203" pitchFamily="34" charset="0"/>
              </a:rPr>
              <a:t> </a:t>
            </a:r>
            <a:r>
              <a:rPr lang="en-US" sz="2800" err="1">
                <a:latin typeface="IBM Plex Sans Light" panose="020B0403050203000203" pitchFamily="34" charset="0"/>
              </a:rPr>
              <a:t>pretium</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sem. </a:t>
            </a:r>
            <a:r>
              <a:rPr lang="en-US" sz="2800" err="1">
                <a:latin typeface="IBM Plex Sans Light" panose="020B0403050203000203" pitchFamily="34" charset="0"/>
              </a:rPr>
              <a:t>Nulla</a:t>
            </a:r>
            <a:r>
              <a:rPr lang="en-US" sz="2800">
                <a:latin typeface="IBM Plex Sans Light" panose="020B0403050203000203" pitchFamily="34" charset="0"/>
              </a:rPr>
              <a:t> </a:t>
            </a:r>
            <a:r>
              <a:rPr lang="en-US" sz="2800" err="1">
                <a:latin typeface="IBM Plex Sans Light" panose="020B0403050203000203" pitchFamily="34" charset="0"/>
              </a:rPr>
              <a:t>conset</a:t>
            </a:r>
            <a:r>
              <a:rPr lang="en-US" sz="2800">
                <a:latin typeface="IBM Plex Sans Light" panose="020B0403050203000203" pitchFamily="34" charset="0"/>
              </a:rPr>
              <a:t> </a:t>
            </a:r>
            <a:r>
              <a:rPr lang="en-US" sz="2800" err="1">
                <a:latin typeface="IBM Plex Sans Light" panose="020B0403050203000203" pitchFamily="34" charset="0"/>
              </a:rPr>
              <a:t>massa</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a:t>
            </a:r>
            <a:r>
              <a:rPr lang="en-US" sz="2800" err="1">
                <a:latin typeface="IBM Plex Sans Light" panose="020B0403050203000203" pitchFamily="34" charset="0"/>
              </a:rPr>
              <a:t>enim</a:t>
            </a:r>
            <a:r>
              <a:rPr lang="en-US" sz="28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r>
              <a:rPr lang="en-US"/>
              <a:t>© IBM Corporation 2026</a:t>
            </a:r>
          </a:p>
        </p:txBody>
      </p:sp>
    </p:spTree>
    <p:extLst>
      <p:ext uri="{BB962C8B-B14F-4D97-AF65-F5344CB8AC3E}">
        <p14:creationId xmlns:p14="http://schemas.microsoft.com/office/powerpoint/2010/main" val="939073906"/>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r>
              <a:rPr lang="en-US"/>
              <a:t>© IBM Corporation 2026</a:t>
            </a:r>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30831296"/>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r>
              <a:rPr lang="en-US"/>
              <a:t>© IBM Corporation 2026</a:t>
            </a:r>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479889"/>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r>
              <a:rPr lang="en-US"/>
              <a:t>© IBM Corporation 2026</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47559340"/>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99484326"/>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465371" y="6168460"/>
            <a:ext cx="3456432" cy="1379081"/>
          </a:xfrm>
          <a:prstGeom prst="rect">
            <a:avLst/>
          </a:prstGeom>
        </p:spPr>
      </p:pic>
      <p:pic>
        <p:nvPicPr>
          <p:cNvPr id="2" name="Picture 1" descr="IBM 8-bar logo">
            <a:extLst>
              <a:ext uri="{FF2B5EF4-FFF2-40B4-BE49-F238E27FC236}">
                <a16:creationId xmlns:a16="http://schemas.microsoft.com/office/drawing/2014/main" id="{D5D37B79-4120-47DD-D0CF-C6DE18A0ADC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1268133786"/>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39" Type="http://schemas.openxmlformats.org/officeDocument/2006/relationships/slideLayout" Target="../slideLayouts/slideLayout92.xml"/><Relationship Id="rId21" Type="http://schemas.openxmlformats.org/officeDocument/2006/relationships/slideLayout" Target="../slideLayouts/slideLayout74.xml"/><Relationship Id="rId34" Type="http://schemas.openxmlformats.org/officeDocument/2006/relationships/slideLayout" Target="../slideLayouts/slideLayout87.xml"/><Relationship Id="rId42" Type="http://schemas.openxmlformats.org/officeDocument/2006/relationships/slideLayout" Target="../slideLayouts/slideLayout95.xml"/><Relationship Id="rId47" Type="http://schemas.openxmlformats.org/officeDocument/2006/relationships/slideLayout" Target="../slideLayouts/slideLayout100.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9" Type="http://schemas.openxmlformats.org/officeDocument/2006/relationships/slideLayout" Target="../slideLayouts/slideLayout82.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slideLayout" Target="../slideLayouts/slideLayout85.xml"/><Relationship Id="rId37" Type="http://schemas.openxmlformats.org/officeDocument/2006/relationships/slideLayout" Target="../slideLayouts/slideLayout90.xml"/><Relationship Id="rId40" Type="http://schemas.openxmlformats.org/officeDocument/2006/relationships/slideLayout" Target="../slideLayouts/slideLayout93.xml"/><Relationship Id="rId45" Type="http://schemas.openxmlformats.org/officeDocument/2006/relationships/slideLayout" Target="../slideLayouts/slideLayout98.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36" Type="http://schemas.openxmlformats.org/officeDocument/2006/relationships/slideLayout" Target="../slideLayouts/slideLayout89.xml"/><Relationship Id="rId49" Type="http://schemas.openxmlformats.org/officeDocument/2006/relationships/theme" Target="../theme/theme2.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4" Type="http://schemas.openxmlformats.org/officeDocument/2006/relationships/slideLayout" Target="../slideLayouts/slideLayout97.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35" Type="http://schemas.openxmlformats.org/officeDocument/2006/relationships/slideLayout" Target="../slideLayouts/slideLayout88.xml"/><Relationship Id="rId43" Type="http://schemas.openxmlformats.org/officeDocument/2006/relationships/slideLayout" Target="../slideLayouts/slideLayout96.xml"/><Relationship Id="rId48" Type="http://schemas.openxmlformats.org/officeDocument/2006/relationships/slideLayout" Target="../slideLayouts/slideLayout101.xml"/><Relationship Id="rId8" Type="http://schemas.openxmlformats.org/officeDocument/2006/relationships/slideLayout" Target="../slideLayouts/slideLayout61.xml"/><Relationship Id="rId3" Type="http://schemas.openxmlformats.org/officeDocument/2006/relationships/slideLayout" Target="../slideLayouts/slideLayout56.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slideLayout" Target="../slideLayouts/slideLayout86.xml"/><Relationship Id="rId38" Type="http://schemas.openxmlformats.org/officeDocument/2006/relationships/slideLayout" Target="../slideLayouts/slideLayout91.xml"/><Relationship Id="rId46" Type="http://schemas.openxmlformats.org/officeDocument/2006/relationships/slideLayout" Target="../slideLayouts/slideLayout99.xml"/><Relationship Id="rId20" Type="http://schemas.openxmlformats.org/officeDocument/2006/relationships/slideLayout" Target="../slideLayouts/slideLayout73.xml"/><Relationship Id="rId41" Type="http://schemas.openxmlformats.org/officeDocument/2006/relationships/slideLayout" Target="../slideLayouts/slideLayout94.xml"/><Relationship Id="rId1" Type="http://schemas.openxmlformats.org/officeDocument/2006/relationships/slideLayout" Target="../slideLayouts/slideLayout54.xml"/><Relationship Id="rId6"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 id="2147485546" r:id="rId49"/>
    <p:sldLayoutId id="2147485548" r:id="rId50"/>
    <p:sldLayoutId id="2147485550" r:id="rId51"/>
    <p:sldLayoutId id="2147485552" r:id="rId52"/>
    <p:sldLayoutId id="2147485553" r:id="rId53"/>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 IBM Corporation 2026</a:t>
            </a:r>
          </a:p>
        </p:txBody>
      </p:sp>
    </p:spTree>
    <p:extLst>
      <p:ext uri="{BB962C8B-B14F-4D97-AF65-F5344CB8AC3E}">
        <p14:creationId xmlns:p14="http://schemas.microsoft.com/office/powerpoint/2010/main" val="2853442054"/>
      </p:ext>
    </p:extLst>
  </p:cSld>
  <p:clrMap bg1="dk1" tx1="lt1" bg2="dk2" tx2="lt2" accent1="accent1" accent2="accent2" accent3="accent3" accent4="accent4" accent5="accent5" accent6="accent6" hlink="hlink" folHlink="folHlink"/>
  <p:sldLayoutIdLst>
    <p:sldLayoutId id="2147484061" r:id="rId1"/>
    <p:sldLayoutId id="2147484062" r:id="rId2"/>
    <p:sldLayoutId id="2147484063" r:id="rId3"/>
    <p:sldLayoutId id="2147484064" r:id="rId4"/>
    <p:sldLayoutId id="2147484065" r:id="rId5"/>
    <p:sldLayoutId id="2147484066" r:id="rId6"/>
    <p:sldLayoutId id="2147484067" r:id="rId7"/>
    <p:sldLayoutId id="2147484068" r:id="rId8"/>
    <p:sldLayoutId id="2147484069" r:id="rId9"/>
    <p:sldLayoutId id="2147484070" r:id="rId10"/>
    <p:sldLayoutId id="2147484071" r:id="rId11"/>
    <p:sldLayoutId id="2147484072" r:id="rId12"/>
    <p:sldLayoutId id="2147484073" r:id="rId13"/>
    <p:sldLayoutId id="2147484074" r:id="rId14"/>
    <p:sldLayoutId id="2147484075" r:id="rId15"/>
    <p:sldLayoutId id="2147484076" r:id="rId16"/>
    <p:sldLayoutId id="2147484077" r:id="rId17"/>
    <p:sldLayoutId id="2147484078" r:id="rId18"/>
    <p:sldLayoutId id="2147484079" r:id="rId19"/>
    <p:sldLayoutId id="2147484080" r:id="rId20"/>
    <p:sldLayoutId id="2147484081" r:id="rId21"/>
    <p:sldLayoutId id="2147484082" r:id="rId22"/>
    <p:sldLayoutId id="2147484083" r:id="rId23"/>
    <p:sldLayoutId id="2147484084" r:id="rId24"/>
    <p:sldLayoutId id="2147484085" r:id="rId25"/>
    <p:sldLayoutId id="2147484086" r:id="rId26"/>
    <p:sldLayoutId id="2147484087" r:id="rId27"/>
    <p:sldLayoutId id="2147484088" r:id="rId28"/>
    <p:sldLayoutId id="2147484089" r:id="rId29"/>
    <p:sldLayoutId id="2147484090" r:id="rId30"/>
    <p:sldLayoutId id="2147484091" r:id="rId31"/>
    <p:sldLayoutId id="2147484092" r:id="rId32"/>
    <p:sldLayoutId id="2147484093" r:id="rId33"/>
    <p:sldLayoutId id="2147484094" r:id="rId34"/>
    <p:sldLayoutId id="2147484095" r:id="rId35"/>
    <p:sldLayoutId id="2147484096" r:id="rId36"/>
    <p:sldLayoutId id="2147484097" r:id="rId37"/>
    <p:sldLayoutId id="2147484098" r:id="rId38"/>
    <p:sldLayoutId id="2147484099" r:id="rId39"/>
    <p:sldLayoutId id="2147484100" r:id="rId40"/>
    <p:sldLayoutId id="2147484101" r:id="rId41"/>
    <p:sldLayoutId id="2147484102" r:id="rId42"/>
    <p:sldLayoutId id="2147484103" r:id="rId43"/>
    <p:sldLayoutId id="2147484104" r:id="rId44"/>
    <p:sldLayoutId id="2147484105" r:id="rId45"/>
    <p:sldLayoutId id="2147484106" r:id="rId46"/>
    <p:sldLayoutId id="2147484107" r:id="rId47"/>
    <p:sldLayoutId id="2147484108"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26" pos="7680">
          <p15:clr>
            <a:srgbClr val="0F62FE"/>
          </p15:clr>
        </p15:guide>
        <p15:guide id="27" pos="11520">
          <p15:clr>
            <a:srgbClr val="0F62FE"/>
          </p15:clr>
        </p15:guide>
        <p15:guide id="38" orient="horz" pos="3840" userDrawn="1">
          <p15:clr>
            <a:srgbClr val="EE5396"/>
          </p15:clr>
        </p15:guide>
        <p15:guide id="39" orient="horz" pos="958" userDrawn="1">
          <p15:clr>
            <a:srgbClr val="EE5396"/>
          </p15:clr>
        </p15:guide>
        <p15:guide id="40" orient="horz" pos="7682" userDrawn="1">
          <p15:clr>
            <a:srgbClr val="EE5396"/>
          </p15:clr>
        </p15:guide>
        <p15:guide id="41" orient="horz" pos="1918" userDrawn="1">
          <p15:clr>
            <a:srgbClr val="EE5396"/>
          </p15:clr>
        </p15:guide>
        <p15:guide id="42" orient="horz" pos="6720" userDrawn="1">
          <p15:clr>
            <a:srgbClr val="EE5396"/>
          </p15:clr>
        </p15:guide>
        <p15:guide id="43" orient="horz" pos="2880" userDrawn="1">
          <p15:clr>
            <a:srgbClr val="EE5396"/>
          </p15:clr>
        </p15:guide>
        <p15:guide id="44" orient="horz" pos="4800" userDrawn="1">
          <p15:clr>
            <a:srgbClr val="EE5396"/>
          </p15:clr>
        </p15:guide>
        <p15:guide id="45" orient="horz" pos="5758" userDrawn="1">
          <p15:clr>
            <a:srgbClr val="EE5396"/>
          </p15:clr>
        </p15:guide>
        <p15:guide id="46" orient="horz" pos="8284" userDrawn="1">
          <p15:clr>
            <a:srgbClr val="9FCC3B"/>
          </p15:clr>
        </p15:guide>
        <p15:guide id="47" orient="horz" pos="3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6.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5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4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46.xml"/><Relationship Id="rId5" Type="http://schemas.openxmlformats.org/officeDocument/2006/relationships/image" Target="../media/image14.jp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46.xml"/><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8" Type="http://schemas.openxmlformats.org/officeDocument/2006/relationships/image" Target="../media/image24.emf"/><Relationship Id="rId13" Type="http://schemas.openxmlformats.org/officeDocument/2006/relationships/hyperlink" Target="https://www.tec.gov.in/pdf/TR/Final%20technical%20report%20on%20migration%20to%20PQC%2028-03-25.pdf" TargetMode="External"/><Relationship Id="rId3" Type="http://schemas.openxmlformats.org/officeDocument/2006/relationships/image" Target="../media/image19.emf"/><Relationship Id="rId7" Type="http://schemas.openxmlformats.org/officeDocument/2006/relationships/image" Target="../media/image23.svg"/><Relationship Id="rId12" Type="http://schemas.openxmlformats.org/officeDocument/2006/relationships/hyperlink" Target="https://www.mas.gov.sg/-/media/mas-media-library/regulation/circulars/trpd/mas-quantum-advisory/mas-quantum-advisory.pdf" TargetMode="External"/><Relationship Id="rId2" Type="http://schemas.openxmlformats.org/officeDocument/2006/relationships/notesSlide" Target="../notesSlides/notesSlide10.xml"/><Relationship Id="rId1" Type="http://schemas.openxmlformats.org/officeDocument/2006/relationships/slideLayout" Target="../slideLayouts/slideLayout33.xml"/><Relationship Id="rId6" Type="http://schemas.openxmlformats.org/officeDocument/2006/relationships/image" Target="../media/image22.emf"/><Relationship Id="rId11" Type="http://schemas.openxmlformats.org/officeDocument/2006/relationships/hyperlink" Target="https://www.cisa.gov/resources-tools/resources/quantum-readiness-migration-post-quantum-cryptography" TargetMode="External"/><Relationship Id="rId5" Type="http://schemas.openxmlformats.org/officeDocument/2006/relationships/image" Target="../media/image21.emf"/><Relationship Id="rId10" Type="http://schemas.openxmlformats.org/officeDocument/2006/relationships/hyperlink" Target="https://www.bsi.bund.de/SharedDocs/Downloads/EN/BSI/Crypto/PQC-joint-statement.html" TargetMode="External"/><Relationship Id="rId4" Type="http://schemas.openxmlformats.org/officeDocument/2006/relationships/image" Target="../media/image20.emf"/><Relationship Id="rId9" Type="http://schemas.openxmlformats.org/officeDocument/2006/relationships/hyperlink" Target="https://www.whitehouse.gov/wp-content/uploads/2022/11/M-23-02-M-Memo-on-Migrating-to-Post-Quantum-Cryptography.pdf" TargetMode="External"/><Relationship Id="rId14" Type="http://schemas.openxmlformats.org/officeDocument/2006/relationships/hyperlink" Target="https://intimedia.id/read/indonesia-defense-university-launches-center-for-quantum-security-strengthening-national-cyber-sovereignty"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3" Type="http://schemas.openxmlformats.org/officeDocument/2006/relationships/hyperlink" Target="https://newsroom.ibm.com/2024-08-13-ibm-developed-algorithms-announced-as-worlds-first-post-quantum-cryptography-standards" TargetMode="External"/><Relationship Id="rId2" Type="http://schemas.openxmlformats.org/officeDocument/2006/relationships/notesSlide" Target="../notesSlides/notesSlide12.xml"/><Relationship Id="rId1" Type="http://schemas.openxmlformats.org/officeDocument/2006/relationships/slideLayout" Target="../slideLayouts/slideLayout50.xml"/><Relationship Id="rId4" Type="http://schemas.openxmlformats.org/officeDocument/2006/relationships/hyperlink" Target="https://research.ibm.com/blog/quantum-safe-nist-signatures"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9.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hyperlink" Target="https://nvlpubs.nist.gov/nistpubs/ir/2024/NIST.IR.8547.ipd.pdf" TargetMode="External"/><Relationship Id="rId2" Type="http://schemas.openxmlformats.org/officeDocument/2006/relationships/notesSlide" Target="../notesSlides/notesSlide14.xml"/><Relationship Id="rId1" Type="http://schemas.openxmlformats.org/officeDocument/2006/relationships/slideLayout" Target="../slideLayouts/slideLayout31.xml"/><Relationship Id="rId4" Type="http://schemas.openxmlformats.org/officeDocument/2006/relationships/hyperlink" Target="https://ponemonsullivanreport.com/2024/08/2024-global-pki-iot-and-post-quantum-cryptography-study/"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hyperlink" Target="https://www.ibm.com/thought-leadership/institute-business-value/en-us/report/2025-quantum-safe-readiness" TargetMode="External"/><Relationship Id="rId2" Type="http://schemas.openxmlformats.org/officeDocument/2006/relationships/notesSlide" Target="../notesSlides/notesSlide19.xml"/><Relationship Id="rId1" Type="http://schemas.openxmlformats.org/officeDocument/2006/relationships/slideLayout" Target="../slideLayouts/slideLayout48.xml"/><Relationship Id="rId4" Type="http://schemas.openxmlformats.org/officeDocument/2006/relationships/hyperlink" Target="https://www.ibm.com/thought-leadership/institute-business-value/en-us/report/quantum-saf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white circle with a pink circle in the middle&#10;&#10;Description automatically generated">
            <a:extLst>
              <a:ext uri="{FF2B5EF4-FFF2-40B4-BE49-F238E27FC236}">
                <a16:creationId xmlns:a16="http://schemas.microsoft.com/office/drawing/2014/main" id="{A0F99E5F-D63E-8762-4C54-3138815B1564}"/>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794" y="892"/>
            <a:ext cx="24382414" cy="13715108"/>
          </a:xfrm>
          <a:prstGeom prst="rect">
            <a:avLst/>
          </a:prstGeom>
        </p:spPr>
      </p:pic>
      <p:pic>
        <p:nvPicPr>
          <p:cNvPr id="3" name="Picture 2" descr="IBM 8-bar logo in black">
            <a:extLst>
              <a:ext uri="{FF2B5EF4-FFF2-40B4-BE49-F238E27FC236}">
                <a16:creationId xmlns:a16="http://schemas.microsoft.com/office/drawing/2014/main" id="{0FC84450-273B-057D-5FCE-16F1C271AE73}"/>
              </a:ext>
            </a:extLst>
          </p:cNvPr>
          <p:cNvPicPr>
            <a:picLocks noChangeAspect="1"/>
          </p:cNvPicPr>
          <p:nvPr/>
        </p:nvPicPr>
        <p:blipFill>
          <a:blip r:embed="rId4"/>
          <a:stretch>
            <a:fillRect/>
          </a:stretch>
        </p:blipFill>
        <p:spPr>
          <a:xfrm>
            <a:off x="22278640" y="12526226"/>
            <a:ext cx="1638086" cy="609520"/>
          </a:xfrm>
          <a:prstGeom prst="rect">
            <a:avLst/>
          </a:prstGeom>
        </p:spPr>
      </p:pic>
      <p:sp>
        <p:nvSpPr>
          <p:cNvPr id="9" name="Title 8">
            <a:extLst>
              <a:ext uri="{FF2B5EF4-FFF2-40B4-BE49-F238E27FC236}">
                <a16:creationId xmlns:a16="http://schemas.microsoft.com/office/drawing/2014/main" id="{4A0E8ECE-677E-4B84-168F-BDEAAEBFFC71}"/>
              </a:ext>
            </a:extLst>
          </p:cNvPr>
          <p:cNvSpPr>
            <a:spLocks noGrp="1"/>
          </p:cNvSpPr>
          <p:nvPr>
            <p:ph type="title"/>
          </p:nvPr>
        </p:nvSpPr>
        <p:spPr>
          <a:xfrm>
            <a:off x="577583" y="1065616"/>
            <a:ext cx="11222531" cy="5606544"/>
          </a:xfrm>
        </p:spPr>
        <p:txBody>
          <a:bodyPr/>
          <a:lstStyle/>
          <a:p>
            <a:pPr>
              <a:spcBef>
                <a:spcPts val="2400"/>
              </a:spcBef>
            </a:pPr>
            <a:r>
              <a:rPr lang="en-US" sz="6600" dirty="0"/>
              <a:t>Why PQC Now for </a:t>
            </a:r>
            <a:br>
              <a:rPr lang="en-US" sz="6600" dirty="0"/>
            </a:br>
            <a:r>
              <a:rPr lang="en-US" sz="6600" dirty="0"/>
              <a:t>U.S. Federal Missions </a:t>
            </a:r>
            <a:br>
              <a:rPr lang="en-US" sz="6600" dirty="0"/>
            </a:br>
            <a:br>
              <a:rPr lang="en-US" sz="6600" dirty="0"/>
            </a:br>
            <a:br>
              <a:rPr lang="en-US" sz="7998" dirty="0"/>
            </a:br>
            <a:br>
              <a:rPr lang="en-US" sz="7998" dirty="0"/>
            </a:br>
            <a:br>
              <a:rPr lang="en-US" sz="7998" dirty="0"/>
            </a:br>
            <a:br>
              <a:rPr lang="en-US" dirty="0"/>
            </a:br>
            <a:br>
              <a:rPr lang="en-US" sz="1600" dirty="0"/>
            </a:br>
            <a:br>
              <a:rPr lang="en-US" sz="5398" dirty="0"/>
            </a:br>
            <a:br>
              <a:rPr lang="en-US" sz="5398" dirty="0"/>
            </a:br>
            <a:br>
              <a:rPr lang="en-US" sz="6398" dirty="0"/>
            </a:br>
            <a:endParaRPr lang="en-US" sz="6398" dirty="0"/>
          </a:p>
        </p:txBody>
      </p:sp>
      <p:sp>
        <p:nvSpPr>
          <p:cNvPr id="10" name="TextBox 9">
            <a:extLst>
              <a:ext uri="{FF2B5EF4-FFF2-40B4-BE49-F238E27FC236}">
                <a16:creationId xmlns:a16="http://schemas.microsoft.com/office/drawing/2014/main" id="{E6AF42EE-0E3F-3C28-990F-78499C2871C8}"/>
              </a:ext>
            </a:extLst>
          </p:cNvPr>
          <p:cNvSpPr txBox="1"/>
          <p:nvPr/>
        </p:nvSpPr>
        <p:spPr>
          <a:xfrm>
            <a:off x="22960199" y="-4520612"/>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376" indent="-446660" defTabSz="2437912">
              <a:spcBef>
                <a:spcPts val="2900"/>
              </a:spcBef>
              <a:buSzPct val="100000"/>
              <a:buFontTx/>
              <a:buChar char="–"/>
              <a:defRPr/>
            </a:pPr>
            <a:endParaRPr lang="en-US" kern="0" dirty="0">
              <a:solidFill>
                <a:srgbClr val="000000"/>
              </a:solidFill>
              <a:latin typeface="IBM Plex Sans Light"/>
              <a:sym typeface="IBM Plex Sans Light"/>
            </a:endParaRPr>
          </a:p>
        </p:txBody>
      </p:sp>
      <p:sp>
        <p:nvSpPr>
          <p:cNvPr id="5" name="TextBox 4">
            <a:extLst>
              <a:ext uri="{FF2B5EF4-FFF2-40B4-BE49-F238E27FC236}">
                <a16:creationId xmlns:a16="http://schemas.microsoft.com/office/drawing/2014/main" id="{FD66DC3B-415D-4579-49A3-C5ACBB955D9B}"/>
              </a:ext>
            </a:extLst>
          </p:cNvPr>
          <p:cNvSpPr txBox="1"/>
          <p:nvPr/>
        </p:nvSpPr>
        <p:spPr>
          <a:xfrm>
            <a:off x="577583" y="9035145"/>
            <a:ext cx="11616002" cy="30491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7912">
              <a:spcBef>
                <a:spcPts val="600"/>
              </a:spcBef>
              <a:buSzPct val="100000"/>
              <a:defRPr/>
            </a:pPr>
            <a:r>
              <a:rPr lang="en-US" kern="0" dirty="0">
                <a:solidFill>
                  <a:srgbClr val="000000"/>
                </a:solidFill>
                <a:latin typeface="IBM Plex Sans Light" panose="020B0403050203000203" pitchFamily="34" charset="0"/>
                <a:sym typeface="IBM Plex Sans Light"/>
              </a:rPr>
              <a:t>25 June 2026</a:t>
            </a:r>
          </a:p>
          <a:p>
            <a:pPr defTabSz="2437912">
              <a:spcBef>
                <a:spcPts val="600"/>
              </a:spcBef>
              <a:buSzPct val="100000"/>
              <a:defRPr/>
            </a:pPr>
            <a:endParaRPr lang="en-US" kern="0" dirty="0">
              <a:solidFill>
                <a:srgbClr val="000000"/>
              </a:solidFill>
              <a:latin typeface="IBM Plex Sans Light" panose="020B0403050203000203" pitchFamily="34" charset="0"/>
              <a:sym typeface="IBM Plex Sans Light"/>
            </a:endParaRPr>
          </a:p>
          <a:p>
            <a:pPr defTabSz="2437912">
              <a:spcBef>
                <a:spcPts val="600"/>
              </a:spcBef>
              <a:buSzPct val="100000"/>
              <a:defRPr/>
            </a:pPr>
            <a:r>
              <a:rPr lang="en-US" b="1" kern="0" dirty="0">
                <a:solidFill>
                  <a:srgbClr val="000000"/>
                </a:solidFill>
                <a:latin typeface="IBM Plex Sans Light" panose="020B0403050203000203" pitchFamily="34" charset="0"/>
                <a:sym typeface="IBM Plex Sans Light"/>
              </a:rPr>
              <a:t>Barbara Saltzman</a:t>
            </a:r>
          </a:p>
          <a:p>
            <a:r>
              <a:rPr lang="en-US" sz="3200" dirty="0"/>
              <a:t>Program Director, Principal Product Manager</a:t>
            </a:r>
          </a:p>
          <a:p>
            <a:r>
              <a:rPr lang="en-US" sz="3200" dirty="0"/>
              <a:t>Quantum Safe, Cryptography Management</a:t>
            </a:r>
          </a:p>
          <a:p>
            <a:r>
              <a:rPr lang="en-US" sz="3200" b="1" dirty="0"/>
              <a:t>IBM Software</a:t>
            </a:r>
          </a:p>
          <a:p>
            <a:pPr defTabSz="2437912">
              <a:spcBef>
                <a:spcPts val="600"/>
              </a:spcBef>
              <a:buSzPct val="100000"/>
              <a:defRPr/>
            </a:pPr>
            <a:endParaRPr lang="en-US" sz="2400" kern="0" dirty="0">
              <a:solidFill>
                <a:srgbClr val="000000"/>
              </a:solidFill>
              <a:sym typeface="IBM Plex Sans Light"/>
            </a:endParaRPr>
          </a:p>
          <a:p>
            <a:pPr defTabSz="2437912">
              <a:spcBef>
                <a:spcPts val="600"/>
              </a:spcBef>
              <a:buSzPct val="100000"/>
              <a:defRPr/>
            </a:pPr>
            <a:r>
              <a:rPr lang="en-US" sz="2400" kern="0" dirty="0">
                <a:solidFill>
                  <a:srgbClr val="000000"/>
                </a:solidFill>
                <a:sym typeface="IBM Plex Sans Light"/>
              </a:rPr>
              <a:t> </a:t>
            </a:r>
          </a:p>
        </p:txBody>
      </p:sp>
    </p:spTree>
    <p:extLst>
      <p:ext uri="{BB962C8B-B14F-4D97-AF65-F5344CB8AC3E}">
        <p14:creationId xmlns:p14="http://schemas.microsoft.com/office/powerpoint/2010/main" val="1542276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A98E7-919C-90DE-B4E5-46D63E947B0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BAB56C4-0F22-41A5-BCA3-30D13ED812D5}"/>
              </a:ext>
            </a:extLst>
          </p:cNvPr>
          <p:cNvSpPr>
            <a:spLocks noGrp="1"/>
          </p:cNvSpPr>
          <p:nvPr>
            <p:ph type="title"/>
          </p:nvPr>
        </p:nvSpPr>
        <p:spPr>
          <a:xfrm>
            <a:off x="474513" y="2528932"/>
            <a:ext cx="18864116" cy="8189368"/>
          </a:xfrm>
        </p:spPr>
        <p:txBody>
          <a:bodyPr/>
          <a:lstStyle/>
          <a:p>
            <a:r>
              <a:rPr lang="en-US" sz="8000" dirty="0">
                <a:solidFill>
                  <a:srgbClr val="161616"/>
                </a:solidFill>
                <a:latin typeface="+mj-lt"/>
              </a:rPr>
              <a:t>Bring useful quantum computing </a:t>
            </a:r>
            <a:br>
              <a:rPr lang="en-US" sz="8000" dirty="0">
                <a:solidFill>
                  <a:srgbClr val="161616"/>
                </a:solidFill>
                <a:latin typeface="+mj-lt"/>
              </a:rPr>
            </a:br>
            <a:r>
              <a:rPr lang="en-US" sz="8000" dirty="0">
                <a:solidFill>
                  <a:srgbClr val="161616"/>
                </a:solidFill>
                <a:latin typeface="+mj-lt"/>
              </a:rPr>
              <a:t>to the world</a:t>
            </a:r>
            <a:br>
              <a:rPr lang="en-US" sz="8000" dirty="0">
                <a:solidFill>
                  <a:srgbClr val="161616"/>
                </a:solidFill>
                <a:latin typeface="+mj-lt"/>
              </a:rPr>
            </a:br>
            <a:br>
              <a:rPr lang="en-US" sz="8000" dirty="0">
                <a:latin typeface="+mj-lt"/>
              </a:rPr>
            </a:br>
            <a:r>
              <a:rPr lang="en-US" sz="8000" dirty="0">
                <a:gradFill>
                  <a:gsLst>
                    <a:gs pos="0">
                      <a:schemeClr val="accent1"/>
                    </a:gs>
                    <a:gs pos="100000">
                      <a:srgbClr val="EE5396"/>
                    </a:gs>
                  </a:gsLst>
                  <a:lin ang="2700000" scaled="0"/>
                </a:gradFill>
                <a:latin typeface="+mj-lt"/>
              </a:rPr>
              <a:t>Make the world</a:t>
            </a:r>
            <a:br>
              <a:rPr lang="en-US" sz="8000" dirty="0">
                <a:gradFill>
                  <a:gsLst>
                    <a:gs pos="0">
                      <a:schemeClr val="accent1"/>
                    </a:gs>
                    <a:gs pos="100000">
                      <a:srgbClr val="EE5396"/>
                    </a:gs>
                  </a:gsLst>
                  <a:lin ang="2700000" scaled="0"/>
                </a:gradFill>
                <a:latin typeface="+mj-lt"/>
              </a:rPr>
            </a:br>
            <a:r>
              <a:rPr lang="en-US" sz="8000" dirty="0">
                <a:gradFill>
                  <a:gsLst>
                    <a:gs pos="0">
                      <a:schemeClr val="accent1"/>
                    </a:gs>
                    <a:gs pos="100000">
                      <a:srgbClr val="EE5396"/>
                    </a:gs>
                  </a:gsLst>
                  <a:lin ang="2700000" scaled="0"/>
                </a:gradFill>
                <a:latin typeface="+mj-lt"/>
              </a:rPr>
              <a:t>quantum safe</a:t>
            </a:r>
          </a:p>
        </p:txBody>
      </p:sp>
      <p:sp>
        <p:nvSpPr>
          <p:cNvPr id="8" name="Text Placeholder 3">
            <a:extLst>
              <a:ext uri="{FF2B5EF4-FFF2-40B4-BE49-F238E27FC236}">
                <a16:creationId xmlns:a16="http://schemas.microsoft.com/office/drawing/2014/main" id="{7565CF7F-849C-257E-70E6-9AE527F75081}"/>
              </a:ext>
            </a:extLst>
          </p:cNvPr>
          <p:cNvSpPr txBox="1">
            <a:spLocks/>
          </p:cNvSpPr>
          <p:nvPr/>
        </p:nvSpPr>
        <p:spPr>
          <a:xfrm>
            <a:off x="579098" y="577708"/>
            <a:ext cx="10097046" cy="57135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0" marR="0" indent="0" algn="ctr"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accent5"/>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l" defTabSz="2437942">
              <a:defRPr/>
            </a:pPr>
            <a:r>
              <a:rPr lang="en-US" sz="6000" dirty="0">
                <a:solidFill>
                  <a:srgbClr val="161616"/>
                </a:solidFill>
                <a:latin typeface="IBM Plex Sans Light"/>
              </a:rPr>
              <a:t>Our (IBM) mission</a:t>
            </a:r>
          </a:p>
        </p:txBody>
      </p:sp>
      <p:sp>
        <p:nvSpPr>
          <p:cNvPr id="3" name="Slide Number Placeholder 3">
            <a:extLst>
              <a:ext uri="{FF2B5EF4-FFF2-40B4-BE49-F238E27FC236}">
                <a16:creationId xmlns:a16="http://schemas.microsoft.com/office/drawing/2014/main" id="{655A8E6C-7822-84AE-003D-DA6A3130CE04}"/>
              </a:ext>
            </a:extLst>
          </p:cNvPr>
          <p:cNvSpPr txBox="1">
            <a:spLocks/>
          </p:cNvSpPr>
          <p:nvPr/>
        </p:nvSpPr>
        <p:spPr>
          <a:xfrm>
            <a:off x="23689158" y="13164979"/>
            <a:ext cx="12183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2</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4" name="Footer Placeholder 3">
            <a:extLst>
              <a:ext uri="{FF2B5EF4-FFF2-40B4-BE49-F238E27FC236}">
                <a16:creationId xmlns:a16="http://schemas.microsoft.com/office/drawing/2014/main" id="{DF7D21C8-A50D-A726-AEAE-E75742718809}"/>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339368676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ABDB4178-7064-81D7-4ED6-59E90E273892}"/>
              </a:ext>
            </a:extLst>
          </p:cNvPr>
          <p:cNvSpPr txBox="1">
            <a:spLocks/>
          </p:cNvSpPr>
          <p:nvPr/>
        </p:nvSpPr>
        <p:spPr>
          <a:xfrm>
            <a:off x="579364" y="530765"/>
            <a:ext cx="22903558" cy="2048210"/>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Light" pitchFamily="34" charset="0"/>
              </a:defRPr>
            </a:lvl2pPr>
            <a:lvl3pPr algn="l" rtl="0" eaLnBrk="1" fontAlgn="base" hangingPunct="1">
              <a:lnSpc>
                <a:spcPct val="90000"/>
              </a:lnSpc>
              <a:spcBef>
                <a:spcPct val="0"/>
              </a:spcBef>
              <a:spcAft>
                <a:spcPct val="0"/>
              </a:spcAft>
              <a:defRPr sz="4440">
                <a:solidFill>
                  <a:srgbClr val="191919"/>
                </a:solidFill>
                <a:latin typeface="IBM Plex Sans Light" pitchFamily="34" charset="0"/>
              </a:defRPr>
            </a:lvl3pPr>
            <a:lvl4pPr algn="l" rtl="0" eaLnBrk="1" fontAlgn="base" hangingPunct="1">
              <a:lnSpc>
                <a:spcPct val="90000"/>
              </a:lnSpc>
              <a:spcBef>
                <a:spcPct val="0"/>
              </a:spcBef>
              <a:spcAft>
                <a:spcPct val="0"/>
              </a:spcAft>
              <a:defRPr sz="4440">
                <a:solidFill>
                  <a:srgbClr val="191919"/>
                </a:solidFill>
                <a:latin typeface="IBM Plex Sans Light" pitchFamily="34" charset="0"/>
              </a:defRPr>
            </a:lvl4pPr>
            <a:lvl5pPr algn="l" rtl="0" eaLnBrk="1" fontAlgn="base" hangingPunct="1">
              <a:lnSpc>
                <a:spcPct val="90000"/>
              </a:lnSpc>
              <a:spcBef>
                <a:spcPct val="0"/>
              </a:spcBef>
              <a:spcAft>
                <a:spcPct val="0"/>
              </a:spcAft>
              <a:defRPr sz="4440">
                <a:solidFill>
                  <a:srgbClr val="191919"/>
                </a:solidFill>
                <a:latin typeface="IBM Plex Sans Light"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Light"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Light"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Light"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Light" pitchFamily="34" charset="0"/>
              </a:defRPr>
            </a:lvl9pPr>
          </a:lstStyle>
          <a:p>
            <a:pPr lvl="0" defTabSz="1217997">
              <a:defRPr/>
            </a:pPr>
            <a:r>
              <a:rPr lang="en-US" sz="5400" b="1" kern="0" dirty="0">
                <a:solidFill>
                  <a:srgbClr val="000000"/>
                </a:solidFill>
                <a:latin typeface="IBM Plex Sans Light"/>
              </a:rPr>
              <a:t>Our modern digital world depends on cryptography</a:t>
            </a:r>
          </a:p>
          <a:p>
            <a:pPr lvl="0" defTabSz="1217997">
              <a:defRPr/>
            </a:pPr>
            <a:endParaRPr lang="en-US" sz="6000" kern="0" dirty="0">
              <a:solidFill>
                <a:srgbClr val="000000"/>
              </a:solidFill>
              <a:latin typeface="IBM Plex Sans Light"/>
            </a:endParaRPr>
          </a:p>
        </p:txBody>
      </p:sp>
      <p:sp>
        <p:nvSpPr>
          <p:cNvPr id="2" name="TextBox 1">
            <a:extLst>
              <a:ext uri="{FF2B5EF4-FFF2-40B4-BE49-F238E27FC236}">
                <a16:creationId xmlns:a16="http://schemas.microsoft.com/office/drawing/2014/main" id="{4871F97E-C4BC-C035-8631-DB69BC8860AE}"/>
              </a:ext>
            </a:extLst>
          </p:cNvPr>
          <p:cNvSpPr txBox="1"/>
          <p:nvPr/>
        </p:nvSpPr>
        <p:spPr>
          <a:xfrm rot="7268227">
            <a:off x="639457" y="1299218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52" indent="-446738" defTabSz="2438340">
              <a:spcBef>
                <a:spcPts val="2902"/>
              </a:spcBef>
              <a:buSzPct val="100000"/>
              <a:buFontTx/>
              <a:buChar char="–"/>
              <a:defRPr/>
            </a:pPr>
            <a:endParaRPr lang="en-US" sz="7200" kern="0" dirty="0">
              <a:solidFill>
                <a:srgbClr val="000000"/>
              </a:solidFill>
              <a:latin typeface="IBM Plex Sans Light"/>
              <a:sym typeface="IBM Plex Sans Light"/>
            </a:endParaRPr>
          </a:p>
        </p:txBody>
      </p:sp>
      <p:sp>
        <p:nvSpPr>
          <p:cNvPr id="65" name="object 5">
            <a:extLst>
              <a:ext uri="{FF2B5EF4-FFF2-40B4-BE49-F238E27FC236}">
                <a16:creationId xmlns:a16="http://schemas.microsoft.com/office/drawing/2014/main" id="{F52F3A75-FCFE-FC16-C196-92283F4F3D4F}"/>
              </a:ext>
            </a:extLst>
          </p:cNvPr>
          <p:cNvSpPr/>
          <p:nvPr/>
        </p:nvSpPr>
        <p:spPr>
          <a:xfrm>
            <a:off x="16649183" y="3109320"/>
            <a:ext cx="7128005" cy="3690986"/>
          </a:xfrm>
          <a:custGeom>
            <a:avLst/>
            <a:gdLst/>
            <a:ahLst/>
            <a:cxnLst/>
            <a:rect l="l" t="t" r="r" b="b"/>
            <a:pathLst>
              <a:path w="2673350" h="1384300">
                <a:moveTo>
                  <a:pt x="2673095" y="0"/>
                </a:moveTo>
                <a:lnTo>
                  <a:pt x="0" y="0"/>
                </a:lnTo>
                <a:lnTo>
                  <a:pt x="0" y="1383791"/>
                </a:lnTo>
                <a:lnTo>
                  <a:pt x="2673095" y="1383791"/>
                </a:lnTo>
                <a:lnTo>
                  <a:pt x="2673095" y="0"/>
                </a:lnTo>
                <a:close/>
              </a:path>
            </a:pathLst>
          </a:custGeom>
          <a:gradFill flip="none" rotWithShape="1">
            <a:gsLst>
              <a:gs pos="0">
                <a:schemeClr val="accent1">
                  <a:lumMod val="5000"/>
                  <a:lumOff val="95000"/>
                </a:schemeClr>
              </a:gs>
              <a:gs pos="41000">
                <a:schemeClr val="accent1">
                  <a:lumMod val="45000"/>
                  <a:lumOff val="55000"/>
                </a:schemeClr>
              </a:gs>
              <a:gs pos="100000">
                <a:schemeClr val="accent1">
                  <a:lumMod val="30000"/>
                  <a:lumOff val="70000"/>
                </a:schemeClr>
              </a:gs>
            </a:gsLst>
            <a:lin ang="5400000" scaled="1"/>
            <a:tileRect/>
          </a:gradFill>
          <a:ln>
            <a:noFill/>
          </a:ln>
        </p:spPr>
        <p:txBody>
          <a:bodyPr wrap="square" lIns="0" tIns="0" rIns="0" bIns="0" rtlCol="0"/>
          <a:lstStyle/>
          <a:p>
            <a:pPr defTabSz="2438368">
              <a:defRPr/>
            </a:pPr>
            <a:endParaRPr sz="4800" kern="0">
              <a:solidFill>
                <a:sysClr val="windowText" lastClr="000000"/>
              </a:solidFill>
              <a:latin typeface="IBM Plex Sans Light"/>
            </a:endParaRPr>
          </a:p>
        </p:txBody>
      </p:sp>
      <p:sp>
        <p:nvSpPr>
          <p:cNvPr id="66" name="object 6">
            <a:extLst>
              <a:ext uri="{FF2B5EF4-FFF2-40B4-BE49-F238E27FC236}">
                <a16:creationId xmlns:a16="http://schemas.microsoft.com/office/drawing/2014/main" id="{4AB6B0E8-5116-AED8-45BA-9BBEA3FAF9CB}"/>
              </a:ext>
            </a:extLst>
          </p:cNvPr>
          <p:cNvSpPr txBox="1"/>
          <p:nvPr/>
        </p:nvSpPr>
        <p:spPr>
          <a:xfrm>
            <a:off x="16649182" y="3109323"/>
            <a:ext cx="7128006" cy="3709875"/>
          </a:xfrm>
          <a:prstGeom prst="rect">
            <a:avLst/>
          </a:prstGeom>
          <a:gradFill flip="none" rotWithShape="1">
            <a:gsLst>
              <a:gs pos="24000">
                <a:schemeClr val="accent1">
                  <a:lumMod val="5000"/>
                  <a:lumOff val="95000"/>
                </a:schemeClr>
              </a:gs>
              <a:gs pos="38000">
                <a:schemeClr val="accent1">
                  <a:lumMod val="75000"/>
                </a:schemeClr>
              </a:gs>
              <a:gs pos="100000">
                <a:srgbClr val="0F62FE"/>
              </a:gs>
              <a:gs pos="100000">
                <a:schemeClr val="accent1">
                  <a:lumMod val="30000"/>
                  <a:lumOff val="70000"/>
                </a:schemeClr>
              </a:gs>
            </a:gsLst>
            <a:lin ang="5400000" scaled="1"/>
            <a:tileRect/>
          </a:gradFill>
          <a:ln w="19050">
            <a:noFill/>
          </a:ln>
        </p:spPr>
        <p:txBody>
          <a:bodyPr vert="horz" wrap="square" lIns="0" tIns="220104" rIns="0" bIns="0" rtlCol="0">
            <a:spAutoFit/>
          </a:bodyPr>
          <a:lstStyle/>
          <a:p>
            <a:pPr marL="242144" defTabSz="2438368">
              <a:spcBef>
                <a:spcPts val="1734"/>
              </a:spcBef>
              <a:defRPr/>
            </a:pPr>
            <a:r>
              <a:rPr b="1" kern="0" spc="-66" dirty="0">
                <a:solidFill>
                  <a:schemeClr val="accent1">
                    <a:lumMod val="75000"/>
                  </a:schemeClr>
                </a:solidFill>
                <a:latin typeface="IBM Plex Sans Light"/>
                <a:cs typeface="Arial"/>
              </a:rPr>
              <a:t>Blockchain</a:t>
            </a:r>
            <a:r>
              <a:rPr b="1" kern="0" spc="-80" dirty="0">
                <a:solidFill>
                  <a:schemeClr val="accent1">
                    <a:lumMod val="75000"/>
                  </a:schemeClr>
                </a:solidFill>
                <a:latin typeface="IBM Plex Sans Light"/>
                <a:cs typeface="Arial"/>
              </a:rPr>
              <a:t> </a:t>
            </a:r>
            <a:r>
              <a:rPr b="1" kern="0" spc="-26" dirty="0">
                <a:solidFill>
                  <a:schemeClr val="accent1">
                    <a:lumMod val="75000"/>
                  </a:schemeClr>
                </a:solidFill>
                <a:latin typeface="IBM Plex Sans Light"/>
                <a:cs typeface="Arial"/>
              </a:rPr>
              <a:t>Applications</a:t>
            </a:r>
            <a:endParaRPr b="1" kern="0" dirty="0">
              <a:solidFill>
                <a:schemeClr val="accent1">
                  <a:lumMod val="75000"/>
                </a:schemeClr>
              </a:solidFill>
              <a:latin typeface="IBM Plex Sans Light"/>
              <a:cs typeface="Arial"/>
            </a:endParaRPr>
          </a:p>
          <a:p>
            <a:pPr defTabSz="2438368">
              <a:defRPr/>
            </a:pPr>
            <a:endParaRPr sz="4000" kern="0" dirty="0">
              <a:solidFill>
                <a:sysClr val="windowText" lastClr="000000"/>
              </a:solidFill>
              <a:latin typeface="IBM Plex Sans Light"/>
              <a:cs typeface="Arial"/>
            </a:endParaRPr>
          </a:p>
          <a:p>
            <a:pPr defTabSz="2438368">
              <a:spcBef>
                <a:spcPts val="26"/>
              </a:spcBef>
              <a:defRPr/>
            </a:pPr>
            <a:endParaRPr sz="3334" kern="0" dirty="0">
              <a:solidFill>
                <a:sysClr val="windowText" lastClr="000000"/>
              </a:solidFill>
              <a:latin typeface="IBM Plex Sans Light"/>
              <a:cs typeface="Arial"/>
            </a:endParaRPr>
          </a:p>
          <a:p>
            <a:pPr marL="1957468" marR="1093876" defTabSz="2438368">
              <a:defRPr/>
            </a:pPr>
            <a:r>
              <a:rPr sz="2666" kern="0" spc="-54" dirty="0">
                <a:solidFill>
                  <a:schemeClr val="bg1"/>
                </a:solidFill>
                <a:latin typeface="IBM Plex Sans Light"/>
                <a:cs typeface="Arial"/>
              </a:rPr>
              <a:t>Coin</a:t>
            </a:r>
            <a:r>
              <a:rPr sz="2666" kern="0" spc="26" dirty="0">
                <a:solidFill>
                  <a:schemeClr val="bg1"/>
                </a:solidFill>
                <a:latin typeface="IBM Plex Sans Light"/>
                <a:cs typeface="Arial"/>
              </a:rPr>
              <a:t> </a:t>
            </a:r>
            <a:r>
              <a:rPr sz="2666" kern="0" dirty="0">
                <a:solidFill>
                  <a:schemeClr val="bg1"/>
                </a:solidFill>
                <a:latin typeface="IBM Plex Sans Light"/>
                <a:cs typeface="Arial"/>
              </a:rPr>
              <a:t>wallets,</a:t>
            </a:r>
            <a:r>
              <a:rPr sz="2666" kern="0" spc="106" dirty="0">
                <a:solidFill>
                  <a:schemeClr val="bg1"/>
                </a:solidFill>
                <a:latin typeface="IBM Plex Sans Light"/>
                <a:cs typeface="Arial"/>
              </a:rPr>
              <a:t> </a:t>
            </a:r>
            <a:r>
              <a:rPr sz="2666" kern="0" spc="-26" dirty="0">
                <a:solidFill>
                  <a:schemeClr val="bg1"/>
                </a:solidFill>
                <a:latin typeface="IBM Plex Sans Light"/>
                <a:cs typeface="Arial"/>
              </a:rPr>
              <a:t>Transactions, Authentication</a:t>
            </a:r>
            <a:endParaRPr lang="en-US" sz="2666" kern="0" spc="-26" dirty="0">
              <a:solidFill>
                <a:schemeClr val="bg1"/>
              </a:solidFill>
              <a:latin typeface="IBM Plex Sans Light"/>
              <a:cs typeface="Arial"/>
            </a:endParaRPr>
          </a:p>
          <a:p>
            <a:pPr marL="1957468" marR="1093876" defTabSz="2438368">
              <a:defRPr/>
            </a:pPr>
            <a:endParaRPr lang="en-US" sz="2666" kern="0" spc="-26" dirty="0">
              <a:solidFill>
                <a:srgbClr val="555555"/>
              </a:solidFill>
              <a:latin typeface="IBM Plex Sans Light"/>
              <a:cs typeface="Arial"/>
            </a:endParaRPr>
          </a:p>
          <a:p>
            <a:pPr marL="1957468" marR="1093876" defTabSz="2438368">
              <a:defRPr/>
            </a:pPr>
            <a:endParaRPr lang="en-US" sz="2666" kern="0" spc="-26" dirty="0">
              <a:solidFill>
                <a:srgbClr val="555555"/>
              </a:solidFill>
              <a:latin typeface="IBM Plex Sans Light"/>
              <a:cs typeface="Arial"/>
            </a:endParaRPr>
          </a:p>
          <a:p>
            <a:pPr marL="1957468" marR="1093876" defTabSz="2438368">
              <a:defRPr/>
            </a:pPr>
            <a:endParaRPr sz="1066" kern="0" dirty="0">
              <a:solidFill>
                <a:sysClr val="windowText" lastClr="000000"/>
              </a:solidFill>
              <a:latin typeface="IBM Plex Sans Light"/>
              <a:cs typeface="Arial"/>
            </a:endParaRPr>
          </a:p>
        </p:txBody>
      </p:sp>
      <p:grpSp>
        <p:nvGrpSpPr>
          <p:cNvPr id="67" name="object 7">
            <a:extLst>
              <a:ext uri="{FF2B5EF4-FFF2-40B4-BE49-F238E27FC236}">
                <a16:creationId xmlns:a16="http://schemas.microsoft.com/office/drawing/2014/main" id="{19E6D331-39C3-D112-A223-FE9C001DAFC0}"/>
              </a:ext>
            </a:extLst>
          </p:cNvPr>
          <p:cNvGrpSpPr/>
          <p:nvPr/>
        </p:nvGrpSpPr>
        <p:grpSpPr>
          <a:xfrm>
            <a:off x="8631960" y="3109319"/>
            <a:ext cx="9245312" cy="3723157"/>
            <a:chOff x="3236214" y="1282446"/>
            <a:chExt cx="3467444" cy="1396365"/>
          </a:xfrm>
          <a:gradFill flip="none" rotWithShape="1">
            <a:gsLst>
              <a:gs pos="24000">
                <a:schemeClr val="accent1">
                  <a:lumMod val="5000"/>
                  <a:lumOff val="95000"/>
                </a:schemeClr>
              </a:gs>
              <a:gs pos="38000">
                <a:schemeClr val="accent1">
                  <a:lumMod val="75000"/>
                </a:schemeClr>
              </a:gs>
              <a:gs pos="100000">
                <a:srgbClr val="0F62FE"/>
              </a:gs>
              <a:gs pos="100000">
                <a:schemeClr val="accent1">
                  <a:lumMod val="30000"/>
                  <a:lumOff val="70000"/>
                </a:schemeClr>
              </a:gs>
            </a:gsLst>
            <a:lin ang="5400000" scaled="1"/>
            <a:tileRect/>
          </a:gradFill>
          <a:effectLst>
            <a:outerShdw blurRad="50800" dist="50800" dir="5400000" algn="ctr" rotWithShape="0">
              <a:srgbClr val="E5F6FF"/>
            </a:outerShdw>
          </a:effectLst>
        </p:grpSpPr>
        <p:pic>
          <p:nvPicPr>
            <p:cNvPr id="68" name="object 8">
              <a:extLst>
                <a:ext uri="{FF2B5EF4-FFF2-40B4-BE49-F238E27FC236}">
                  <a16:creationId xmlns:a16="http://schemas.microsoft.com/office/drawing/2014/main" id="{74F3C208-4473-B643-1A3C-0BDAE1B6605E}"/>
                </a:ext>
              </a:extLst>
            </p:cNvPr>
            <p:cNvPicPr/>
            <p:nvPr/>
          </p:nvPicPr>
          <p:blipFill>
            <a:blip r:embed="rId3" cstate="print"/>
            <a:stretch>
              <a:fillRect/>
            </a:stretch>
          </p:blipFill>
          <p:spPr>
            <a:xfrm>
              <a:off x="6372446" y="1821778"/>
              <a:ext cx="331212" cy="438984"/>
            </a:xfrm>
            <a:prstGeom prst="rect">
              <a:avLst/>
            </a:prstGeom>
            <a:grpFill/>
            <a:ln>
              <a:noFill/>
            </a:ln>
          </p:spPr>
        </p:pic>
        <p:sp>
          <p:nvSpPr>
            <p:cNvPr id="70" name="object 10">
              <a:extLst>
                <a:ext uri="{FF2B5EF4-FFF2-40B4-BE49-F238E27FC236}">
                  <a16:creationId xmlns:a16="http://schemas.microsoft.com/office/drawing/2014/main" id="{DCA2BDFA-59E9-3B29-D645-D55A1C7EA288}"/>
                </a:ext>
              </a:extLst>
            </p:cNvPr>
            <p:cNvSpPr/>
            <p:nvPr/>
          </p:nvSpPr>
          <p:spPr>
            <a:xfrm>
              <a:off x="3236214" y="1282446"/>
              <a:ext cx="2673350" cy="1396365"/>
            </a:xfrm>
            <a:custGeom>
              <a:avLst/>
              <a:gdLst/>
              <a:ahLst/>
              <a:cxnLst/>
              <a:rect l="l" t="t" r="r" b="b"/>
              <a:pathLst>
                <a:path w="2673350" h="1396364">
                  <a:moveTo>
                    <a:pt x="2673095" y="0"/>
                  </a:moveTo>
                  <a:lnTo>
                    <a:pt x="0" y="0"/>
                  </a:lnTo>
                  <a:lnTo>
                    <a:pt x="0" y="1395983"/>
                  </a:lnTo>
                  <a:lnTo>
                    <a:pt x="2673095" y="1395983"/>
                  </a:lnTo>
                  <a:lnTo>
                    <a:pt x="2673095" y="0"/>
                  </a:lnTo>
                  <a:close/>
                </a:path>
              </a:pathLst>
            </a:custGeom>
            <a:grpFill/>
            <a:ln>
              <a:noFill/>
            </a:ln>
          </p:spPr>
          <p:txBody>
            <a:bodyPr wrap="square" lIns="0" tIns="0" rIns="0" bIns="0" rtlCol="0"/>
            <a:lstStyle/>
            <a:p>
              <a:pPr defTabSz="2438368">
                <a:defRPr/>
              </a:pPr>
              <a:endParaRPr sz="4800" kern="0">
                <a:solidFill>
                  <a:sysClr val="windowText" lastClr="000000"/>
                </a:solidFill>
                <a:latin typeface="IBM Plex Sans Light"/>
              </a:endParaRPr>
            </a:p>
          </p:txBody>
        </p:sp>
      </p:grpSp>
      <p:sp>
        <p:nvSpPr>
          <p:cNvPr id="71" name="object 11">
            <a:extLst>
              <a:ext uri="{FF2B5EF4-FFF2-40B4-BE49-F238E27FC236}">
                <a16:creationId xmlns:a16="http://schemas.microsoft.com/office/drawing/2014/main" id="{237D1E75-DA87-3A34-91C2-BA27D4ED332B}"/>
              </a:ext>
            </a:extLst>
          </p:cNvPr>
          <p:cNvSpPr txBox="1"/>
          <p:nvPr/>
        </p:nvSpPr>
        <p:spPr>
          <a:xfrm>
            <a:off x="8631956" y="3109321"/>
            <a:ext cx="7128006" cy="3742961"/>
          </a:xfrm>
          <a:prstGeom prst="rect">
            <a:avLst/>
          </a:prstGeom>
          <a:ln w="19050">
            <a:noFill/>
          </a:ln>
        </p:spPr>
        <p:txBody>
          <a:bodyPr vert="horz" wrap="square" lIns="0" tIns="220104" rIns="0" bIns="0" rtlCol="0">
            <a:spAutoFit/>
          </a:bodyPr>
          <a:lstStyle/>
          <a:p>
            <a:pPr marL="242144" defTabSz="2438368">
              <a:spcBef>
                <a:spcPts val="1734"/>
              </a:spcBef>
              <a:defRPr/>
            </a:pPr>
            <a:r>
              <a:rPr b="1" kern="0" spc="-26" dirty="0">
                <a:solidFill>
                  <a:schemeClr val="accent1">
                    <a:lumMod val="75000"/>
                  </a:schemeClr>
                </a:solidFill>
                <a:latin typeface="IBM Plex Sans Light"/>
                <a:cs typeface="Arial"/>
              </a:rPr>
              <a:t>Critical</a:t>
            </a:r>
            <a:r>
              <a:rPr b="1" kern="0" spc="-14" dirty="0">
                <a:solidFill>
                  <a:schemeClr val="accent1">
                    <a:lumMod val="75000"/>
                  </a:schemeClr>
                </a:solidFill>
                <a:latin typeface="IBM Plex Sans Light"/>
                <a:cs typeface="Arial"/>
              </a:rPr>
              <a:t> </a:t>
            </a:r>
            <a:r>
              <a:rPr b="1" kern="0" spc="-26" dirty="0">
                <a:solidFill>
                  <a:schemeClr val="accent1">
                    <a:lumMod val="75000"/>
                  </a:schemeClr>
                </a:solidFill>
                <a:latin typeface="IBM Plex Sans Light"/>
                <a:cs typeface="Arial"/>
              </a:rPr>
              <a:t>Infrastructure</a:t>
            </a:r>
            <a:endParaRPr b="1" kern="0" dirty="0">
              <a:solidFill>
                <a:schemeClr val="accent1">
                  <a:lumMod val="75000"/>
                </a:schemeClr>
              </a:solidFill>
              <a:latin typeface="IBM Plex Sans Light"/>
              <a:cs typeface="Arial"/>
            </a:endParaRPr>
          </a:p>
          <a:p>
            <a:pPr defTabSz="2438368">
              <a:spcBef>
                <a:spcPts val="94"/>
              </a:spcBef>
              <a:defRPr/>
            </a:pPr>
            <a:endParaRPr sz="5866" kern="0" dirty="0">
              <a:solidFill>
                <a:sysClr val="windowText" lastClr="000000"/>
              </a:solidFill>
              <a:latin typeface="IBM Plex Sans Light"/>
              <a:cs typeface="Arial"/>
            </a:endParaRPr>
          </a:p>
          <a:p>
            <a:pPr marL="2006574" marR="426714" defTabSz="2438368">
              <a:defRPr/>
            </a:pPr>
            <a:r>
              <a:rPr sz="2666" kern="0" spc="-66" dirty="0">
                <a:solidFill>
                  <a:schemeClr val="bg1"/>
                </a:solidFill>
                <a:latin typeface="IBM Plex Sans Light"/>
                <a:cs typeface="Arial"/>
              </a:rPr>
              <a:t>Code</a:t>
            </a:r>
            <a:r>
              <a:rPr sz="2666" kern="0" spc="-54" dirty="0">
                <a:solidFill>
                  <a:schemeClr val="bg1"/>
                </a:solidFill>
                <a:latin typeface="IBM Plex Sans Light"/>
                <a:cs typeface="Arial"/>
              </a:rPr>
              <a:t> </a:t>
            </a:r>
            <a:r>
              <a:rPr sz="2666" kern="0" dirty="0">
                <a:solidFill>
                  <a:schemeClr val="bg1"/>
                </a:solidFill>
                <a:latin typeface="IBM Plex Sans Light"/>
                <a:cs typeface="Arial"/>
              </a:rPr>
              <a:t>updates;</a:t>
            </a:r>
            <a:r>
              <a:rPr sz="2666" kern="0" spc="-26" dirty="0">
                <a:solidFill>
                  <a:schemeClr val="bg1"/>
                </a:solidFill>
                <a:latin typeface="IBM Plex Sans Light"/>
                <a:cs typeface="Arial"/>
              </a:rPr>
              <a:t> Control </a:t>
            </a:r>
            <a:r>
              <a:rPr sz="2666" kern="0" dirty="0">
                <a:solidFill>
                  <a:schemeClr val="bg1"/>
                </a:solidFill>
                <a:latin typeface="IBM Plex Sans Light"/>
                <a:cs typeface="Arial"/>
              </a:rPr>
              <a:t>systems-</a:t>
            </a:r>
            <a:r>
              <a:rPr sz="2666" kern="0" spc="174" dirty="0">
                <a:solidFill>
                  <a:schemeClr val="bg1"/>
                </a:solidFill>
                <a:latin typeface="IBM Plex Sans Light"/>
                <a:cs typeface="Arial"/>
              </a:rPr>
              <a:t> </a:t>
            </a:r>
            <a:r>
              <a:rPr sz="2666" kern="0" dirty="0">
                <a:solidFill>
                  <a:schemeClr val="bg1"/>
                </a:solidFill>
                <a:latin typeface="IBM Plex Sans Light"/>
                <a:cs typeface="Arial"/>
              </a:rPr>
              <a:t>Oil pipelines,</a:t>
            </a:r>
            <a:r>
              <a:rPr sz="2666" kern="0" spc="26" dirty="0">
                <a:solidFill>
                  <a:schemeClr val="bg1"/>
                </a:solidFill>
                <a:latin typeface="IBM Plex Sans Light"/>
                <a:cs typeface="Arial"/>
              </a:rPr>
              <a:t> </a:t>
            </a:r>
            <a:r>
              <a:rPr sz="2666" kern="0" spc="-26" dirty="0">
                <a:solidFill>
                  <a:schemeClr val="bg1"/>
                </a:solidFill>
                <a:latin typeface="IBM Plex Sans Light"/>
                <a:cs typeface="Arial"/>
              </a:rPr>
              <a:t>Electric </a:t>
            </a:r>
            <a:r>
              <a:rPr sz="2666" kern="0" dirty="0">
                <a:solidFill>
                  <a:schemeClr val="bg1"/>
                </a:solidFill>
                <a:latin typeface="IBM Plex Sans Light"/>
                <a:cs typeface="Arial"/>
              </a:rPr>
              <a:t>grids;</a:t>
            </a:r>
            <a:r>
              <a:rPr sz="2666" kern="0" spc="574" dirty="0">
                <a:solidFill>
                  <a:schemeClr val="bg1"/>
                </a:solidFill>
                <a:latin typeface="IBM Plex Sans Light"/>
                <a:cs typeface="Arial"/>
              </a:rPr>
              <a:t> </a:t>
            </a:r>
            <a:r>
              <a:rPr sz="2666" kern="0" spc="-106" dirty="0">
                <a:solidFill>
                  <a:schemeClr val="bg1"/>
                </a:solidFill>
                <a:latin typeface="IBM Plex Sans Light"/>
                <a:cs typeface="Arial"/>
              </a:rPr>
              <a:t>Car</a:t>
            </a:r>
            <a:r>
              <a:rPr sz="2666" kern="0" spc="-54" dirty="0">
                <a:solidFill>
                  <a:schemeClr val="bg1"/>
                </a:solidFill>
                <a:latin typeface="IBM Plex Sans Light"/>
                <a:cs typeface="Arial"/>
              </a:rPr>
              <a:t> </a:t>
            </a:r>
            <a:r>
              <a:rPr sz="2666" kern="0" spc="-26" dirty="0">
                <a:solidFill>
                  <a:schemeClr val="bg1"/>
                </a:solidFill>
                <a:latin typeface="IBM Plex Sans Light"/>
                <a:cs typeface="Arial"/>
              </a:rPr>
              <a:t>systems,…</a:t>
            </a:r>
            <a:endParaRPr lang="en-US" sz="2666" kern="0" spc="-26" dirty="0">
              <a:solidFill>
                <a:schemeClr val="bg1"/>
              </a:solidFill>
              <a:latin typeface="IBM Plex Sans Light"/>
              <a:cs typeface="Arial"/>
            </a:endParaRPr>
          </a:p>
          <a:p>
            <a:pPr marL="2006574" marR="426714" defTabSz="2438368">
              <a:defRPr/>
            </a:pPr>
            <a:endParaRPr lang="en-US" sz="2666" kern="0" spc="-26" dirty="0">
              <a:solidFill>
                <a:srgbClr val="555555"/>
              </a:solidFill>
              <a:latin typeface="IBM Plex Sans Light"/>
              <a:cs typeface="Arial"/>
            </a:endParaRPr>
          </a:p>
          <a:p>
            <a:pPr marL="2006574" marR="426714" defTabSz="2438368">
              <a:defRPr/>
            </a:pPr>
            <a:endParaRPr sz="2666" kern="0" dirty="0">
              <a:solidFill>
                <a:sysClr val="windowText" lastClr="000000"/>
              </a:solidFill>
              <a:latin typeface="IBM Plex Sans Light"/>
              <a:cs typeface="Arial"/>
            </a:endParaRPr>
          </a:p>
        </p:txBody>
      </p:sp>
      <p:grpSp>
        <p:nvGrpSpPr>
          <p:cNvPr id="72" name="object 12">
            <a:extLst>
              <a:ext uri="{FF2B5EF4-FFF2-40B4-BE49-F238E27FC236}">
                <a16:creationId xmlns:a16="http://schemas.microsoft.com/office/drawing/2014/main" id="{ABBA90B8-D057-4ABA-2561-BDC00D188841}"/>
              </a:ext>
            </a:extLst>
          </p:cNvPr>
          <p:cNvGrpSpPr/>
          <p:nvPr/>
        </p:nvGrpSpPr>
        <p:grpSpPr>
          <a:xfrm>
            <a:off x="789629" y="3109333"/>
            <a:ext cx="9476247" cy="3726543"/>
            <a:chOff x="229361" y="1274825"/>
            <a:chExt cx="3554056" cy="1397635"/>
          </a:xfrm>
          <a:gradFill flip="none" rotWithShape="1">
            <a:gsLst>
              <a:gs pos="24000">
                <a:schemeClr val="accent1">
                  <a:lumMod val="5000"/>
                  <a:lumOff val="95000"/>
                </a:schemeClr>
              </a:gs>
              <a:gs pos="38000">
                <a:schemeClr val="accent1">
                  <a:lumMod val="75000"/>
                </a:schemeClr>
              </a:gs>
              <a:gs pos="100000">
                <a:srgbClr val="0F62FE"/>
              </a:gs>
              <a:gs pos="100000">
                <a:schemeClr val="accent1">
                  <a:lumMod val="30000"/>
                  <a:lumOff val="70000"/>
                </a:schemeClr>
              </a:gs>
            </a:gsLst>
            <a:lin ang="5400000" scaled="1"/>
            <a:tileRect/>
          </a:gradFill>
          <a:effectLst>
            <a:outerShdw blurRad="50800" dist="50800" dir="5400000" algn="ctr" rotWithShape="0">
              <a:srgbClr val="E5F6FF"/>
            </a:outerShdw>
          </a:effectLst>
        </p:grpSpPr>
        <p:sp>
          <p:nvSpPr>
            <p:cNvPr id="73" name="object 13">
              <a:extLst>
                <a:ext uri="{FF2B5EF4-FFF2-40B4-BE49-F238E27FC236}">
                  <a16:creationId xmlns:a16="http://schemas.microsoft.com/office/drawing/2014/main" id="{497762C1-C59B-B9A0-B706-3BCAACDC2E9B}"/>
                </a:ext>
              </a:extLst>
            </p:cNvPr>
            <p:cNvSpPr/>
            <p:nvPr/>
          </p:nvSpPr>
          <p:spPr>
            <a:xfrm>
              <a:off x="3398607" y="1806420"/>
              <a:ext cx="384810" cy="539115"/>
            </a:xfrm>
            <a:custGeom>
              <a:avLst/>
              <a:gdLst/>
              <a:ahLst/>
              <a:cxnLst/>
              <a:rect l="l" t="t" r="r" b="b"/>
              <a:pathLst>
                <a:path w="384810" h="539114">
                  <a:moveTo>
                    <a:pt x="251355" y="474783"/>
                  </a:moveTo>
                  <a:lnTo>
                    <a:pt x="191988" y="474783"/>
                  </a:lnTo>
                  <a:lnTo>
                    <a:pt x="341425" y="538541"/>
                  </a:lnTo>
                  <a:lnTo>
                    <a:pt x="348275" y="535796"/>
                  </a:lnTo>
                  <a:lnTo>
                    <a:pt x="352014" y="527042"/>
                  </a:lnTo>
                  <a:lnTo>
                    <a:pt x="352053" y="523838"/>
                  </a:lnTo>
                  <a:lnTo>
                    <a:pt x="343945" y="503574"/>
                  </a:lnTo>
                  <a:lnTo>
                    <a:pt x="318838" y="503574"/>
                  </a:lnTo>
                  <a:lnTo>
                    <a:pt x="251355" y="474783"/>
                  </a:lnTo>
                  <a:close/>
                </a:path>
                <a:path w="384810" h="539114">
                  <a:moveTo>
                    <a:pt x="137701" y="298640"/>
                  </a:moveTo>
                  <a:lnTo>
                    <a:pt x="114250" y="298640"/>
                  </a:lnTo>
                  <a:lnTo>
                    <a:pt x="110973" y="327812"/>
                  </a:lnTo>
                  <a:lnTo>
                    <a:pt x="31535" y="526533"/>
                  </a:lnTo>
                  <a:lnTo>
                    <a:pt x="34443" y="533312"/>
                  </a:lnTo>
                  <a:lnTo>
                    <a:pt x="43280" y="536845"/>
                  </a:lnTo>
                  <a:lnTo>
                    <a:pt x="46480" y="536808"/>
                  </a:lnTo>
                  <a:lnTo>
                    <a:pt x="125401" y="503167"/>
                  </a:lnTo>
                  <a:lnTo>
                    <a:pt x="65959" y="503167"/>
                  </a:lnTo>
                  <a:lnTo>
                    <a:pt x="94013" y="432986"/>
                  </a:lnTo>
                  <a:lnTo>
                    <a:pt x="153402" y="432986"/>
                  </a:lnTo>
                  <a:lnTo>
                    <a:pt x="110550" y="414701"/>
                  </a:lnTo>
                  <a:lnTo>
                    <a:pt x="168620" y="388612"/>
                  </a:lnTo>
                  <a:lnTo>
                    <a:pt x="111754" y="388611"/>
                  </a:lnTo>
                  <a:lnTo>
                    <a:pt x="127534" y="349120"/>
                  </a:lnTo>
                  <a:lnTo>
                    <a:pt x="184381" y="349120"/>
                  </a:lnTo>
                  <a:lnTo>
                    <a:pt x="134535" y="326720"/>
                  </a:lnTo>
                  <a:lnTo>
                    <a:pt x="137701" y="298640"/>
                  </a:lnTo>
                  <a:close/>
                </a:path>
                <a:path w="384810" h="539114">
                  <a:moveTo>
                    <a:pt x="315618" y="432782"/>
                  </a:moveTo>
                  <a:lnTo>
                    <a:pt x="290517" y="432782"/>
                  </a:lnTo>
                  <a:lnTo>
                    <a:pt x="318838" y="503574"/>
                  </a:lnTo>
                  <a:lnTo>
                    <a:pt x="343945" y="503574"/>
                  </a:lnTo>
                  <a:lnTo>
                    <a:pt x="315618" y="432782"/>
                  </a:lnTo>
                  <a:close/>
                </a:path>
                <a:path w="384810" h="539114">
                  <a:moveTo>
                    <a:pt x="153402" y="432986"/>
                  </a:moveTo>
                  <a:lnTo>
                    <a:pt x="94013" y="432986"/>
                  </a:lnTo>
                  <a:lnTo>
                    <a:pt x="162274" y="462109"/>
                  </a:lnTo>
                  <a:lnTo>
                    <a:pt x="65959" y="503167"/>
                  </a:lnTo>
                  <a:lnTo>
                    <a:pt x="125401" y="503167"/>
                  </a:lnTo>
                  <a:lnTo>
                    <a:pt x="191988" y="474783"/>
                  </a:lnTo>
                  <a:lnTo>
                    <a:pt x="251355" y="474783"/>
                  </a:lnTo>
                  <a:lnTo>
                    <a:pt x="221673" y="462119"/>
                  </a:lnTo>
                  <a:lnTo>
                    <a:pt x="251402" y="449450"/>
                  </a:lnTo>
                  <a:lnTo>
                    <a:pt x="191988" y="449450"/>
                  </a:lnTo>
                  <a:lnTo>
                    <a:pt x="153402" y="432986"/>
                  </a:lnTo>
                  <a:close/>
                </a:path>
                <a:path w="384810" h="539114">
                  <a:moveTo>
                    <a:pt x="248859" y="378093"/>
                  </a:moveTo>
                  <a:lnTo>
                    <a:pt x="192032" y="378093"/>
                  </a:lnTo>
                  <a:lnTo>
                    <a:pt x="273494" y="414701"/>
                  </a:lnTo>
                  <a:lnTo>
                    <a:pt x="191988" y="449450"/>
                  </a:lnTo>
                  <a:lnTo>
                    <a:pt x="251402" y="449450"/>
                  </a:lnTo>
                  <a:lnTo>
                    <a:pt x="290517" y="432782"/>
                  </a:lnTo>
                  <a:lnTo>
                    <a:pt x="315618" y="432782"/>
                  </a:lnTo>
                  <a:lnTo>
                    <a:pt x="298068" y="388922"/>
                  </a:lnTo>
                  <a:lnTo>
                    <a:pt x="272960" y="388922"/>
                  </a:lnTo>
                  <a:lnTo>
                    <a:pt x="248859" y="378093"/>
                  </a:lnTo>
                  <a:close/>
                </a:path>
                <a:path w="384810" h="539114">
                  <a:moveTo>
                    <a:pt x="282060" y="348916"/>
                  </a:moveTo>
                  <a:lnTo>
                    <a:pt x="256947" y="348916"/>
                  </a:lnTo>
                  <a:lnTo>
                    <a:pt x="272960" y="388922"/>
                  </a:lnTo>
                  <a:lnTo>
                    <a:pt x="298068" y="388922"/>
                  </a:lnTo>
                  <a:lnTo>
                    <a:pt x="282060" y="348916"/>
                  </a:lnTo>
                  <a:close/>
                </a:path>
                <a:path w="384810" h="539114">
                  <a:moveTo>
                    <a:pt x="184381" y="349120"/>
                  </a:moveTo>
                  <a:lnTo>
                    <a:pt x="127534" y="349120"/>
                  </a:lnTo>
                  <a:lnTo>
                    <a:pt x="163589" y="365323"/>
                  </a:lnTo>
                  <a:lnTo>
                    <a:pt x="111754" y="388611"/>
                  </a:lnTo>
                  <a:lnTo>
                    <a:pt x="168620" y="388612"/>
                  </a:lnTo>
                  <a:lnTo>
                    <a:pt x="192032" y="378093"/>
                  </a:lnTo>
                  <a:lnTo>
                    <a:pt x="248859" y="378093"/>
                  </a:lnTo>
                  <a:lnTo>
                    <a:pt x="220459" y="365332"/>
                  </a:lnTo>
                  <a:lnTo>
                    <a:pt x="248866" y="352552"/>
                  </a:lnTo>
                  <a:lnTo>
                    <a:pt x="192017" y="352552"/>
                  </a:lnTo>
                  <a:lnTo>
                    <a:pt x="184381" y="349120"/>
                  </a:lnTo>
                  <a:close/>
                </a:path>
                <a:path w="384810" h="539114">
                  <a:moveTo>
                    <a:pt x="270348" y="298640"/>
                  </a:moveTo>
                  <a:lnTo>
                    <a:pt x="246887" y="298640"/>
                  </a:lnTo>
                  <a:lnTo>
                    <a:pt x="249999" y="326501"/>
                  </a:lnTo>
                  <a:lnTo>
                    <a:pt x="192017" y="352552"/>
                  </a:lnTo>
                  <a:lnTo>
                    <a:pt x="248866" y="352552"/>
                  </a:lnTo>
                  <a:lnTo>
                    <a:pt x="256947" y="348916"/>
                  </a:lnTo>
                  <a:lnTo>
                    <a:pt x="282060" y="348916"/>
                  </a:lnTo>
                  <a:lnTo>
                    <a:pt x="273615" y="327812"/>
                  </a:lnTo>
                  <a:lnTo>
                    <a:pt x="270348" y="298640"/>
                  </a:lnTo>
                  <a:close/>
                </a:path>
                <a:path w="384810" h="539114">
                  <a:moveTo>
                    <a:pt x="152111" y="170497"/>
                  </a:moveTo>
                  <a:lnTo>
                    <a:pt x="128655" y="170497"/>
                  </a:lnTo>
                  <a:lnTo>
                    <a:pt x="122669" y="223759"/>
                  </a:lnTo>
                  <a:lnTo>
                    <a:pt x="2681" y="278273"/>
                  </a:lnTo>
                  <a:lnTo>
                    <a:pt x="4" y="282418"/>
                  </a:lnTo>
                  <a:lnTo>
                    <a:pt x="4" y="322545"/>
                  </a:lnTo>
                  <a:lnTo>
                    <a:pt x="5219" y="327763"/>
                  </a:lnTo>
                  <a:lnTo>
                    <a:pt x="18090" y="327763"/>
                  </a:lnTo>
                  <a:lnTo>
                    <a:pt x="23310" y="322545"/>
                  </a:lnTo>
                  <a:lnTo>
                    <a:pt x="23310" y="298640"/>
                  </a:lnTo>
                  <a:lnTo>
                    <a:pt x="384544" y="298640"/>
                  </a:lnTo>
                  <a:lnTo>
                    <a:pt x="384541" y="282418"/>
                  </a:lnTo>
                  <a:lnTo>
                    <a:pt x="381863" y="278268"/>
                  </a:lnTo>
                  <a:lnTo>
                    <a:pt x="375423" y="275341"/>
                  </a:lnTo>
                  <a:lnTo>
                    <a:pt x="65473" y="275341"/>
                  </a:lnTo>
                  <a:lnTo>
                    <a:pt x="119658" y="250727"/>
                  </a:lnTo>
                  <a:lnTo>
                    <a:pt x="143089" y="250727"/>
                  </a:lnTo>
                  <a:lnTo>
                    <a:pt x="144251" y="240393"/>
                  </a:lnTo>
                  <a:lnTo>
                    <a:pt x="298522" y="240393"/>
                  </a:lnTo>
                  <a:lnTo>
                    <a:pt x="261919" y="223759"/>
                  </a:lnTo>
                  <a:lnTo>
                    <a:pt x="261170" y="217095"/>
                  </a:lnTo>
                  <a:lnTo>
                    <a:pt x="146868" y="217094"/>
                  </a:lnTo>
                  <a:lnTo>
                    <a:pt x="152111" y="170497"/>
                  </a:lnTo>
                  <a:close/>
                </a:path>
                <a:path w="384810" h="539114">
                  <a:moveTo>
                    <a:pt x="384544" y="298640"/>
                  </a:moveTo>
                  <a:lnTo>
                    <a:pt x="361239" y="298640"/>
                  </a:lnTo>
                  <a:lnTo>
                    <a:pt x="361239" y="322545"/>
                  </a:lnTo>
                  <a:lnTo>
                    <a:pt x="366454" y="327763"/>
                  </a:lnTo>
                  <a:lnTo>
                    <a:pt x="379325" y="327763"/>
                  </a:lnTo>
                  <a:lnTo>
                    <a:pt x="384544" y="322545"/>
                  </a:lnTo>
                  <a:lnTo>
                    <a:pt x="384544" y="298640"/>
                  </a:lnTo>
                  <a:close/>
                </a:path>
                <a:path w="384810" h="539114">
                  <a:moveTo>
                    <a:pt x="143089" y="250727"/>
                  </a:moveTo>
                  <a:lnTo>
                    <a:pt x="119658" y="250727"/>
                  </a:lnTo>
                  <a:lnTo>
                    <a:pt x="116872" y="275341"/>
                  </a:lnTo>
                  <a:lnTo>
                    <a:pt x="140323" y="275341"/>
                  </a:lnTo>
                  <a:lnTo>
                    <a:pt x="143089" y="250727"/>
                  </a:lnTo>
                  <a:close/>
                </a:path>
                <a:path w="384810" h="539114">
                  <a:moveTo>
                    <a:pt x="298522" y="240393"/>
                  </a:moveTo>
                  <a:lnTo>
                    <a:pt x="240342" y="240393"/>
                  </a:lnTo>
                  <a:lnTo>
                    <a:pt x="244265" y="275341"/>
                  </a:lnTo>
                  <a:lnTo>
                    <a:pt x="267716" y="275341"/>
                  </a:lnTo>
                  <a:lnTo>
                    <a:pt x="264949" y="250727"/>
                  </a:lnTo>
                  <a:lnTo>
                    <a:pt x="321261" y="250727"/>
                  </a:lnTo>
                  <a:lnTo>
                    <a:pt x="298522" y="240393"/>
                  </a:lnTo>
                  <a:close/>
                </a:path>
                <a:path w="384810" h="539114">
                  <a:moveTo>
                    <a:pt x="321261" y="250727"/>
                  </a:moveTo>
                  <a:lnTo>
                    <a:pt x="264949" y="250727"/>
                  </a:lnTo>
                  <a:lnTo>
                    <a:pt x="319119" y="275341"/>
                  </a:lnTo>
                  <a:lnTo>
                    <a:pt x="375423" y="275341"/>
                  </a:lnTo>
                  <a:lnTo>
                    <a:pt x="321261" y="250727"/>
                  </a:lnTo>
                  <a:close/>
                </a:path>
                <a:path w="384810" h="539114">
                  <a:moveTo>
                    <a:pt x="255932" y="170497"/>
                  </a:moveTo>
                  <a:lnTo>
                    <a:pt x="232476" y="170497"/>
                  </a:lnTo>
                  <a:lnTo>
                    <a:pt x="237720" y="217095"/>
                  </a:lnTo>
                  <a:lnTo>
                    <a:pt x="261170" y="217095"/>
                  </a:lnTo>
                  <a:lnTo>
                    <a:pt x="255932" y="170497"/>
                  </a:lnTo>
                  <a:close/>
                </a:path>
                <a:path w="384810" h="539114">
                  <a:moveTo>
                    <a:pt x="190866" y="0"/>
                  </a:moveTo>
                  <a:lnTo>
                    <a:pt x="140823" y="66391"/>
                  </a:lnTo>
                  <a:lnTo>
                    <a:pt x="137774" y="89175"/>
                  </a:lnTo>
                  <a:lnTo>
                    <a:pt x="136822" y="89330"/>
                  </a:lnTo>
                  <a:lnTo>
                    <a:pt x="135895" y="89607"/>
                  </a:lnTo>
                  <a:lnTo>
                    <a:pt x="2670" y="150130"/>
                  </a:lnTo>
                  <a:lnTo>
                    <a:pt x="0" y="154280"/>
                  </a:lnTo>
                  <a:lnTo>
                    <a:pt x="4" y="194403"/>
                  </a:lnTo>
                  <a:lnTo>
                    <a:pt x="5219" y="199620"/>
                  </a:lnTo>
                  <a:lnTo>
                    <a:pt x="18090" y="199620"/>
                  </a:lnTo>
                  <a:lnTo>
                    <a:pt x="23310" y="194403"/>
                  </a:lnTo>
                  <a:lnTo>
                    <a:pt x="23310" y="170497"/>
                  </a:lnTo>
                  <a:lnTo>
                    <a:pt x="384544" y="170497"/>
                  </a:lnTo>
                  <a:lnTo>
                    <a:pt x="384544" y="154280"/>
                  </a:lnTo>
                  <a:lnTo>
                    <a:pt x="381874" y="150130"/>
                  </a:lnTo>
                  <a:lnTo>
                    <a:pt x="375420" y="147199"/>
                  </a:lnTo>
                  <a:lnTo>
                    <a:pt x="65473" y="147198"/>
                  </a:lnTo>
                  <a:lnTo>
                    <a:pt x="134807" y="115687"/>
                  </a:lnTo>
                  <a:lnTo>
                    <a:pt x="158268" y="115687"/>
                  </a:lnTo>
                  <a:lnTo>
                    <a:pt x="158656" y="112251"/>
                  </a:lnTo>
                  <a:lnTo>
                    <a:pt x="298492" y="112251"/>
                  </a:lnTo>
                  <a:lnTo>
                    <a:pt x="248649" y="89607"/>
                  </a:lnTo>
                  <a:lnTo>
                    <a:pt x="247722" y="89330"/>
                  </a:lnTo>
                  <a:lnTo>
                    <a:pt x="246770" y="89175"/>
                  </a:lnTo>
                  <a:lnTo>
                    <a:pt x="246745" y="88952"/>
                  </a:lnTo>
                  <a:lnTo>
                    <a:pt x="161268" y="88952"/>
                  </a:lnTo>
                  <a:lnTo>
                    <a:pt x="162764" y="75725"/>
                  </a:lnTo>
                  <a:lnTo>
                    <a:pt x="192274" y="33540"/>
                  </a:lnTo>
                  <a:lnTo>
                    <a:pt x="220717" y="33540"/>
                  </a:lnTo>
                  <a:lnTo>
                    <a:pt x="198135" y="1262"/>
                  </a:lnTo>
                  <a:lnTo>
                    <a:pt x="190866" y="0"/>
                  </a:lnTo>
                  <a:close/>
                </a:path>
                <a:path w="384810" h="539114">
                  <a:moveTo>
                    <a:pt x="384544" y="170497"/>
                  </a:moveTo>
                  <a:lnTo>
                    <a:pt x="361239" y="170497"/>
                  </a:lnTo>
                  <a:lnTo>
                    <a:pt x="361239" y="194403"/>
                  </a:lnTo>
                  <a:lnTo>
                    <a:pt x="366453" y="199621"/>
                  </a:lnTo>
                  <a:lnTo>
                    <a:pt x="379325" y="199621"/>
                  </a:lnTo>
                  <a:lnTo>
                    <a:pt x="384544" y="194403"/>
                  </a:lnTo>
                  <a:lnTo>
                    <a:pt x="384544" y="170497"/>
                  </a:lnTo>
                  <a:close/>
                </a:path>
                <a:path w="384810" h="539114">
                  <a:moveTo>
                    <a:pt x="158268" y="115687"/>
                  </a:moveTo>
                  <a:lnTo>
                    <a:pt x="134807" y="115687"/>
                  </a:lnTo>
                  <a:lnTo>
                    <a:pt x="131277" y="147199"/>
                  </a:lnTo>
                  <a:lnTo>
                    <a:pt x="154704" y="147199"/>
                  </a:lnTo>
                  <a:lnTo>
                    <a:pt x="158268" y="115687"/>
                  </a:lnTo>
                  <a:close/>
                </a:path>
                <a:path w="384810" h="539114">
                  <a:moveTo>
                    <a:pt x="298492" y="112251"/>
                  </a:moveTo>
                  <a:lnTo>
                    <a:pt x="225936" y="112251"/>
                  </a:lnTo>
                  <a:lnTo>
                    <a:pt x="229864" y="147199"/>
                  </a:lnTo>
                  <a:lnTo>
                    <a:pt x="253315" y="147199"/>
                  </a:lnTo>
                  <a:lnTo>
                    <a:pt x="249771" y="115687"/>
                  </a:lnTo>
                  <a:lnTo>
                    <a:pt x="306057" y="115687"/>
                  </a:lnTo>
                  <a:lnTo>
                    <a:pt x="298492" y="112251"/>
                  </a:lnTo>
                  <a:close/>
                </a:path>
                <a:path w="384810" h="539114">
                  <a:moveTo>
                    <a:pt x="306057" y="115687"/>
                  </a:moveTo>
                  <a:lnTo>
                    <a:pt x="249771" y="115687"/>
                  </a:lnTo>
                  <a:lnTo>
                    <a:pt x="319119" y="147199"/>
                  </a:lnTo>
                  <a:lnTo>
                    <a:pt x="375420" y="147199"/>
                  </a:lnTo>
                  <a:lnTo>
                    <a:pt x="306057" y="115687"/>
                  </a:lnTo>
                  <a:close/>
                </a:path>
                <a:path w="384810" h="539114">
                  <a:moveTo>
                    <a:pt x="220717" y="33540"/>
                  </a:moveTo>
                  <a:lnTo>
                    <a:pt x="192274" y="33540"/>
                  </a:lnTo>
                  <a:lnTo>
                    <a:pt x="221804" y="75725"/>
                  </a:lnTo>
                  <a:lnTo>
                    <a:pt x="223314" y="88952"/>
                  </a:lnTo>
                  <a:lnTo>
                    <a:pt x="246745" y="88952"/>
                  </a:lnTo>
                  <a:lnTo>
                    <a:pt x="244420" y="68245"/>
                  </a:lnTo>
                  <a:lnTo>
                    <a:pt x="243721" y="66391"/>
                  </a:lnTo>
                  <a:lnTo>
                    <a:pt x="220717" y="33540"/>
                  </a:lnTo>
                  <a:close/>
                </a:path>
              </a:pathLst>
            </a:custGeom>
            <a:grpFill/>
            <a:ln>
              <a:noFill/>
            </a:ln>
          </p:spPr>
          <p:txBody>
            <a:bodyPr wrap="square" lIns="0" tIns="0" rIns="0" bIns="0" rtlCol="0"/>
            <a:lstStyle/>
            <a:p>
              <a:pPr defTabSz="2438368">
                <a:defRPr/>
              </a:pPr>
              <a:endParaRPr sz="4800" kern="0">
                <a:solidFill>
                  <a:sysClr val="windowText" lastClr="000000"/>
                </a:solidFill>
                <a:latin typeface="IBM Plex Sans Light"/>
              </a:endParaRPr>
            </a:p>
          </p:txBody>
        </p:sp>
        <p:sp>
          <p:nvSpPr>
            <p:cNvPr id="75" name="object 15">
              <a:extLst>
                <a:ext uri="{FF2B5EF4-FFF2-40B4-BE49-F238E27FC236}">
                  <a16:creationId xmlns:a16="http://schemas.microsoft.com/office/drawing/2014/main" id="{63EE9EA1-E1EF-529F-E71B-F1125B8DF174}"/>
                </a:ext>
              </a:extLst>
            </p:cNvPr>
            <p:cNvSpPr/>
            <p:nvPr/>
          </p:nvSpPr>
          <p:spPr>
            <a:xfrm>
              <a:off x="229361" y="1274825"/>
              <a:ext cx="2673350" cy="1397635"/>
            </a:xfrm>
            <a:custGeom>
              <a:avLst/>
              <a:gdLst/>
              <a:ahLst/>
              <a:cxnLst/>
              <a:rect l="l" t="t" r="r" b="b"/>
              <a:pathLst>
                <a:path w="2673350" h="1397635">
                  <a:moveTo>
                    <a:pt x="2673096" y="0"/>
                  </a:moveTo>
                  <a:lnTo>
                    <a:pt x="0" y="0"/>
                  </a:lnTo>
                  <a:lnTo>
                    <a:pt x="0" y="1397508"/>
                  </a:lnTo>
                  <a:lnTo>
                    <a:pt x="2673096" y="1397508"/>
                  </a:lnTo>
                  <a:lnTo>
                    <a:pt x="2673096" y="0"/>
                  </a:lnTo>
                  <a:close/>
                </a:path>
              </a:pathLst>
            </a:custGeom>
            <a:grpFill/>
            <a:ln>
              <a:noFill/>
            </a:ln>
          </p:spPr>
          <p:txBody>
            <a:bodyPr wrap="square" lIns="0" tIns="0" rIns="0" bIns="0" rtlCol="0"/>
            <a:lstStyle/>
            <a:p>
              <a:pPr defTabSz="2438368">
                <a:defRPr/>
              </a:pPr>
              <a:endParaRPr sz="4800" kern="0">
                <a:solidFill>
                  <a:sysClr val="windowText" lastClr="000000"/>
                </a:solidFill>
                <a:latin typeface="IBM Plex Sans Light"/>
              </a:endParaRPr>
            </a:p>
          </p:txBody>
        </p:sp>
      </p:grpSp>
      <p:sp>
        <p:nvSpPr>
          <p:cNvPr id="76" name="object 16">
            <a:extLst>
              <a:ext uri="{FF2B5EF4-FFF2-40B4-BE49-F238E27FC236}">
                <a16:creationId xmlns:a16="http://schemas.microsoft.com/office/drawing/2014/main" id="{CCCA20DE-CFBF-C91B-F0A7-64F138B799F5}"/>
              </a:ext>
            </a:extLst>
          </p:cNvPr>
          <p:cNvSpPr txBox="1"/>
          <p:nvPr/>
        </p:nvSpPr>
        <p:spPr>
          <a:xfrm>
            <a:off x="614726" y="3089001"/>
            <a:ext cx="7128006" cy="3651739"/>
          </a:xfrm>
          <a:prstGeom prst="rect">
            <a:avLst/>
          </a:prstGeom>
          <a:ln w="19050">
            <a:noFill/>
          </a:ln>
        </p:spPr>
        <p:txBody>
          <a:bodyPr vert="horz" wrap="square" lIns="0" tIns="223490" rIns="0" bIns="0" rtlCol="0">
            <a:spAutoFit/>
          </a:bodyPr>
          <a:lstStyle/>
          <a:p>
            <a:pPr marL="242144" defTabSz="2438368">
              <a:spcBef>
                <a:spcPts val="1760"/>
              </a:spcBef>
              <a:defRPr/>
            </a:pPr>
            <a:r>
              <a:rPr b="1" kern="0" dirty="0">
                <a:solidFill>
                  <a:schemeClr val="accent1">
                    <a:lumMod val="75000"/>
                  </a:schemeClr>
                </a:solidFill>
                <a:latin typeface="IBM Plex Sans Light"/>
                <a:cs typeface="Arial"/>
              </a:rPr>
              <a:t>Internet</a:t>
            </a:r>
            <a:r>
              <a:rPr b="1" kern="0" spc="560" dirty="0">
                <a:solidFill>
                  <a:schemeClr val="accent1">
                    <a:lumMod val="75000"/>
                  </a:schemeClr>
                </a:solidFill>
                <a:latin typeface="IBM Plex Sans Light"/>
                <a:cs typeface="Arial"/>
              </a:rPr>
              <a:t> </a:t>
            </a:r>
            <a:r>
              <a:rPr b="1" kern="0" spc="-26" dirty="0">
                <a:solidFill>
                  <a:schemeClr val="accent1">
                    <a:lumMod val="75000"/>
                  </a:schemeClr>
                </a:solidFill>
                <a:latin typeface="IBM Plex Sans Light"/>
                <a:cs typeface="Arial"/>
              </a:rPr>
              <a:t>Protocols</a:t>
            </a:r>
            <a:endParaRPr b="1" kern="0" dirty="0">
              <a:solidFill>
                <a:schemeClr val="accent1">
                  <a:lumMod val="75000"/>
                </a:schemeClr>
              </a:solidFill>
              <a:latin typeface="IBM Plex Sans Light"/>
              <a:cs typeface="Arial"/>
            </a:endParaRPr>
          </a:p>
          <a:p>
            <a:pPr defTabSz="2438368">
              <a:defRPr/>
            </a:pPr>
            <a:endParaRPr sz="4000" kern="0" dirty="0">
              <a:solidFill>
                <a:sysClr val="windowText" lastClr="000000"/>
              </a:solidFill>
              <a:latin typeface="IBM Plex Sans Light"/>
              <a:cs typeface="Arial"/>
            </a:endParaRPr>
          </a:p>
          <a:p>
            <a:pPr marL="1954082" marR="806018" algn="just" defTabSz="2438368">
              <a:spcBef>
                <a:spcPts val="2374"/>
              </a:spcBef>
              <a:defRPr/>
            </a:pPr>
            <a:r>
              <a:rPr sz="2666" kern="0" dirty="0">
                <a:solidFill>
                  <a:schemeClr val="bg1"/>
                </a:solidFill>
                <a:latin typeface="IBM Plex Sans Light"/>
                <a:cs typeface="Arial"/>
              </a:rPr>
              <a:t>Domain</a:t>
            </a:r>
            <a:r>
              <a:rPr sz="2666" kern="0" spc="-174" dirty="0">
                <a:solidFill>
                  <a:schemeClr val="bg1"/>
                </a:solidFill>
                <a:latin typeface="IBM Plex Sans Light"/>
                <a:cs typeface="Arial"/>
              </a:rPr>
              <a:t> </a:t>
            </a:r>
            <a:r>
              <a:rPr sz="2666" kern="0" dirty="0">
                <a:solidFill>
                  <a:schemeClr val="bg1"/>
                </a:solidFill>
                <a:latin typeface="IBM Plex Sans Light"/>
                <a:cs typeface="Arial"/>
              </a:rPr>
              <a:t>Name</a:t>
            </a:r>
            <a:r>
              <a:rPr sz="2666" kern="0" spc="-160" dirty="0">
                <a:solidFill>
                  <a:schemeClr val="bg1"/>
                </a:solidFill>
                <a:latin typeface="IBM Plex Sans Light"/>
                <a:cs typeface="Arial"/>
              </a:rPr>
              <a:t> </a:t>
            </a:r>
            <a:r>
              <a:rPr sz="2666" kern="0" spc="-54" dirty="0">
                <a:solidFill>
                  <a:schemeClr val="bg1"/>
                </a:solidFill>
                <a:latin typeface="IBM Plex Sans Light"/>
                <a:cs typeface="Arial"/>
              </a:rPr>
              <a:t>Service</a:t>
            </a:r>
            <a:r>
              <a:rPr lang="en-US" sz="2666" kern="0" spc="-54" dirty="0">
                <a:solidFill>
                  <a:schemeClr val="bg1"/>
                </a:solidFill>
                <a:latin typeface="IBM Plex Sans Light"/>
                <a:cs typeface="Arial"/>
              </a:rPr>
              <a:t> </a:t>
            </a:r>
            <a:r>
              <a:rPr sz="2666" kern="0" spc="-54" dirty="0">
                <a:solidFill>
                  <a:schemeClr val="bg1"/>
                </a:solidFill>
                <a:latin typeface="IBM Plex Sans Light"/>
                <a:cs typeface="Arial"/>
              </a:rPr>
              <a:t>(DNS), </a:t>
            </a:r>
            <a:r>
              <a:rPr sz="2666" kern="0" dirty="0">
                <a:solidFill>
                  <a:schemeClr val="bg1"/>
                </a:solidFill>
                <a:latin typeface="IBM Plex Sans Light"/>
                <a:cs typeface="Arial"/>
              </a:rPr>
              <a:t>Hyper-text</a:t>
            </a:r>
            <a:r>
              <a:rPr sz="2666" kern="0" spc="160" dirty="0">
                <a:solidFill>
                  <a:schemeClr val="bg1"/>
                </a:solidFill>
                <a:latin typeface="IBM Plex Sans Light"/>
                <a:cs typeface="Arial"/>
              </a:rPr>
              <a:t> </a:t>
            </a:r>
            <a:r>
              <a:rPr sz="2666" kern="0" dirty="0">
                <a:solidFill>
                  <a:schemeClr val="bg1"/>
                </a:solidFill>
                <a:latin typeface="IBM Plex Sans Light"/>
                <a:cs typeface="Arial"/>
              </a:rPr>
              <a:t>Transfer</a:t>
            </a:r>
            <a:r>
              <a:rPr sz="2666" kern="0" spc="160" dirty="0">
                <a:solidFill>
                  <a:schemeClr val="bg1"/>
                </a:solidFill>
                <a:latin typeface="IBM Plex Sans Light"/>
                <a:cs typeface="Arial"/>
              </a:rPr>
              <a:t> </a:t>
            </a:r>
            <a:r>
              <a:rPr sz="2666" kern="0" spc="-26" dirty="0">
                <a:solidFill>
                  <a:schemeClr val="bg1"/>
                </a:solidFill>
                <a:latin typeface="IBM Plex Sans Light"/>
                <a:cs typeface="Arial"/>
              </a:rPr>
              <a:t>Protocol </a:t>
            </a:r>
            <a:r>
              <a:rPr sz="2666" kern="0" spc="-80" dirty="0">
                <a:solidFill>
                  <a:schemeClr val="bg1"/>
                </a:solidFill>
                <a:latin typeface="IBM Plex Sans Light"/>
                <a:cs typeface="Arial"/>
              </a:rPr>
              <a:t>(HTTP),</a:t>
            </a:r>
            <a:r>
              <a:rPr sz="2666" kern="0" spc="40" dirty="0">
                <a:solidFill>
                  <a:schemeClr val="bg1"/>
                </a:solidFill>
                <a:latin typeface="IBM Plex Sans Light"/>
                <a:cs typeface="Arial"/>
              </a:rPr>
              <a:t> </a:t>
            </a:r>
            <a:r>
              <a:rPr sz="2666" kern="0" dirty="0">
                <a:solidFill>
                  <a:schemeClr val="bg1"/>
                </a:solidFill>
                <a:latin typeface="IBM Plex Sans Light"/>
                <a:cs typeface="Arial"/>
              </a:rPr>
              <a:t>Telnet,</a:t>
            </a:r>
            <a:r>
              <a:rPr sz="2666" kern="0" spc="-54" dirty="0">
                <a:solidFill>
                  <a:schemeClr val="bg1"/>
                </a:solidFill>
                <a:latin typeface="IBM Plex Sans Light"/>
                <a:cs typeface="Arial"/>
              </a:rPr>
              <a:t> SFTP</a:t>
            </a:r>
            <a:endParaRPr lang="en-US" sz="2666" kern="0" spc="-54" dirty="0">
              <a:solidFill>
                <a:schemeClr val="bg1"/>
              </a:solidFill>
              <a:latin typeface="IBM Plex Sans Light"/>
              <a:cs typeface="Arial"/>
            </a:endParaRPr>
          </a:p>
          <a:p>
            <a:pPr marL="1954082" marR="806018" algn="just" defTabSz="2438368">
              <a:spcBef>
                <a:spcPts val="2374"/>
              </a:spcBef>
              <a:defRPr/>
            </a:pPr>
            <a:endParaRPr sz="2666" kern="0" dirty="0">
              <a:solidFill>
                <a:sysClr val="windowText" lastClr="000000"/>
              </a:solidFill>
              <a:latin typeface="IBM Plex Sans Light"/>
              <a:cs typeface="Arial"/>
            </a:endParaRPr>
          </a:p>
        </p:txBody>
      </p:sp>
      <p:grpSp>
        <p:nvGrpSpPr>
          <p:cNvPr id="77" name="object 17">
            <a:extLst>
              <a:ext uri="{FF2B5EF4-FFF2-40B4-BE49-F238E27FC236}">
                <a16:creationId xmlns:a16="http://schemas.microsoft.com/office/drawing/2014/main" id="{36F6F266-9B4A-B7C1-1103-B65038B99A39}"/>
              </a:ext>
            </a:extLst>
          </p:cNvPr>
          <p:cNvGrpSpPr/>
          <p:nvPr/>
        </p:nvGrpSpPr>
        <p:grpSpPr>
          <a:xfrm>
            <a:off x="1069680" y="4646387"/>
            <a:ext cx="1054810" cy="1129306"/>
            <a:chOff x="399990" y="1858920"/>
            <a:chExt cx="395605" cy="423545"/>
          </a:xfrm>
        </p:grpSpPr>
        <p:sp>
          <p:nvSpPr>
            <p:cNvPr id="78" name="object 18">
              <a:extLst>
                <a:ext uri="{FF2B5EF4-FFF2-40B4-BE49-F238E27FC236}">
                  <a16:creationId xmlns:a16="http://schemas.microsoft.com/office/drawing/2014/main" id="{E3DA5DB5-1E5C-6962-1827-AA3D8C45746E}"/>
                </a:ext>
              </a:extLst>
            </p:cNvPr>
            <p:cNvSpPr/>
            <p:nvPr/>
          </p:nvSpPr>
          <p:spPr>
            <a:xfrm>
              <a:off x="399990" y="2254978"/>
              <a:ext cx="27305" cy="27305"/>
            </a:xfrm>
            <a:custGeom>
              <a:avLst/>
              <a:gdLst/>
              <a:ahLst/>
              <a:cxnLst/>
              <a:rect l="l" t="t" r="r" b="b"/>
              <a:pathLst>
                <a:path w="27304" h="27305">
                  <a:moveTo>
                    <a:pt x="27003" y="0"/>
                  </a:moveTo>
                  <a:lnTo>
                    <a:pt x="0" y="0"/>
                  </a:lnTo>
                  <a:lnTo>
                    <a:pt x="0" y="27075"/>
                  </a:lnTo>
                  <a:lnTo>
                    <a:pt x="27003" y="0"/>
                  </a:lnTo>
                  <a:close/>
                </a:path>
              </a:pathLst>
            </a:custGeom>
            <a:solidFill>
              <a:srgbClr val="0E61FD"/>
            </a:solidFill>
          </p:spPr>
          <p:txBody>
            <a:bodyPr wrap="square" lIns="0" tIns="0" rIns="0" bIns="0" rtlCol="0"/>
            <a:lstStyle/>
            <a:p>
              <a:pPr defTabSz="2438368">
                <a:defRPr/>
              </a:pPr>
              <a:endParaRPr sz="4800" kern="0">
                <a:solidFill>
                  <a:sysClr val="windowText" lastClr="000000"/>
                </a:solidFill>
                <a:latin typeface="IBM Plex Sans Light"/>
              </a:endParaRPr>
            </a:p>
          </p:txBody>
        </p:sp>
        <p:pic>
          <p:nvPicPr>
            <p:cNvPr id="79" name="object 19">
              <a:extLst>
                <a:ext uri="{FF2B5EF4-FFF2-40B4-BE49-F238E27FC236}">
                  <a16:creationId xmlns:a16="http://schemas.microsoft.com/office/drawing/2014/main" id="{3A245C36-5F1B-DE1A-9555-16B21700AF68}"/>
                </a:ext>
              </a:extLst>
            </p:cNvPr>
            <p:cNvPicPr/>
            <p:nvPr/>
          </p:nvPicPr>
          <p:blipFill>
            <a:blip r:embed="rId4" cstate="print"/>
            <a:stretch>
              <a:fillRect/>
            </a:stretch>
          </p:blipFill>
          <p:spPr>
            <a:xfrm>
              <a:off x="423233" y="2091887"/>
              <a:ext cx="166417" cy="93194"/>
            </a:xfrm>
            <a:prstGeom prst="rect">
              <a:avLst/>
            </a:prstGeom>
          </p:spPr>
        </p:pic>
        <p:sp>
          <p:nvSpPr>
            <p:cNvPr id="80" name="object 20">
              <a:extLst>
                <a:ext uri="{FF2B5EF4-FFF2-40B4-BE49-F238E27FC236}">
                  <a16:creationId xmlns:a16="http://schemas.microsoft.com/office/drawing/2014/main" id="{65C202ED-58E0-3A0E-16A8-FEB037416F8A}"/>
                </a:ext>
              </a:extLst>
            </p:cNvPr>
            <p:cNvSpPr/>
            <p:nvPr/>
          </p:nvSpPr>
          <p:spPr>
            <a:xfrm>
              <a:off x="423227" y="1858924"/>
              <a:ext cx="372110" cy="210185"/>
            </a:xfrm>
            <a:custGeom>
              <a:avLst/>
              <a:gdLst/>
              <a:ahLst/>
              <a:cxnLst/>
              <a:rect l="l" t="t" r="r" b="b"/>
              <a:pathLst>
                <a:path w="372109" h="210185">
                  <a:moveTo>
                    <a:pt x="282600" y="116471"/>
                  </a:moveTo>
                  <a:lnTo>
                    <a:pt x="185940" y="116471"/>
                  </a:lnTo>
                  <a:lnTo>
                    <a:pt x="185940" y="156641"/>
                  </a:lnTo>
                  <a:lnTo>
                    <a:pt x="185940" y="169506"/>
                  </a:lnTo>
                  <a:lnTo>
                    <a:pt x="180733" y="174726"/>
                  </a:lnTo>
                  <a:lnTo>
                    <a:pt x="167894" y="174726"/>
                  </a:lnTo>
                  <a:lnTo>
                    <a:pt x="162699" y="169506"/>
                  </a:lnTo>
                  <a:lnTo>
                    <a:pt x="162699" y="156641"/>
                  </a:lnTo>
                  <a:lnTo>
                    <a:pt x="167894" y="151422"/>
                  </a:lnTo>
                  <a:lnTo>
                    <a:pt x="180733" y="151422"/>
                  </a:lnTo>
                  <a:lnTo>
                    <a:pt x="185940" y="156641"/>
                  </a:lnTo>
                  <a:lnTo>
                    <a:pt x="185940" y="116471"/>
                  </a:lnTo>
                  <a:lnTo>
                    <a:pt x="127838" y="116471"/>
                  </a:lnTo>
                  <a:lnTo>
                    <a:pt x="127838" y="156641"/>
                  </a:lnTo>
                  <a:lnTo>
                    <a:pt x="127838" y="169506"/>
                  </a:lnTo>
                  <a:lnTo>
                    <a:pt x="122631" y="174726"/>
                  </a:lnTo>
                  <a:lnTo>
                    <a:pt x="109791" y="174726"/>
                  </a:lnTo>
                  <a:lnTo>
                    <a:pt x="104597" y="169506"/>
                  </a:lnTo>
                  <a:lnTo>
                    <a:pt x="104597" y="156641"/>
                  </a:lnTo>
                  <a:lnTo>
                    <a:pt x="109791" y="151422"/>
                  </a:lnTo>
                  <a:lnTo>
                    <a:pt x="122631" y="151422"/>
                  </a:lnTo>
                  <a:lnTo>
                    <a:pt x="127838" y="156641"/>
                  </a:lnTo>
                  <a:lnTo>
                    <a:pt x="127838" y="116471"/>
                  </a:lnTo>
                  <a:lnTo>
                    <a:pt x="69723" y="116471"/>
                  </a:lnTo>
                  <a:lnTo>
                    <a:pt x="69723" y="156641"/>
                  </a:lnTo>
                  <a:lnTo>
                    <a:pt x="69723" y="169506"/>
                  </a:lnTo>
                  <a:lnTo>
                    <a:pt x="64528" y="174726"/>
                  </a:lnTo>
                  <a:lnTo>
                    <a:pt x="51689" y="174726"/>
                  </a:lnTo>
                  <a:lnTo>
                    <a:pt x="46482" y="169506"/>
                  </a:lnTo>
                  <a:lnTo>
                    <a:pt x="46482" y="156641"/>
                  </a:lnTo>
                  <a:lnTo>
                    <a:pt x="51689" y="151422"/>
                  </a:lnTo>
                  <a:lnTo>
                    <a:pt x="64528" y="151422"/>
                  </a:lnTo>
                  <a:lnTo>
                    <a:pt x="69723" y="156641"/>
                  </a:lnTo>
                  <a:lnTo>
                    <a:pt x="69723" y="116471"/>
                  </a:lnTo>
                  <a:lnTo>
                    <a:pt x="20802" y="116471"/>
                  </a:lnTo>
                  <a:lnTo>
                    <a:pt x="12700" y="118110"/>
                  </a:lnTo>
                  <a:lnTo>
                    <a:pt x="6096" y="122580"/>
                  </a:lnTo>
                  <a:lnTo>
                    <a:pt x="1638" y="129209"/>
                  </a:lnTo>
                  <a:lnTo>
                    <a:pt x="0" y="137325"/>
                  </a:lnTo>
                  <a:lnTo>
                    <a:pt x="0" y="188823"/>
                  </a:lnTo>
                  <a:lnTo>
                    <a:pt x="1638" y="196938"/>
                  </a:lnTo>
                  <a:lnTo>
                    <a:pt x="6096" y="203568"/>
                  </a:lnTo>
                  <a:lnTo>
                    <a:pt x="12700" y="208026"/>
                  </a:lnTo>
                  <a:lnTo>
                    <a:pt x="20802" y="209677"/>
                  </a:lnTo>
                  <a:lnTo>
                    <a:pt x="189649" y="209677"/>
                  </a:lnTo>
                  <a:lnTo>
                    <a:pt x="224510" y="174726"/>
                  </a:lnTo>
                  <a:lnTo>
                    <a:pt x="247751" y="151422"/>
                  </a:lnTo>
                  <a:lnTo>
                    <a:pt x="282600" y="116471"/>
                  </a:lnTo>
                  <a:close/>
                </a:path>
                <a:path w="372109" h="210185">
                  <a:moveTo>
                    <a:pt x="371881" y="20840"/>
                  </a:moveTo>
                  <a:lnTo>
                    <a:pt x="370255" y="12725"/>
                  </a:lnTo>
                  <a:lnTo>
                    <a:pt x="365785" y="6096"/>
                  </a:lnTo>
                  <a:lnTo>
                    <a:pt x="359181" y="1638"/>
                  </a:lnTo>
                  <a:lnTo>
                    <a:pt x="351078" y="0"/>
                  </a:lnTo>
                  <a:lnTo>
                    <a:pt x="185940" y="0"/>
                  </a:lnTo>
                  <a:lnTo>
                    <a:pt x="185940" y="40144"/>
                  </a:lnTo>
                  <a:lnTo>
                    <a:pt x="185940" y="53009"/>
                  </a:lnTo>
                  <a:lnTo>
                    <a:pt x="180733" y="58229"/>
                  </a:lnTo>
                  <a:lnTo>
                    <a:pt x="167894" y="58229"/>
                  </a:lnTo>
                  <a:lnTo>
                    <a:pt x="162699" y="53009"/>
                  </a:lnTo>
                  <a:lnTo>
                    <a:pt x="162699" y="40144"/>
                  </a:lnTo>
                  <a:lnTo>
                    <a:pt x="167894" y="34925"/>
                  </a:lnTo>
                  <a:lnTo>
                    <a:pt x="180733" y="34925"/>
                  </a:lnTo>
                  <a:lnTo>
                    <a:pt x="185940" y="40144"/>
                  </a:lnTo>
                  <a:lnTo>
                    <a:pt x="185940" y="0"/>
                  </a:lnTo>
                  <a:lnTo>
                    <a:pt x="127838" y="0"/>
                  </a:lnTo>
                  <a:lnTo>
                    <a:pt x="127838" y="40144"/>
                  </a:lnTo>
                  <a:lnTo>
                    <a:pt x="127838" y="53009"/>
                  </a:lnTo>
                  <a:lnTo>
                    <a:pt x="122631" y="58229"/>
                  </a:lnTo>
                  <a:lnTo>
                    <a:pt x="109791" y="58229"/>
                  </a:lnTo>
                  <a:lnTo>
                    <a:pt x="104597" y="53009"/>
                  </a:lnTo>
                  <a:lnTo>
                    <a:pt x="104597" y="40144"/>
                  </a:lnTo>
                  <a:lnTo>
                    <a:pt x="109791" y="34925"/>
                  </a:lnTo>
                  <a:lnTo>
                    <a:pt x="122631" y="34925"/>
                  </a:lnTo>
                  <a:lnTo>
                    <a:pt x="127838" y="40144"/>
                  </a:lnTo>
                  <a:lnTo>
                    <a:pt x="127838" y="0"/>
                  </a:lnTo>
                  <a:lnTo>
                    <a:pt x="69723" y="0"/>
                  </a:lnTo>
                  <a:lnTo>
                    <a:pt x="69723" y="40144"/>
                  </a:lnTo>
                  <a:lnTo>
                    <a:pt x="69723" y="53009"/>
                  </a:lnTo>
                  <a:lnTo>
                    <a:pt x="64528" y="58229"/>
                  </a:lnTo>
                  <a:lnTo>
                    <a:pt x="51689" y="58229"/>
                  </a:lnTo>
                  <a:lnTo>
                    <a:pt x="46482" y="53009"/>
                  </a:lnTo>
                  <a:lnTo>
                    <a:pt x="46482" y="40144"/>
                  </a:lnTo>
                  <a:lnTo>
                    <a:pt x="51689" y="34925"/>
                  </a:lnTo>
                  <a:lnTo>
                    <a:pt x="64528" y="34925"/>
                  </a:lnTo>
                  <a:lnTo>
                    <a:pt x="69723" y="40144"/>
                  </a:lnTo>
                  <a:lnTo>
                    <a:pt x="69723" y="0"/>
                  </a:lnTo>
                  <a:lnTo>
                    <a:pt x="20802" y="0"/>
                  </a:lnTo>
                  <a:lnTo>
                    <a:pt x="12700" y="1638"/>
                  </a:lnTo>
                  <a:lnTo>
                    <a:pt x="6096" y="6096"/>
                  </a:lnTo>
                  <a:lnTo>
                    <a:pt x="1638" y="12725"/>
                  </a:lnTo>
                  <a:lnTo>
                    <a:pt x="0" y="20840"/>
                  </a:lnTo>
                  <a:lnTo>
                    <a:pt x="0" y="72326"/>
                  </a:lnTo>
                  <a:lnTo>
                    <a:pt x="1638" y="80441"/>
                  </a:lnTo>
                  <a:lnTo>
                    <a:pt x="6096" y="87071"/>
                  </a:lnTo>
                  <a:lnTo>
                    <a:pt x="12700" y="91541"/>
                  </a:lnTo>
                  <a:lnTo>
                    <a:pt x="20802" y="93179"/>
                  </a:lnTo>
                  <a:lnTo>
                    <a:pt x="305841" y="93179"/>
                  </a:lnTo>
                  <a:lnTo>
                    <a:pt x="340690" y="58229"/>
                  </a:lnTo>
                  <a:lnTo>
                    <a:pt x="363931" y="34925"/>
                  </a:lnTo>
                  <a:lnTo>
                    <a:pt x="371881" y="26949"/>
                  </a:lnTo>
                  <a:lnTo>
                    <a:pt x="371881" y="20840"/>
                  </a:lnTo>
                  <a:close/>
                </a:path>
              </a:pathLst>
            </a:custGeom>
            <a:solidFill>
              <a:srgbClr val="0E61FD"/>
            </a:solidFill>
          </p:spPr>
          <p:txBody>
            <a:bodyPr wrap="square" lIns="0" tIns="0" rIns="0" bIns="0" rtlCol="0"/>
            <a:lstStyle/>
            <a:p>
              <a:pPr defTabSz="2438368">
                <a:defRPr/>
              </a:pPr>
              <a:endParaRPr sz="4800" kern="0">
                <a:solidFill>
                  <a:sysClr val="windowText" lastClr="000000"/>
                </a:solidFill>
                <a:latin typeface="IBM Plex Sans Light"/>
              </a:endParaRPr>
            </a:p>
          </p:txBody>
        </p:sp>
      </p:grpSp>
      <p:grpSp>
        <p:nvGrpSpPr>
          <p:cNvPr id="81" name="object 21">
            <a:extLst>
              <a:ext uri="{FF2B5EF4-FFF2-40B4-BE49-F238E27FC236}">
                <a16:creationId xmlns:a16="http://schemas.microsoft.com/office/drawing/2014/main" id="{F720AF01-755E-0FBC-6447-DAA66120662C}"/>
              </a:ext>
            </a:extLst>
          </p:cNvPr>
          <p:cNvGrpSpPr/>
          <p:nvPr/>
        </p:nvGrpSpPr>
        <p:grpSpPr>
          <a:xfrm>
            <a:off x="692247" y="7726439"/>
            <a:ext cx="7128007" cy="3723153"/>
            <a:chOff x="211073" y="2998470"/>
            <a:chExt cx="2673350" cy="1396365"/>
          </a:xfrm>
          <a:gradFill flip="none" rotWithShape="1">
            <a:gsLst>
              <a:gs pos="24000">
                <a:schemeClr val="accent1">
                  <a:lumMod val="5000"/>
                  <a:lumOff val="95000"/>
                </a:schemeClr>
              </a:gs>
              <a:gs pos="38000">
                <a:schemeClr val="accent1">
                  <a:lumMod val="75000"/>
                </a:schemeClr>
              </a:gs>
              <a:gs pos="100000">
                <a:srgbClr val="0F62FE"/>
              </a:gs>
              <a:gs pos="100000">
                <a:schemeClr val="accent1">
                  <a:lumMod val="30000"/>
                  <a:lumOff val="70000"/>
                </a:schemeClr>
              </a:gs>
            </a:gsLst>
            <a:lin ang="5400000" scaled="1"/>
            <a:tileRect/>
          </a:gradFill>
          <a:effectLst>
            <a:outerShdw blurRad="50800" dist="50800" dir="5400000" algn="ctr" rotWithShape="0">
              <a:srgbClr val="E5F6FF"/>
            </a:outerShdw>
          </a:effectLst>
        </p:grpSpPr>
        <p:sp>
          <p:nvSpPr>
            <p:cNvPr id="83" name="object 23">
              <a:extLst>
                <a:ext uri="{FF2B5EF4-FFF2-40B4-BE49-F238E27FC236}">
                  <a16:creationId xmlns:a16="http://schemas.microsoft.com/office/drawing/2014/main" id="{A8A719F7-8F77-CBBC-55EC-6E0C3E9A23B5}"/>
                </a:ext>
              </a:extLst>
            </p:cNvPr>
            <p:cNvSpPr/>
            <p:nvPr/>
          </p:nvSpPr>
          <p:spPr>
            <a:xfrm>
              <a:off x="211073" y="2998470"/>
              <a:ext cx="2673350" cy="1396365"/>
            </a:xfrm>
            <a:custGeom>
              <a:avLst/>
              <a:gdLst/>
              <a:ahLst/>
              <a:cxnLst/>
              <a:rect l="l" t="t" r="r" b="b"/>
              <a:pathLst>
                <a:path w="2673350" h="1396364">
                  <a:moveTo>
                    <a:pt x="2673096" y="0"/>
                  </a:moveTo>
                  <a:lnTo>
                    <a:pt x="0" y="0"/>
                  </a:lnTo>
                  <a:lnTo>
                    <a:pt x="0" y="1395984"/>
                  </a:lnTo>
                  <a:lnTo>
                    <a:pt x="2673096" y="1395984"/>
                  </a:lnTo>
                  <a:lnTo>
                    <a:pt x="2673096" y="0"/>
                  </a:lnTo>
                  <a:close/>
                </a:path>
              </a:pathLst>
            </a:custGeom>
            <a:grpFill/>
            <a:ln>
              <a:noFill/>
            </a:ln>
          </p:spPr>
          <p:txBody>
            <a:bodyPr wrap="square" lIns="0" tIns="0" rIns="0" bIns="0" rtlCol="0"/>
            <a:lstStyle/>
            <a:p>
              <a:pPr defTabSz="2438368">
                <a:defRPr/>
              </a:pPr>
              <a:endParaRPr sz="4800" kern="0">
                <a:solidFill>
                  <a:sysClr val="windowText" lastClr="000000"/>
                </a:solidFill>
                <a:latin typeface="IBM Plex Sans Light"/>
              </a:endParaRPr>
            </a:p>
          </p:txBody>
        </p:sp>
        <p:sp>
          <p:nvSpPr>
            <p:cNvPr id="84" name="object 24">
              <a:extLst>
                <a:ext uri="{FF2B5EF4-FFF2-40B4-BE49-F238E27FC236}">
                  <a16:creationId xmlns:a16="http://schemas.microsoft.com/office/drawing/2014/main" id="{84D8E288-62EA-18AC-B975-B9C6B2D938B1}"/>
                </a:ext>
              </a:extLst>
            </p:cNvPr>
            <p:cNvSpPr/>
            <p:nvPr/>
          </p:nvSpPr>
          <p:spPr>
            <a:xfrm>
              <a:off x="211073" y="2998471"/>
              <a:ext cx="2673350" cy="1277609"/>
            </a:xfrm>
            <a:custGeom>
              <a:avLst/>
              <a:gdLst/>
              <a:ahLst/>
              <a:cxnLst/>
              <a:rect l="l" t="t" r="r" b="b"/>
              <a:pathLst>
                <a:path w="2673350" h="1396364">
                  <a:moveTo>
                    <a:pt x="0" y="1395984"/>
                  </a:moveTo>
                  <a:lnTo>
                    <a:pt x="2673096" y="1395984"/>
                  </a:lnTo>
                  <a:lnTo>
                    <a:pt x="2673096" y="0"/>
                  </a:lnTo>
                  <a:lnTo>
                    <a:pt x="0" y="0"/>
                  </a:lnTo>
                  <a:lnTo>
                    <a:pt x="0" y="1395984"/>
                  </a:lnTo>
                  <a:close/>
                </a:path>
              </a:pathLst>
            </a:custGeom>
            <a:grpFill/>
            <a:ln w="19050">
              <a:noFill/>
            </a:ln>
          </p:spPr>
          <p:txBody>
            <a:bodyPr wrap="square" lIns="0" tIns="0" rIns="0" bIns="0" rtlCol="0"/>
            <a:lstStyle/>
            <a:p>
              <a:pPr defTabSz="2438368">
                <a:defRPr/>
              </a:pPr>
              <a:endParaRPr sz="4800" kern="0">
                <a:solidFill>
                  <a:sysClr val="windowText" lastClr="000000"/>
                </a:solidFill>
                <a:latin typeface="IBM Plex Sans Light"/>
              </a:endParaRPr>
            </a:p>
          </p:txBody>
        </p:sp>
      </p:grpSp>
      <p:sp>
        <p:nvSpPr>
          <p:cNvPr id="85" name="object 25">
            <a:extLst>
              <a:ext uri="{FF2B5EF4-FFF2-40B4-BE49-F238E27FC236}">
                <a16:creationId xmlns:a16="http://schemas.microsoft.com/office/drawing/2014/main" id="{F3A650C6-32FC-5374-612B-9CF0DBC7C709}"/>
              </a:ext>
            </a:extLst>
          </p:cNvPr>
          <p:cNvSpPr txBox="1"/>
          <p:nvPr/>
        </p:nvSpPr>
        <p:spPr>
          <a:xfrm>
            <a:off x="775505" y="7874078"/>
            <a:ext cx="5575867" cy="588190"/>
          </a:xfrm>
          <a:prstGeom prst="rect">
            <a:avLst/>
          </a:prstGeom>
        </p:spPr>
        <p:txBody>
          <a:bodyPr vert="horz" wrap="square" lIns="0" tIns="33862" rIns="0" bIns="0" rtlCol="0">
            <a:spAutoFit/>
          </a:bodyPr>
          <a:lstStyle/>
          <a:p>
            <a:pPr marL="33866" defTabSz="2438368">
              <a:spcBef>
                <a:spcPts val="266"/>
              </a:spcBef>
              <a:defRPr/>
            </a:pPr>
            <a:r>
              <a:rPr b="1" kern="0" dirty="0">
                <a:solidFill>
                  <a:schemeClr val="accent1">
                    <a:lumMod val="75000"/>
                  </a:schemeClr>
                </a:solidFill>
                <a:latin typeface="IBM Plex Sans Light"/>
                <a:cs typeface="Arial"/>
              </a:rPr>
              <a:t>Digital</a:t>
            </a:r>
            <a:r>
              <a:rPr b="1" kern="0" spc="-174" dirty="0">
                <a:solidFill>
                  <a:schemeClr val="accent1">
                    <a:lumMod val="75000"/>
                  </a:schemeClr>
                </a:solidFill>
                <a:latin typeface="IBM Plex Sans Light"/>
                <a:cs typeface="Arial"/>
              </a:rPr>
              <a:t> </a:t>
            </a:r>
            <a:r>
              <a:rPr b="1" kern="0" spc="-26" dirty="0">
                <a:solidFill>
                  <a:schemeClr val="accent1">
                    <a:lumMod val="75000"/>
                  </a:schemeClr>
                </a:solidFill>
                <a:latin typeface="IBM Plex Sans Light"/>
                <a:cs typeface="Arial"/>
              </a:rPr>
              <a:t>Signature</a:t>
            </a:r>
            <a:r>
              <a:rPr b="1" kern="0" spc="-134" dirty="0">
                <a:solidFill>
                  <a:schemeClr val="accent1">
                    <a:lumMod val="75000"/>
                  </a:schemeClr>
                </a:solidFill>
                <a:latin typeface="IBM Plex Sans Light"/>
                <a:cs typeface="Arial"/>
              </a:rPr>
              <a:t> </a:t>
            </a:r>
            <a:r>
              <a:rPr b="1" kern="0" spc="-54" dirty="0">
                <a:solidFill>
                  <a:schemeClr val="accent1">
                    <a:lumMod val="75000"/>
                  </a:schemeClr>
                </a:solidFill>
                <a:latin typeface="IBM Plex Sans Light"/>
                <a:cs typeface="Arial"/>
              </a:rPr>
              <a:t>Laws</a:t>
            </a:r>
            <a:endParaRPr kern="0" dirty="0">
              <a:solidFill>
                <a:schemeClr val="accent1">
                  <a:lumMod val="75000"/>
                </a:schemeClr>
              </a:solidFill>
              <a:latin typeface="IBM Plex Sans Light"/>
              <a:cs typeface="Arial"/>
            </a:endParaRPr>
          </a:p>
        </p:txBody>
      </p:sp>
      <p:sp>
        <p:nvSpPr>
          <p:cNvPr id="86" name="object 26">
            <a:extLst>
              <a:ext uri="{FF2B5EF4-FFF2-40B4-BE49-F238E27FC236}">
                <a16:creationId xmlns:a16="http://schemas.microsoft.com/office/drawing/2014/main" id="{34927011-D10C-1124-BC71-8CB487EBB419}"/>
              </a:ext>
            </a:extLst>
          </p:cNvPr>
          <p:cNvSpPr txBox="1"/>
          <p:nvPr/>
        </p:nvSpPr>
        <p:spPr>
          <a:xfrm>
            <a:off x="2485414" y="9115128"/>
            <a:ext cx="4805054" cy="1673444"/>
          </a:xfrm>
          <a:prstGeom prst="rect">
            <a:avLst/>
          </a:prstGeom>
        </p:spPr>
        <p:txBody>
          <a:bodyPr vert="horz" wrap="square" lIns="0" tIns="32168" rIns="0" bIns="0" rtlCol="0">
            <a:spAutoFit/>
          </a:bodyPr>
          <a:lstStyle/>
          <a:p>
            <a:pPr marL="33866" marR="13546" defTabSz="2438368">
              <a:spcBef>
                <a:spcPts val="254"/>
              </a:spcBef>
              <a:defRPr/>
            </a:pPr>
            <a:r>
              <a:rPr sz="2666" kern="0" spc="-134" dirty="0">
                <a:solidFill>
                  <a:schemeClr val="bg1"/>
                </a:solidFill>
                <a:latin typeface="IBM Plex Sans Light"/>
                <a:cs typeface="Arial"/>
              </a:rPr>
              <a:t>EiDAS</a:t>
            </a:r>
            <a:r>
              <a:rPr sz="2666" kern="0" spc="-54" dirty="0">
                <a:solidFill>
                  <a:schemeClr val="bg1"/>
                </a:solidFill>
                <a:latin typeface="IBM Plex Sans Light"/>
                <a:cs typeface="Arial"/>
              </a:rPr>
              <a:t> </a:t>
            </a:r>
            <a:r>
              <a:rPr sz="2666" kern="0" spc="160" dirty="0">
                <a:solidFill>
                  <a:schemeClr val="bg1"/>
                </a:solidFill>
                <a:latin typeface="IBM Plex Sans Light"/>
                <a:cs typeface="Arial"/>
              </a:rPr>
              <a:t>-</a:t>
            </a:r>
            <a:r>
              <a:rPr sz="2666" kern="0" spc="-80" dirty="0">
                <a:solidFill>
                  <a:schemeClr val="bg1"/>
                </a:solidFill>
                <a:latin typeface="IBM Plex Sans Light"/>
                <a:cs typeface="Arial"/>
              </a:rPr>
              <a:t> </a:t>
            </a:r>
            <a:r>
              <a:rPr sz="2666" kern="0" spc="-186" dirty="0">
                <a:solidFill>
                  <a:schemeClr val="bg1"/>
                </a:solidFill>
                <a:latin typeface="IBM Plex Sans Light"/>
                <a:cs typeface="Arial"/>
              </a:rPr>
              <a:t>PDF</a:t>
            </a:r>
            <a:r>
              <a:rPr sz="2666" kern="0" spc="-54" dirty="0">
                <a:solidFill>
                  <a:schemeClr val="bg1"/>
                </a:solidFill>
                <a:latin typeface="IBM Plex Sans Light"/>
                <a:cs typeface="Arial"/>
              </a:rPr>
              <a:t> </a:t>
            </a:r>
            <a:r>
              <a:rPr sz="2666" kern="0" spc="-26" dirty="0">
                <a:solidFill>
                  <a:schemeClr val="bg1"/>
                </a:solidFill>
                <a:latin typeface="IBM Plex Sans Light"/>
                <a:cs typeface="Arial"/>
              </a:rPr>
              <a:t>Advanced </a:t>
            </a:r>
            <a:r>
              <a:rPr sz="2666" kern="0" dirty="0">
                <a:solidFill>
                  <a:schemeClr val="bg1"/>
                </a:solidFill>
                <a:latin typeface="IBM Plex Sans Light"/>
                <a:cs typeface="Arial"/>
              </a:rPr>
              <a:t>Electronic</a:t>
            </a:r>
            <a:r>
              <a:rPr sz="2666" kern="0" spc="26" dirty="0">
                <a:solidFill>
                  <a:schemeClr val="bg1"/>
                </a:solidFill>
                <a:latin typeface="IBM Plex Sans Light"/>
                <a:cs typeface="Arial"/>
              </a:rPr>
              <a:t> </a:t>
            </a:r>
            <a:r>
              <a:rPr sz="2666" kern="0" spc="-26" dirty="0">
                <a:solidFill>
                  <a:schemeClr val="bg1"/>
                </a:solidFill>
                <a:latin typeface="IBM Plex Sans Light"/>
                <a:cs typeface="Arial"/>
              </a:rPr>
              <a:t>Signature</a:t>
            </a:r>
            <a:r>
              <a:rPr sz="2666" kern="0" spc="26" dirty="0">
                <a:solidFill>
                  <a:schemeClr val="bg1"/>
                </a:solidFill>
                <a:latin typeface="IBM Plex Sans Light"/>
                <a:cs typeface="Arial"/>
              </a:rPr>
              <a:t> </a:t>
            </a:r>
            <a:r>
              <a:rPr sz="2666" kern="0" dirty="0">
                <a:solidFill>
                  <a:schemeClr val="bg1"/>
                </a:solidFill>
                <a:latin typeface="IBM Plex Sans Light"/>
                <a:cs typeface="Arial"/>
              </a:rPr>
              <a:t>– </a:t>
            </a:r>
            <a:r>
              <a:rPr sz="2666" kern="0" spc="-94" dirty="0">
                <a:solidFill>
                  <a:schemeClr val="bg1"/>
                </a:solidFill>
                <a:latin typeface="IBM Plex Sans Light"/>
                <a:cs typeface="Arial"/>
              </a:rPr>
              <a:t>(PAdES), </a:t>
            </a:r>
            <a:r>
              <a:rPr sz="2666" kern="0" dirty="0">
                <a:solidFill>
                  <a:schemeClr val="bg1"/>
                </a:solidFill>
                <a:latin typeface="IBM Plex Sans Light"/>
                <a:cs typeface="Arial"/>
              </a:rPr>
              <a:t>Advanced</a:t>
            </a:r>
            <a:r>
              <a:rPr sz="2666" kern="0" spc="346" dirty="0">
                <a:solidFill>
                  <a:schemeClr val="bg1"/>
                </a:solidFill>
                <a:latin typeface="IBM Plex Sans Light"/>
                <a:cs typeface="Arial"/>
              </a:rPr>
              <a:t> </a:t>
            </a:r>
            <a:r>
              <a:rPr sz="2666" kern="0" spc="-26" dirty="0">
                <a:solidFill>
                  <a:schemeClr val="bg1"/>
                </a:solidFill>
                <a:latin typeface="IBM Plex Sans Light"/>
                <a:cs typeface="Arial"/>
              </a:rPr>
              <a:t>Electronic</a:t>
            </a:r>
            <a:r>
              <a:rPr sz="2666" kern="0" dirty="0">
                <a:solidFill>
                  <a:schemeClr val="bg1"/>
                </a:solidFill>
                <a:latin typeface="IBM Plex Sans Light"/>
                <a:cs typeface="Arial"/>
              </a:rPr>
              <a:t> Signatures</a:t>
            </a:r>
            <a:r>
              <a:rPr sz="2666" kern="0" spc="440" dirty="0">
                <a:solidFill>
                  <a:schemeClr val="bg1"/>
                </a:solidFill>
                <a:latin typeface="IBM Plex Sans Light"/>
                <a:cs typeface="Arial"/>
              </a:rPr>
              <a:t> </a:t>
            </a:r>
            <a:r>
              <a:rPr sz="2666" kern="0" spc="-120" dirty="0">
                <a:solidFill>
                  <a:schemeClr val="bg1"/>
                </a:solidFill>
                <a:latin typeface="IBM Plex Sans Light"/>
                <a:cs typeface="Arial"/>
              </a:rPr>
              <a:t>(AES),</a:t>
            </a:r>
            <a:r>
              <a:rPr sz="2666" kern="0" spc="-66" dirty="0">
                <a:solidFill>
                  <a:schemeClr val="bg1"/>
                </a:solidFill>
                <a:latin typeface="IBM Plex Sans Light"/>
                <a:cs typeface="Arial"/>
              </a:rPr>
              <a:t> </a:t>
            </a:r>
            <a:r>
              <a:rPr sz="2666" kern="0" spc="-134" dirty="0">
                <a:solidFill>
                  <a:schemeClr val="bg1"/>
                </a:solidFill>
                <a:latin typeface="IBM Plex Sans Light"/>
                <a:cs typeface="Arial"/>
              </a:rPr>
              <a:t>…</a:t>
            </a:r>
            <a:endParaRPr sz="2666" kern="0" dirty="0">
              <a:solidFill>
                <a:schemeClr val="bg1"/>
              </a:solidFill>
              <a:latin typeface="IBM Plex Sans Light"/>
              <a:cs typeface="Arial"/>
            </a:endParaRPr>
          </a:p>
        </p:txBody>
      </p:sp>
      <p:grpSp>
        <p:nvGrpSpPr>
          <p:cNvPr id="87" name="object 27">
            <a:extLst>
              <a:ext uri="{FF2B5EF4-FFF2-40B4-BE49-F238E27FC236}">
                <a16:creationId xmlns:a16="http://schemas.microsoft.com/office/drawing/2014/main" id="{F51E0D27-4B62-D8AC-0E62-A6BCA360C889}"/>
              </a:ext>
            </a:extLst>
          </p:cNvPr>
          <p:cNvGrpSpPr/>
          <p:nvPr/>
        </p:nvGrpSpPr>
        <p:grpSpPr>
          <a:xfrm>
            <a:off x="811453" y="7726439"/>
            <a:ext cx="14947883" cy="3723153"/>
            <a:chOff x="303377" y="3031998"/>
            <a:chExt cx="5606186" cy="1396365"/>
          </a:xfrm>
          <a:gradFill flip="none" rotWithShape="1">
            <a:gsLst>
              <a:gs pos="24000">
                <a:schemeClr val="accent1">
                  <a:lumMod val="5000"/>
                  <a:lumOff val="95000"/>
                </a:schemeClr>
              </a:gs>
              <a:gs pos="38000">
                <a:schemeClr val="accent1">
                  <a:lumMod val="75000"/>
                </a:schemeClr>
              </a:gs>
              <a:gs pos="100000">
                <a:srgbClr val="0F62FE"/>
              </a:gs>
              <a:gs pos="100000">
                <a:schemeClr val="accent1">
                  <a:lumMod val="30000"/>
                  <a:lumOff val="70000"/>
                </a:schemeClr>
              </a:gs>
            </a:gsLst>
            <a:lin ang="5400000" scaled="1"/>
            <a:tileRect/>
          </a:gradFill>
          <a:effectLst>
            <a:outerShdw blurRad="50800" dist="50800" dir="5400000" algn="ctr" rotWithShape="0">
              <a:srgbClr val="E5F6FF"/>
            </a:outerShdw>
          </a:effectLst>
        </p:grpSpPr>
        <p:sp>
          <p:nvSpPr>
            <p:cNvPr id="88" name="object 28">
              <a:extLst>
                <a:ext uri="{FF2B5EF4-FFF2-40B4-BE49-F238E27FC236}">
                  <a16:creationId xmlns:a16="http://schemas.microsoft.com/office/drawing/2014/main" id="{00EDFAE0-D8C1-BD80-188F-EFD18D8852C7}"/>
                </a:ext>
              </a:extLst>
            </p:cNvPr>
            <p:cNvSpPr/>
            <p:nvPr/>
          </p:nvSpPr>
          <p:spPr>
            <a:xfrm>
              <a:off x="303377" y="3578097"/>
              <a:ext cx="535305" cy="429895"/>
            </a:xfrm>
            <a:custGeom>
              <a:avLst/>
              <a:gdLst/>
              <a:ahLst/>
              <a:cxnLst/>
              <a:rect l="l" t="t" r="r" b="b"/>
              <a:pathLst>
                <a:path w="535305" h="429895">
                  <a:moveTo>
                    <a:pt x="481126" y="240233"/>
                  </a:moveTo>
                  <a:lnTo>
                    <a:pt x="403910" y="163068"/>
                  </a:lnTo>
                  <a:lnTo>
                    <a:pt x="371792" y="190995"/>
                  </a:lnTo>
                  <a:lnTo>
                    <a:pt x="371792" y="289001"/>
                  </a:lnTo>
                  <a:lnTo>
                    <a:pt x="370484" y="295795"/>
                  </a:lnTo>
                  <a:lnTo>
                    <a:pt x="361467" y="304800"/>
                  </a:lnTo>
                  <a:lnTo>
                    <a:pt x="354672" y="306108"/>
                  </a:lnTo>
                  <a:lnTo>
                    <a:pt x="348818" y="303606"/>
                  </a:lnTo>
                  <a:lnTo>
                    <a:pt x="272122" y="380288"/>
                  </a:lnTo>
                  <a:lnTo>
                    <a:pt x="263918" y="372059"/>
                  </a:lnTo>
                  <a:lnTo>
                    <a:pt x="270281" y="365696"/>
                  </a:lnTo>
                  <a:lnTo>
                    <a:pt x="340614" y="295376"/>
                  </a:lnTo>
                  <a:lnTo>
                    <a:pt x="337235" y="287464"/>
                  </a:lnTo>
                  <a:lnTo>
                    <a:pt x="340918" y="278307"/>
                  </a:lnTo>
                  <a:lnTo>
                    <a:pt x="356755" y="271551"/>
                  </a:lnTo>
                  <a:lnTo>
                    <a:pt x="365912" y="275234"/>
                  </a:lnTo>
                  <a:lnTo>
                    <a:pt x="371792" y="289001"/>
                  </a:lnTo>
                  <a:lnTo>
                    <a:pt x="371792" y="190995"/>
                  </a:lnTo>
                  <a:lnTo>
                    <a:pt x="363956" y="197802"/>
                  </a:lnTo>
                  <a:lnTo>
                    <a:pt x="332790" y="217614"/>
                  </a:lnTo>
                  <a:lnTo>
                    <a:pt x="312521" y="226542"/>
                  </a:lnTo>
                  <a:lnTo>
                    <a:pt x="305295" y="228625"/>
                  </a:lnTo>
                  <a:lnTo>
                    <a:pt x="297446" y="263982"/>
                  </a:lnTo>
                  <a:lnTo>
                    <a:pt x="285534" y="298043"/>
                  </a:lnTo>
                  <a:lnTo>
                    <a:pt x="269722" y="330479"/>
                  </a:lnTo>
                  <a:lnTo>
                    <a:pt x="250151" y="360946"/>
                  </a:lnTo>
                  <a:lnTo>
                    <a:pt x="251625" y="362432"/>
                  </a:lnTo>
                  <a:lnTo>
                    <a:pt x="238429" y="364032"/>
                  </a:lnTo>
                  <a:lnTo>
                    <a:pt x="226352" y="365696"/>
                  </a:lnTo>
                  <a:lnTo>
                    <a:pt x="226542" y="364312"/>
                  </a:lnTo>
                  <a:lnTo>
                    <a:pt x="226783" y="362610"/>
                  </a:lnTo>
                  <a:lnTo>
                    <a:pt x="227355" y="358521"/>
                  </a:lnTo>
                  <a:lnTo>
                    <a:pt x="227025" y="351358"/>
                  </a:lnTo>
                  <a:lnTo>
                    <a:pt x="225539" y="345020"/>
                  </a:lnTo>
                  <a:lnTo>
                    <a:pt x="225386" y="344360"/>
                  </a:lnTo>
                  <a:lnTo>
                    <a:pt x="222465" y="337731"/>
                  </a:lnTo>
                  <a:lnTo>
                    <a:pt x="217817" y="330746"/>
                  </a:lnTo>
                  <a:lnTo>
                    <a:pt x="209918" y="326631"/>
                  </a:lnTo>
                  <a:lnTo>
                    <a:pt x="201523" y="326796"/>
                  </a:lnTo>
                  <a:lnTo>
                    <a:pt x="201282" y="326796"/>
                  </a:lnTo>
                  <a:lnTo>
                    <a:pt x="189242" y="328345"/>
                  </a:lnTo>
                  <a:lnTo>
                    <a:pt x="177126" y="332333"/>
                  </a:lnTo>
                  <a:lnTo>
                    <a:pt x="165290" y="338112"/>
                  </a:lnTo>
                  <a:lnTo>
                    <a:pt x="154114" y="345020"/>
                  </a:lnTo>
                  <a:lnTo>
                    <a:pt x="153720" y="344131"/>
                  </a:lnTo>
                  <a:lnTo>
                    <a:pt x="140792" y="330771"/>
                  </a:lnTo>
                  <a:lnTo>
                    <a:pt x="137236" y="328917"/>
                  </a:lnTo>
                  <a:lnTo>
                    <a:pt x="130390" y="327215"/>
                  </a:lnTo>
                  <a:lnTo>
                    <a:pt x="123126" y="326364"/>
                  </a:lnTo>
                  <a:lnTo>
                    <a:pt x="115785" y="327596"/>
                  </a:lnTo>
                  <a:lnTo>
                    <a:pt x="109207" y="330771"/>
                  </a:lnTo>
                  <a:lnTo>
                    <a:pt x="110832" y="321233"/>
                  </a:lnTo>
                  <a:lnTo>
                    <a:pt x="111252" y="311607"/>
                  </a:lnTo>
                  <a:lnTo>
                    <a:pt x="110451" y="302006"/>
                  </a:lnTo>
                  <a:lnTo>
                    <a:pt x="108445" y="292544"/>
                  </a:lnTo>
                  <a:lnTo>
                    <a:pt x="108292" y="292227"/>
                  </a:lnTo>
                  <a:lnTo>
                    <a:pt x="103606" y="282092"/>
                  </a:lnTo>
                  <a:lnTo>
                    <a:pt x="68643" y="259295"/>
                  </a:lnTo>
                  <a:lnTo>
                    <a:pt x="51384" y="257873"/>
                  </a:lnTo>
                  <a:lnTo>
                    <a:pt x="42722" y="258673"/>
                  </a:lnTo>
                  <a:lnTo>
                    <a:pt x="5537" y="270802"/>
                  </a:lnTo>
                  <a:lnTo>
                    <a:pt x="0" y="282702"/>
                  </a:lnTo>
                  <a:lnTo>
                    <a:pt x="1041" y="289534"/>
                  </a:lnTo>
                  <a:lnTo>
                    <a:pt x="4648" y="295440"/>
                  </a:lnTo>
                  <a:lnTo>
                    <a:pt x="10058" y="299364"/>
                  </a:lnTo>
                  <a:lnTo>
                    <a:pt x="16548" y="300977"/>
                  </a:lnTo>
                  <a:lnTo>
                    <a:pt x="23393" y="299935"/>
                  </a:lnTo>
                  <a:lnTo>
                    <a:pt x="24218" y="299605"/>
                  </a:lnTo>
                  <a:lnTo>
                    <a:pt x="31610" y="296570"/>
                  </a:lnTo>
                  <a:lnTo>
                    <a:pt x="39331" y="294436"/>
                  </a:lnTo>
                  <a:lnTo>
                    <a:pt x="47244" y="293243"/>
                  </a:lnTo>
                  <a:lnTo>
                    <a:pt x="53390" y="292227"/>
                  </a:lnTo>
                  <a:lnTo>
                    <a:pt x="59702" y="292646"/>
                  </a:lnTo>
                  <a:lnTo>
                    <a:pt x="65659" y="294474"/>
                  </a:lnTo>
                  <a:lnTo>
                    <a:pt x="70218" y="295554"/>
                  </a:lnTo>
                  <a:lnTo>
                    <a:pt x="73875" y="298932"/>
                  </a:lnTo>
                  <a:lnTo>
                    <a:pt x="75285" y="303390"/>
                  </a:lnTo>
                  <a:lnTo>
                    <a:pt x="75374" y="322973"/>
                  </a:lnTo>
                  <a:lnTo>
                    <a:pt x="67589" y="348221"/>
                  </a:lnTo>
                  <a:lnTo>
                    <a:pt x="54940" y="375018"/>
                  </a:lnTo>
                  <a:lnTo>
                    <a:pt x="40474" y="399237"/>
                  </a:lnTo>
                  <a:lnTo>
                    <a:pt x="38074" y="402767"/>
                  </a:lnTo>
                  <a:lnTo>
                    <a:pt x="35407" y="409155"/>
                  </a:lnTo>
                  <a:lnTo>
                    <a:pt x="35407" y="415836"/>
                  </a:lnTo>
                  <a:lnTo>
                    <a:pt x="37909" y="422033"/>
                  </a:lnTo>
                  <a:lnTo>
                    <a:pt x="42760" y="426961"/>
                  </a:lnTo>
                  <a:lnTo>
                    <a:pt x="49110" y="429615"/>
                  </a:lnTo>
                  <a:lnTo>
                    <a:pt x="55765" y="429641"/>
                  </a:lnTo>
                  <a:lnTo>
                    <a:pt x="61937" y="427189"/>
                  </a:lnTo>
                  <a:lnTo>
                    <a:pt x="66878" y="422389"/>
                  </a:lnTo>
                  <a:lnTo>
                    <a:pt x="68859" y="419493"/>
                  </a:lnTo>
                  <a:lnTo>
                    <a:pt x="83350" y="400037"/>
                  </a:lnTo>
                  <a:lnTo>
                    <a:pt x="98196" y="382917"/>
                  </a:lnTo>
                  <a:lnTo>
                    <a:pt x="111734" y="369824"/>
                  </a:lnTo>
                  <a:lnTo>
                    <a:pt x="122097" y="362610"/>
                  </a:lnTo>
                  <a:lnTo>
                    <a:pt x="121412" y="367639"/>
                  </a:lnTo>
                  <a:lnTo>
                    <a:pt x="120065" y="372554"/>
                  </a:lnTo>
                  <a:lnTo>
                    <a:pt x="118084" y="377240"/>
                  </a:lnTo>
                  <a:lnTo>
                    <a:pt x="116598" y="383997"/>
                  </a:lnTo>
                  <a:lnTo>
                    <a:pt x="117767" y="390563"/>
                  </a:lnTo>
                  <a:lnTo>
                    <a:pt x="121335" y="396227"/>
                  </a:lnTo>
                  <a:lnTo>
                    <a:pt x="126974" y="400215"/>
                  </a:lnTo>
                  <a:lnTo>
                    <a:pt x="133604" y="403136"/>
                  </a:lnTo>
                  <a:lnTo>
                    <a:pt x="141351" y="401662"/>
                  </a:lnTo>
                  <a:lnTo>
                    <a:pt x="146431" y="396519"/>
                  </a:lnTo>
                  <a:lnTo>
                    <a:pt x="156502" y="387096"/>
                  </a:lnTo>
                  <a:lnTo>
                    <a:pt x="167309" y="378548"/>
                  </a:lnTo>
                  <a:lnTo>
                    <a:pt x="178790" y="370941"/>
                  </a:lnTo>
                  <a:lnTo>
                    <a:pt x="190893" y="364312"/>
                  </a:lnTo>
                  <a:lnTo>
                    <a:pt x="189458" y="369862"/>
                  </a:lnTo>
                  <a:lnTo>
                    <a:pt x="187642" y="375221"/>
                  </a:lnTo>
                  <a:lnTo>
                    <a:pt x="185420" y="380466"/>
                  </a:lnTo>
                  <a:lnTo>
                    <a:pt x="183972" y="387223"/>
                  </a:lnTo>
                  <a:lnTo>
                    <a:pt x="201180" y="405168"/>
                  </a:lnTo>
                  <a:lnTo>
                    <a:pt x="210883" y="403428"/>
                  </a:lnTo>
                  <a:lnTo>
                    <a:pt x="226949" y="400862"/>
                  </a:lnTo>
                  <a:lnTo>
                    <a:pt x="249389" y="397789"/>
                  </a:lnTo>
                  <a:lnTo>
                    <a:pt x="274789" y="395160"/>
                  </a:lnTo>
                  <a:lnTo>
                    <a:pt x="277355" y="394931"/>
                  </a:lnTo>
                  <a:lnTo>
                    <a:pt x="279831" y="394144"/>
                  </a:lnTo>
                  <a:lnTo>
                    <a:pt x="282054" y="392836"/>
                  </a:lnTo>
                  <a:lnTo>
                    <a:pt x="283210" y="394004"/>
                  </a:lnTo>
                  <a:lnTo>
                    <a:pt x="285026" y="392836"/>
                  </a:lnTo>
                  <a:lnTo>
                    <a:pt x="304558" y="380288"/>
                  </a:lnTo>
                  <a:lnTo>
                    <a:pt x="313690" y="374421"/>
                  </a:lnTo>
                  <a:lnTo>
                    <a:pt x="346138" y="358609"/>
                  </a:lnTo>
                  <a:lnTo>
                    <a:pt x="380212" y="346710"/>
                  </a:lnTo>
                  <a:lnTo>
                    <a:pt x="415582" y="338874"/>
                  </a:lnTo>
                  <a:lnTo>
                    <a:pt x="417652" y="331635"/>
                  </a:lnTo>
                  <a:lnTo>
                    <a:pt x="426567" y="311365"/>
                  </a:lnTo>
                  <a:lnTo>
                    <a:pt x="429907" y="306108"/>
                  </a:lnTo>
                  <a:lnTo>
                    <a:pt x="446379" y="280187"/>
                  </a:lnTo>
                  <a:lnTo>
                    <a:pt x="453885" y="271551"/>
                  </a:lnTo>
                  <a:lnTo>
                    <a:pt x="481126" y="240233"/>
                  </a:lnTo>
                  <a:close/>
                </a:path>
                <a:path w="535305" h="429895">
                  <a:moveTo>
                    <a:pt x="534873" y="0"/>
                  </a:moveTo>
                  <a:lnTo>
                    <a:pt x="409689" y="135420"/>
                  </a:lnTo>
                  <a:lnTo>
                    <a:pt x="508977" y="234657"/>
                  </a:lnTo>
                  <a:lnTo>
                    <a:pt x="534873" y="210896"/>
                  </a:lnTo>
                  <a:lnTo>
                    <a:pt x="534873" y="0"/>
                  </a:lnTo>
                  <a:close/>
                </a:path>
              </a:pathLst>
            </a:custGeom>
            <a:grpFill/>
            <a:ln>
              <a:noFill/>
            </a:ln>
          </p:spPr>
          <p:txBody>
            <a:bodyPr wrap="square" lIns="0" tIns="0" rIns="0" bIns="0" rtlCol="0"/>
            <a:lstStyle/>
            <a:p>
              <a:pPr defTabSz="2438368">
                <a:defRPr/>
              </a:pPr>
              <a:endParaRPr sz="4800" kern="0">
                <a:solidFill>
                  <a:sysClr val="windowText" lastClr="000000"/>
                </a:solidFill>
                <a:latin typeface="IBM Plex Sans Light"/>
              </a:endParaRPr>
            </a:p>
          </p:txBody>
        </p:sp>
        <p:sp>
          <p:nvSpPr>
            <p:cNvPr id="90" name="object 30">
              <a:extLst>
                <a:ext uri="{FF2B5EF4-FFF2-40B4-BE49-F238E27FC236}">
                  <a16:creationId xmlns:a16="http://schemas.microsoft.com/office/drawing/2014/main" id="{F9E2AB93-E087-3E68-038B-5E501D106EA8}"/>
                </a:ext>
              </a:extLst>
            </p:cNvPr>
            <p:cNvSpPr/>
            <p:nvPr/>
          </p:nvSpPr>
          <p:spPr>
            <a:xfrm>
              <a:off x="3236213" y="3031998"/>
              <a:ext cx="2673350" cy="1396365"/>
            </a:xfrm>
            <a:custGeom>
              <a:avLst/>
              <a:gdLst/>
              <a:ahLst/>
              <a:cxnLst/>
              <a:rect l="l" t="t" r="r" b="b"/>
              <a:pathLst>
                <a:path w="2673350" h="1396364">
                  <a:moveTo>
                    <a:pt x="2673095" y="0"/>
                  </a:moveTo>
                  <a:lnTo>
                    <a:pt x="0" y="0"/>
                  </a:lnTo>
                  <a:lnTo>
                    <a:pt x="0" y="1395983"/>
                  </a:lnTo>
                  <a:lnTo>
                    <a:pt x="2673095" y="1395983"/>
                  </a:lnTo>
                  <a:lnTo>
                    <a:pt x="2673095" y="0"/>
                  </a:lnTo>
                  <a:close/>
                </a:path>
              </a:pathLst>
            </a:custGeom>
            <a:grpFill/>
            <a:ln>
              <a:noFill/>
            </a:ln>
          </p:spPr>
          <p:txBody>
            <a:bodyPr wrap="square" lIns="0" tIns="0" rIns="0" bIns="0" rtlCol="0"/>
            <a:lstStyle/>
            <a:p>
              <a:pPr defTabSz="2438368">
                <a:defRPr/>
              </a:pPr>
              <a:endParaRPr sz="4800" kern="0">
                <a:solidFill>
                  <a:sysClr val="windowText" lastClr="000000"/>
                </a:solidFill>
                <a:latin typeface="IBM Plex Sans Light"/>
              </a:endParaRPr>
            </a:p>
          </p:txBody>
        </p:sp>
        <p:sp>
          <p:nvSpPr>
            <p:cNvPr id="91" name="object 31">
              <a:extLst>
                <a:ext uri="{FF2B5EF4-FFF2-40B4-BE49-F238E27FC236}">
                  <a16:creationId xmlns:a16="http://schemas.microsoft.com/office/drawing/2014/main" id="{D430AFA8-AB57-78EB-0552-A55987538077}"/>
                </a:ext>
              </a:extLst>
            </p:cNvPr>
            <p:cNvSpPr/>
            <p:nvPr/>
          </p:nvSpPr>
          <p:spPr>
            <a:xfrm>
              <a:off x="3236213" y="3031999"/>
              <a:ext cx="2673350" cy="1261987"/>
            </a:xfrm>
            <a:custGeom>
              <a:avLst/>
              <a:gdLst/>
              <a:ahLst/>
              <a:cxnLst/>
              <a:rect l="l" t="t" r="r" b="b"/>
              <a:pathLst>
                <a:path w="2673350" h="1396364">
                  <a:moveTo>
                    <a:pt x="0" y="1395983"/>
                  </a:moveTo>
                  <a:lnTo>
                    <a:pt x="2673095" y="1395983"/>
                  </a:lnTo>
                  <a:lnTo>
                    <a:pt x="2673095" y="0"/>
                  </a:lnTo>
                  <a:lnTo>
                    <a:pt x="0" y="0"/>
                  </a:lnTo>
                  <a:lnTo>
                    <a:pt x="0" y="1395983"/>
                  </a:lnTo>
                  <a:close/>
                </a:path>
              </a:pathLst>
            </a:custGeom>
            <a:grpFill/>
            <a:ln w="19049">
              <a:noFill/>
            </a:ln>
          </p:spPr>
          <p:txBody>
            <a:bodyPr wrap="square" lIns="0" tIns="0" rIns="0" bIns="0" rtlCol="0"/>
            <a:lstStyle/>
            <a:p>
              <a:pPr defTabSz="2438368">
                <a:defRPr/>
              </a:pPr>
              <a:endParaRPr sz="4800" kern="0">
                <a:solidFill>
                  <a:sysClr val="windowText" lastClr="000000"/>
                </a:solidFill>
                <a:latin typeface="IBM Plex Sans Light"/>
              </a:endParaRPr>
            </a:p>
          </p:txBody>
        </p:sp>
      </p:grpSp>
      <p:sp>
        <p:nvSpPr>
          <p:cNvPr id="92" name="object 32">
            <a:extLst>
              <a:ext uri="{FF2B5EF4-FFF2-40B4-BE49-F238E27FC236}">
                <a16:creationId xmlns:a16="http://schemas.microsoft.com/office/drawing/2014/main" id="{571A8113-15E2-C5D0-E610-E58D946EADAC}"/>
              </a:ext>
            </a:extLst>
          </p:cNvPr>
          <p:cNvSpPr txBox="1"/>
          <p:nvPr/>
        </p:nvSpPr>
        <p:spPr>
          <a:xfrm>
            <a:off x="8841565" y="7963475"/>
            <a:ext cx="5047429" cy="588190"/>
          </a:xfrm>
          <a:prstGeom prst="rect">
            <a:avLst/>
          </a:prstGeom>
        </p:spPr>
        <p:txBody>
          <a:bodyPr vert="horz" wrap="square" lIns="0" tIns="33862" rIns="0" bIns="0" rtlCol="0">
            <a:spAutoFit/>
          </a:bodyPr>
          <a:lstStyle/>
          <a:p>
            <a:pPr marL="33866" defTabSz="2438368">
              <a:spcBef>
                <a:spcPts val="266"/>
              </a:spcBef>
              <a:defRPr/>
            </a:pPr>
            <a:r>
              <a:rPr b="1" kern="0" spc="-26" dirty="0">
                <a:solidFill>
                  <a:schemeClr val="accent1">
                    <a:lumMod val="75000"/>
                  </a:schemeClr>
                </a:solidFill>
                <a:latin typeface="IBM Plex Sans Light"/>
                <a:cs typeface="Arial"/>
              </a:rPr>
              <a:t>Financial</a:t>
            </a:r>
            <a:r>
              <a:rPr b="1" kern="0" spc="-160" dirty="0">
                <a:solidFill>
                  <a:schemeClr val="accent1">
                    <a:lumMod val="75000"/>
                  </a:schemeClr>
                </a:solidFill>
                <a:latin typeface="IBM Plex Sans Light"/>
                <a:cs typeface="Arial"/>
              </a:rPr>
              <a:t> </a:t>
            </a:r>
            <a:r>
              <a:rPr b="1" kern="0" spc="-26" dirty="0">
                <a:solidFill>
                  <a:schemeClr val="accent1">
                    <a:lumMod val="75000"/>
                  </a:schemeClr>
                </a:solidFill>
                <a:latin typeface="IBM Plex Sans Light"/>
                <a:cs typeface="Arial"/>
              </a:rPr>
              <a:t>Systems</a:t>
            </a:r>
            <a:endParaRPr kern="0" dirty="0">
              <a:solidFill>
                <a:schemeClr val="accent1">
                  <a:lumMod val="75000"/>
                </a:schemeClr>
              </a:solidFill>
              <a:latin typeface="IBM Plex Sans Light"/>
              <a:cs typeface="Arial"/>
            </a:endParaRPr>
          </a:p>
        </p:txBody>
      </p:sp>
      <p:sp>
        <p:nvSpPr>
          <p:cNvPr id="93" name="object 33">
            <a:extLst>
              <a:ext uri="{FF2B5EF4-FFF2-40B4-BE49-F238E27FC236}">
                <a16:creationId xmlns:a16="http://schemas.microsoft.com/office/drawing/2014/main" id="{0B1AC453-251A-7941-3F57-92B14B2491F2}"/>
              </a:ext>
            </a:extLst>
          </p:cNvPr>
          <p:cNvSpPr txBox="1"/>
          <p:nvPr/>
        </p:nvSpPr>
        <p:spPr>
          <a:xfrm>
            <a:off x="10605110" y="9320674"/>
            <a:ext cx="4398706" cy="1263204"/>
          </a:xfrm>
          <a:prstGeom prst="rect">
            <a:avLst/>
          </a:prstGeom>
        </p:spPr>
        <p:txBody>
          <a:bodyPr vert="horz" wrap="square" lIns="0" tIns="32168" rIns="0" bIns="0" rtlCol="0">
            <a:spAutoFit/>
          </a:bodyPr>
          <a:lstStyle/>
          <a:p>
            <a:pPr marL="33866" marR="13546" defTabSz="2438368">
              <a:spcBef>
                <a:spcPts val="254"/>
              </a:spcBef>
              <a:defRPr/>
            </a:pPr>
            <a:r>
              <a:rPr sz="2666" kern="0" dirty="0">
                <a:solidFill>
                  <a:schemeClr val="bg1"/>
                </a:solidFill>
                <a:latin typeface="IBM Plex Sans Light"/>
                <a:cs typeface="Arial"/>
              </a:rPr>
              <a:t>Payment</a:t>
            </a:r>
            <a:r>
              <a:rPr sz="2666" kern="0" spc="-160" dirty="0">
                <a:solidFill>
                  <a:schemeClr val="bg1"/>
                </a:solidFill>
                <a:latin typeface="IBM Plex Sans Light"/>
                <a:cs typeface="Arial"/>
              </a:rPr>
              <a:t> </a:t>
            </a:r>
            <a:r>
              <a:rPr sz="2666" kern="0" dirty="0">
                <a:solidFill>
                  <a:schemeClr val="bg1"/>
                </a:solidFill>
                <a:latin typeface="IBM Plex Sans Light"/>
                <a:cs typeface="Arial"/>
              </a:rPr>
              <a:t>Systems:</a:t>
            </a:r>
            <a:r>
              <a:rPr sz="2666" kern="0" spc="-134" dirty="0">
                <a:solidFill>
                  <a:schemeClr val="bg1"/>
                </a:solidFill>
                <a:latin typeface="IBM Plex Sans Light"/>
                <a:cs typeface="Arial"/>
              </a:rPr>
              <a:t> </a:t>
            </a:r>
            <a:r>
              <a:rPr sz="2666" kern="0" spc="-54" dirty="0">
                <a:solidFill>
                  <a:schemeClr val="bg1"/>
                </a:solidFill>
                <a:latin typeface="IBM Plex Sans Light"/>
                <a:cs typeface="Arial"/>
              </a:rPr>
              <a:t>(EMV, </a:t>
            </a:r>
            <a:r>
              <a:rPr sz="2666" kern="0" spc="-66" dirty="0">
                <a:solidFill>
                  <a:schemeClr val="bg1"/>
                </a:solidFill>
                <a:latin typeface="IBM Plex Sans Light"/>
                <a:cs typeface="Arial"/>
              </a:rPr>
              <a:t>SWIFT,</a:t>
            </a:r>
            <a:r>
              <a:rPr sz="2666" kern="0" spc="160" dirty="0">
                <a:solidFill>
                  <a:schemeClr val="bg1"/>
                </a:solidFill>
                <a:latin typeface="IBM Plex Sans Light"/>
                <a:cs typeface="Arial"/>
              </a:rPr>
              <a:t> </a:t>
            </a:r>
            <a:r>
              <a:rPr sz="2666" kern="0" dirty="0">
                <a:solidFill>
                  <a:schemeClr val="bg1"/>
                </a:solidFill>
                <a:latin typeface="IBM Plex Sans Light"/>
                <a:cs typeface="Arial"/>
              </a:rPr>
              <a:t>Settlement</a:t>
            </a:r>
            <a:r>
              <a:rPr sz="2666" kern="0" spc="54" dirty="0">
                <a:solidFill>
                  <a:schemeClr val="bg1"/>
                </a:solidFill>
                <a:latin typeface="IBM Plex Sans Light"/>
                <a:cs typeface="Arial"/>
              </a:rPr>
              <a:t> </a:t>
            </a:r>
            <a:r>
              <a:rPr sz="2666" kern="0" spc="-26" dirty="0">
                <a:solidFill>
                  <a:schemeClr val="bg1"/>
                </a:solidFill>
                <a:latin typeface="IBM Plex Sans Light"/>
                <a:cs typeface="Arial"/>
              </a:rPr>
              <a:t>Systems, FinTech,</a:t>
            </a:r>
            <a:r>
              <a:rPr sz="2666" kern="0" spc="-94" dirty="0">
                <a:solidFill>
                  <a:schemeClr val="bg1"/>
                </a:solidFill>
                <a:latin typeface="IBM Plex Sans Light"/>
                <a:cs typeface="Arial"/>
              </a:rPr>
              <a:t> </a:t>
            </a:r>
            <a:r>
              <a:rPr sz="2666" kern="0" spc="-66" dirty="0">
                <a:solidFill>
                  <a:schemeClr val="bg1"/>
                </a:solidFill>
                <a:latin typeface="IBM Plex Sans Light"/>
                <a:cs typeface="Arial"/>
              </a:rPr>
              <a:t>…)</a:t>
            </a:r>
            <a:endParaRPr sz="2666" kern="0" dirty="0">
              <a:solidFill>
                <a:schemeClr val="bg1"/>
              </a:solidFill>
              <a:latin typeface="IBM Plex Sans Light"/>
              <a:cs typeface="Arial"/>
            </a:endParaRPr>
          </a:p>
        </p:txBody>
      </p:sp>
      <p:grpSp>
        <p:nvGrpSpPr>
          <p:cNvPr id="94" name="object 34">
            <a:extLst>
              <a:ext uri="{FF2B5EF4-FFF2-40B4-BE49-F238E27FC236}">
                <a16:creationId xmlns:a16="http://schemas.microsoft.com/office/drawing/2014/main" id="{B80F561F-66EB-F3E4-3746-68E4FB49D5CF}"/>
              </a:ext>
            </a:extLst>
          </p:cNvPr>
          <p:cNvGrpSpPr/>
          <p:nvPr/>
        </p:nvGrpSpPr>
        <p:grpSpPr>
          <a:xfrm>
            <a:off x="9021202" y="7774188"/>
            <a:ext cx="14755986" cy="3690985"/>
            <a:chOff x="3382200" y="3031998"/>
            <a:chExt cx="5534216" cy="1384300"/>
          </a:xfrm>
          <a:gradFill flip="none" rotWithShape="1">
            <a:gsLst>
              <a:gs pos="24000">
                <a:schemeClr val="accent1">
                  <a:lumMod val="5000"/>
                  <a:lumOff val="95000"/>
                </a:schemeClr>
              </a:gs>
              <a:gs pos="38000">
                <a:schemeClr val="accent1">
                  <a:lumMod val="75000"/>
                </a:schemeClr>
              </a:gs>
              <a:gs pos="100000">
                <a:srgbClr val="0F62FE"/>
              </a:gs>
              <a:gs pos="100000">
                <a:schemeClr val="accent1">
                  <a:lumMod val="30000"/>
                  <a:lumOff val="70000"/>
                </a:schemeClr>
              </a:gs>
            </a:gsLst>
            <a:lin ang="5400000" scaled="1"/>
            <a:tileRect/>
          </a:gradFill>
          <a:effectLst>
            <a:outerShdw blurRad="50800" dist="50800" dir="5400000" algn="ctr" rotWithShape="0">
              <a:srgbClr val="E5F6FF"/>
            </a:outerShdw>
          </a:effectLst>
        </p:grpSpPr>
        <p:sp>
          <p:nvSpPr>
            <p:cNvPr id="95" name="object 35">
              <a:extLst>
                <a:ext uri="{FF2B5EF4-FFF2-40B4-BE49-F238E27FC236}">
                  <a16:creationId xmlns:a16="http://schemas.microsoft.com/office/drawing/2014/main" id="{EE2AAA24-B8B0-DB28-1351-6913F60FA362}"/>
                </a:ext>
              </a:extLst>
            </p:cNvPr>
            <p:cNvSpPr/>
            <p:nvPr/>
          </p:nvSpPr>
          <p:spPr>
            <a:xfrm>
              <a:off x="3382200" y="3698976"/>
              <a:ext cx="466725" cy="326390"/>
            </a:xfrm>
            <a:custGeom>
              <a:avLst/>
              <a:gdLst/>
              <a:ahLst/>
              <a:cxnLst/>
              <a:rect l="l" t="t" r="r" b="b"/>
              <a:pathLst>
                <a:path w="466725" h="326389">
                  <a:moveTo>
                    <a:pt x="163144" y="232994"/>
                  </a:moveTo>
                  <a:lnTo>
                    <a:pt x="69926" y="232994"/>
                  </a:lnTo>
                  <a:lnTo>
                    <a:pt x="69926" y="256286"/>
                  </a:lnTo>
                  <a:lnTo>
                    <a:pt x="163144" y="256286"/>
                  </a:lnTo>
                  <a:lnTo>
                    <a:pt x="163144" y="232994"/>
                  </a:lnTo>
                  <a:close/>
                </a:path>
                <a:path w="466725" h="326389">
                  <a:moveTo>
                    <a:pt x="233057" y="232994"/>
                  </a:moveTo>
                  <a:lnTo>
                    <a:pt x="186448" y="232994"/>
                  </a:lnTo>
                  <a:lnTo>
                    <a:pt x="186448" y="256286"/>
                  </a:lnTo>
                  <a:lnTo>
                    <a:pt x="233057" y="256286"/>
                  </a:lnTo>
                  <a:lnTo>
                    <a:pt x="233057" y="232994"/>
                  </a:lnTo>
                  <a:close/>
                </a:path>
                <a:path w="466725" h="326389">
                  <a:moveTo>
                    <a:pt x="466102" y="23304"/>
                  </a:moveTo>
                  <a:lnTo>
                    <a:pt x="464261" y="14262"/>
                  </a:lnTo>
                  <a:lnTo>
                    <a:pt x="459257" y="6845"/>
                  </a:lnTo>
                  <a:lnTo>
                    <a:pt x="451853" y="1841"/>
                  </a:lnTo>
                  <a:lnTo>
                    <a:pt x="442798" y="0"/>
                  </a:lnTo>
                  <a:lnTo>
                    <a:pt x="431152" y="0"/>
                  </a:lnTo>
                  <a:lnTo>
                    <a:pt x="431152" y="34950"/>
                  </a:lnTo>
                  <a:lnTo>
                    <a:pt x="431152" y="128143"/>
                  </a:lnTo>
                  <a:lnTo>
                    <a:pt x="431152" y="198043"/>
                  </a:lnTo>
                  <a:lnTo>
                    <a:pt x="431152" y="291236"/>
                  </a:lnTo>
                  <a:lnTo>
                    <a:pt x="34963" y="291236"/>
                  </a:lnTo>
                  <a:lnTo>
                    <a:pt x="34963" y="198043"/>
                  </a:lnTo>
                  <a:lnTo>
                    <a:pt x="431152" y="198043"/>
                  </a:lnTo>
                  <a:lnTo>
                    <a:pt x="431152" y="128143"/>
                  </a:lnTo>
                  <a:lnTo>
                    <a:pt x="34963" y="128143"/>
                  </a:lnTo>
                  <a:lnTo>
                    <a:pt x="34963" y="34950"/>
                  </a:lnTo>
                  <a:lnTo>
                    <a:pt x="431152" y="34950"/>
                  </a:lnTo>
                  <a:lnTo>
                    <a:pt x="431152" y="0"/>
                  </a:lnTo>
                  <a:lnTo>
                    <a:pt x="23304" y="0"/>
                  </a:lnTo>
                  <a:lnTo>
                    <a:pt x="14262" y="1841"/>
                  </a:lnTo>
                  <a:lnTo>
                    <a:pt x="6845" y="6845"/>
                  </a:lnTo>
                  <a:lnTo>
                    <a:pt x="1841" y="14262"/>
                  </a:lnTo>
                  <a:lnTo>
                    <a:pt x="0" y="23304"/>
                  </a:lnTo>
                  <a:lnTo>
                    <a:pt x="0" y="302882"/>
                  </a:lnTo>
                  <a:lnTo>
                    <a:pt x="1841" y="311937"/>
                  </a:lnTo>
                  <a:lnTo>
                    <a:pt x="6845" y="319341"/>
                  </a:lnTo>
                  <a:lnTo>
                    <a:pt x="14262" y="324345"/>
                  </a:lnTo>
                  <a:lnTo>
                    <a:pt x="23304" y="326186"/>
                  </a:lnTo>
                  <a:lnTo>
                    <a:pt x="442798" y="326186"/>
                  </a:lnTo>
                  <a:lnTo>
                    <a:pt x="451853" y="324345"/>
                  </a:lnTo>
                  <a:lnTo>
                    <a:pt x="459257" y="319341"/>
                  </a:lnTo>
                  <a:lnTo>
                    <a:pt x="464261" y="311937"/>
                  </a:lnTo>
                  <a:lnTo>
                    <a:pt x="466102" y="302882"/>
                  </a:lnTo>
                  <a:lnTo>
                    <a:pt x="466102" y="291236"/>
                  </a:lnTo>
                  <a:lnTo>
                    <a:pt x="466102" y="198043"/>
                  </a:lnTo>
                  <a:lnTo>
                    <a:pt x="466102" y="128143"/>
                  </a:lnTo>
                  <a:lnTo>
                    <a:pt x="466102" y="34950"/>
                  </a:lnTo>
                  <a:lnTo>
                    <a:pt x="466102" y="23304"/>
                  </a:lnTo>
                  <a:close/>
                </a:path>
              </a:pathLst>
            </a:custGeom>
            <a:grpFill/>
            <a:ln>
              <a:noFill/>
            </a:ln>
          </p:spPr>
          <p:txBody>
            <a:bodyPr wrap="square" lIns="0" tIns="0" rIns="0" bIns="0" rtlCol="0"/>
            <a:lstStyle/>
            <a:p>
              <a:pPr defTabSz="2438368">
                <a:defRPr/>
              </a:pPr>
              <a:endParaRPr sz="4800" kern="0">
                <a:solidFill>
                  <a:sysClr val="windowText" lastClr="000000"/>
                </a:solidFill>
                <a:latin typeface="IBM Plex Sans Light"/>
              </a:endParaRPr>
            </a:p>
          </p:txBody>
        </p:sp>
        <p:sp>
          <p:nvSpPr>
            <p:cNvPr id="97" name="object 37">
              <a:extLst>
                <a:ext uri="{FF2B5EF4-FFF2-40B4-BE49-F238E27FC236}">
                  <a16:creationId xmlns:a16="http://schemas.microsoft.com/office/drawing/2014/main" id="{92C56C2F-0A11-808D-87B8-A91D9D8B4062}"/>
                </a:ext>
              </a:extLst>
            </p:cNvPr>
            <p:cNvSpPr/>
            <p:nvPr/>
          </p:nvSpPr>
          <p:spPr>
            <a:xfrm>
              <a:off x="6243066" y="3031998"/>
              <a:ext cx="2673350" cy="1384300"/>
            </a:xfrm>
            <a:custGeom>
              <a:avLst/>
              <a:gdLst/>
              <a:ahLst/>
              <a:cxnLst/>
              <a:rect l="l" t="t" r="r" b="b"/>
              <a:pathLst>
                <a:path w="2673350" h="1384300">
                  <a:moveTo>
                    <a:pt x="2673095" y="0"/>
                  </a:moveTo>
                  <a:lnTo>
                    <a:pt x="0" y="0"/>
                  </a:lnTo>
                  <a:lnTo>
                    <a:pt x="0" y="1383792"/>
                  </a:lnTo>
                  <a:lnTo>
                    <a:pt x="2673095" y="1383792"/>
                  </a:lnTo>
                  <a:lnTo>
                    <a:pt x="2673095" y="0"/>
                  </a:lnTo>
                  <a:close/>
                </a:path>
              </a:pathLst>
            </a:custGeom>
            <a:grpFill/>
            <a:ln>
              <a:noFill/>
            </a:ln>
          </p:spPr>
          <p:txBody>
            <a:bodyPr wrap="square" lIns="0" tIns="0" rIns="0" bIns="0" rtlCol="0"/>
            <a:lstStyle/>
            <a:p>
              <a:pPr defTabSz="2438368">
                <a:defRPr/>
              </a:pPr>
              <a:endParaRPr sz="4800" kern="0">
                <a:solidFill>
                  <a:sysClr val="windowText" lastClr="000000"/>
                </a:solidFill>
                <a:latin typeface="IBM Plex Sans Light"/>
              </a:endParaRPr>
            </a:p>
          </p:txBody>
        </p:sp>
      </p:grpSp>
      <p:sp>
        <p:nvSpPr>
          <p:cNvPr id="98" name="object 38">
            <a:extLst>
              <a:ext uri="{FF2B5EF4-FFF2-40B4-BE49-F238E27FC236}">
                <a16:creationId xmlns:a16="http://schemas.microsoft.com/office/drawing/2014/main" id="{3746EF38-1C4E-712C-2618-0C1A0DC026D2}"/>
              </a:ext>
            </a:extLst>
          </p:cNvPr>
          <p:cNvSpPr txBox="1"/>
          <p:nvPr/>
        </p:nvSpPr>
        <p:spPr>
          <a:xfrm>
            <a:off x="16649182" y="7774183"/>
            <a:ext cx="7128006" cy="3382434"/>
          </a:xfrm>
          <a:prstGeom prst="rect">
            <a:avLst/>
          </a:prstGeom>
          <a:ln w="19050">
            <a:noFill/>
          </a:ln>
        </p:spPr>
        <p:txBody>
          <a:bodyPr vert="horz" wrap="square" lIns="0" tIns="223490" rIns="0" bIns="0" rtlCol="0">
            <a:spAutoFit/>
          </a:bodyPr>
          <a:lstStyle/>
          <a:p>
            <a:pPr marL="242144" defTabSz="2438368">
              <a:spcBef>
                <a:spcPts val="1760"/>
              </a:spcBef>
              <a:defRPr/>
            </a:pPr>
            <a:r>
              <a:rPr b="1" kern="0" spc="-26" dirty="0">
                <a:solidFill>
                  <a:schemeClr val="accent1">
                    <a:lumMod val="75000"/>
                  </a:schemeClr>
                </a:solidFill>
                <a:latin typeface="IBM Plex Sans Light"/>
                <a:cs typeface="Arial"/>
              </a:rPr>
              <a:t>Enterprise</a:t>
            </a:r>
            <a:r>
              <a:rPr b="1" kern="0" spc="-120" dirty="0">
                <a:solidFill>
                  <a:schemeClr val="accent1">
                    <a:lumMod val="75000"/>
                  </a:schemeClr>
                </a:solidFill>
                <a:latin typeface="IBM Plex Sans Light"/>
                <a:cs typeface="Arial"/>
              </a:rPr>
              <a:t> </a:t>
            </a:r>
            <a:r>
              <a:rPr b="1" kern="0" spc="-26" dirty="0">
                <a:solidFill>
                  <a:schemeClr val="accent1">
                    <a:lumMod val="75000"/>
                  </a:schemeClr>
                </a:solidFill>
                <a:latin typeface="IBM Plex Sans Light"/>
                <a:cs typeface="Arial"/>
              </a:rPr>
              <a:t>Applications</a:t>
            </a:r>
            <a:endParaRPr b="1" kern="0" dirty="0">
              <a:solidFill>
                <a:schemeClr val="accent1">
                  <a:lumMod val="75000"/>
                </a:schemeClr>
              </a:solidFill>
              <a:latin typeface="IBM Plex Sans Light"/>
              <a:cs typeface="Arial"/>
            </a:endParaRPr>
          </a:p>
          <a:p>
            <a:pPr defTabSz="2438368">
              <a:defRPr/>
            </a:pPr>
            <a:endParaRPr sz="4000" kern="0" dirty="0">
              <a:solidFill>
                <a:sysClr val="windowText" lastClr="000000"/>
              </a:solidFill>
              <a:latin typeface="IBM Plex Sans Light"/>
              <a:cs typeface="Arial"/>
            </a:endParaRPr>
          </a:p>
          <a:p>
            <a:pPr marL="1976094" marR="844962" defTabSz="2438368">
              <a:spcBef>
                <a:spcPts val="2694"/>
              </a:spcBef>
              <a:defRPr/>
            </a:pPr>
            <a:r>
              <a:rPr sz="2666" kern="0" spc="-54" dirty="0">
                <a:solidFill>
                  <a:schemeClr val="bg1"/>
                </a:solidFill>
                <a:latin typeface="IBM Plex Sans Light"/>
                <a:cs typeface="Arial"/>
              </a:rPr>
              <a:t>EMAIL</a:t>
            </a:r>
            <a:r>
              <a:rPr sz="2666" kern="0" spc="26" dirty="0">
                <a:solidFill>
                  <a:schemeClr val="bg1"/>
                </a:solidFill>
                <a:latin typeface="IBM Plex Sans Light"/>
                <a:cs typeface="Arial"/>
              </a:rPr>
              <a:t> </a:t>
            </a:r>
            <a:r>
              <a:rPr sz="2666" kern="0" dirty="0">
                <a:solidFill>
                  <a:schemeClr val="bg1"/>
                </a:solidFill>
                <a:latin typeface="IBM Plex Sans Light"/>
                <a:cs typeface="Arial"/>
              </a:rPr>
              <a:t>–</a:t>
            </a:r>
            <a:r>
              <a:rPr sz="2666" kern="0" spc="-80" dirty="0">
                <a:solidFill>
                  <a:schemeClr val="bg1"/>
                </a:solidFill>
                <a:latin typeface="IBM Plex Sans Light"/>
                <a:cs typeface="Arial"/>
              </a:rPr>
              <a:t> </a:t>
            </a:r>
            <a:r>
              <a:rPr sz="2666" kern="0" spc="-186" dirty="0">
                <a:solidFill>
                  <a:schemeClr val="bg1"/>
                </a:solidFill>
                <a:latin typeface="IBM Plex Sans Light"/>
                <a:cs typeface="Arial"/>
              </a:rPr>
              <a:t>PGP,</a:t>
            </a:r>
            <a:r>
              <a:rPr sz="2666" kern="0" spc="-54" dirty="0">
                <a:solidFill>
                  <a:schemeClr val="bg1"/>
                </a:solidFill>
                <a:latin typeface="IBM Plex Sans Light"/>
                <a:cs typeface="Arial"/>
              </a:rPr>
              <a:t> </a:t>
            </a:r>
            <a:r>
              <a:rPr sz="2666" kern="0" spc="-26" dirty="0">
                <a:solidFill>
                  <a:schemeClr val="bg1"/>
                </a:solidFill>
                <a:latin typeface="IBM Plex Sans Light"/>
                <a:cs typeface="Arial"/>
              </a:rPr>
              <a:t>Identity </a:t>
            </a:r>
            <a:r>
              <a:rPr sz="2666" kern="0" dirty="0">
                <a:solidFill>
                  <a:schemeClr val="bg1"/>
                </a:solidFill>
                <a:latin typeface="IBM Plex Sans Light"/>
                <a:cs typeface="Arial"/>
              </a:rPr>
              <a:t>Management</a:t>
            </a:r>
            <a:r>
              <a:rPr sz="2666" kern="0" spc="-186" dirty="0">
                <a:solidFill>
                  <a:schemeClr val="bg1"/>
                </a:solidFill>
                <a:latin typeface="IBM Plex Sans Light"/>
                <a:cs typeface="Arial"/>
              </a:rPr>
              <a:t> </a:t>
            </a:r>
            <a:r>
              <a:rPr sz="2666" kern="0" spc="-26" dirty="0">
                <a:solidFill>
                  <a:schemeClr val="bg1"/>
                </a:solidFill>
                <a:latin typeface="IBM Plex Sans Light"/>
                <a:cs typeface="Arial"/>
              </a:rPr>
              <a:t>PKI/LDAP/.., Virus</a:t>
            </a:r>
            <a:r>
              <a:rPr sz="2666" kern="0" spc="-14" dirty="0">
                <a:solidFill>
                  <a:schemeClr val="bg1"/>
                </a:solidFill>
                <a:latin typeface="IBM Plex Sans Light"/>
                <a:cs typeface="Arial"/>
              </a:rPr>
              <a:t> </a:t>
            </a:r>
            <a:r>
              <a:rPr sz="2666" kern="0" spc="-26" dirty="0">
                <a:solidFill>
                  <a:schemeClr val="bg1"/>
                </a:solidFill>
                <a:latin typeface="IBM Plex Sans Light"/>
                <a:cs typeface="Arial"/>
              </a:rPr>
              <a:t>scanning</a:t>
            </a:r>
            <a:r>
              <a:rPr sz="2666" kern="0" spc="26" dirty="0">
                <a:solidFill>
                  <a:schemeClr val="bg1"/>
                </a:solidFill>
                <a:latin typeface="IBM Plex Sans Light"/>
                <a:cs typeface="Arial"/>
              </a:rPr>
              <a:t> </a:t>
            </a:r>
            <a:r>
              <a:rPr sz="2666" kern="0" dirty="0">
                <a:solidFill>
                  <a:schemeClr val="bg1"/>
                </a:solidFill>
                <a:latin typeface="IBM Plex Sans Light"/>
                <a:cs typeface="Arial"/>
              </a:rPr>
              <a:t>patterns,</a:t>
            </a:r>
            <a:r>
              <a:rPr sz="2666" kern="0" spc="94" dirty="0">
                <a:solidFill>
                  <a:schemeClr val="bg1"/>
                </a:solidFill>
                <a:latin typeface="IBM Plex Sans Light"/>
                <a:cs typeface="Arial"/>
              </a:rPr>
              <a:t> </a:t>
            </a:r>
            <a:r>
              <a:rPr sz="2666" kern="0" spc="-66" dirty="0">
                <a:solidFill>
                  <a:schemeClr val="bg1"/>
                </a:solidFill>
                <a:latin typeface="IBM Plex Sans Light"/>
                <a:cs typeface="Arial"/>
              </a:rPr>
              <a:t>PKI </a:t>
            </a:r>
            <a:r>
              <a:rPr sz="2666" kern="0" spc="-26" dirty="0">
                <a:solidFill>
                  <a:schemeClr val="bg1"/>
                </a:solidFill>
                <a:latin typeface="IBM Plex Sans Light"/>
                <a:cs typeface="Arial"/>
              </a:rPr>
              <a:t>Services</a:t>
            </a:r>
            <a:endParaRPr lang="en-US" sz="2666" kern="0" spc="-26" dirty="0">
              <a:solidFill>
                <a:schemeClr val="bg1"/>
              </a:solidFill>
              <a:latin typeface="IBM Plex Sans Light"/>
              <a:cs typeface="Arial"/>
            </a:endParaRPr>
          </a:p>
        </p:txBody>
      </p:sp>
      <p:grpSp>
        <p:nvGrpSpPr>
          <p:cNvPr id="99" name="object 39">
            <a:extLst>
              <a:ext uri="{FF2B5EF4-FFF2-40B4-BE49-F238E27FC236}">
                <a16:creationId xmlns:a16="http://schemas.microsoft.com/office/drawing/2014/main" id="{8CCF1FEB-2ED4-59E5-7D23-4722526C6CC5}"/>
              </a:ext>
            </a:extLst>
          </p:cNvPr>
          <p:cNvGrpSpPr/>
          <p:nvPr/>
        </p:nvGrpSpPr>
        <p:grpSpPr>
          <a:xfrm>
            <a:off x="17010746" y="9255953"/>
            <a:ext cx="1249518" cy="1378194"/>
            <a:chOff x="6378669" y="3587733"/>
            <a:chExt cx="468630" cy="516890"/>
          </a:xfrm>
        </p:grpSpPr>
        <p:sp>
          <p:nvSpPr>
            <p:cNvPr id="100" name="object 40">
              <a:extLst>
                <a:ext uri="{FF2B5EF4-FFF2-40B4-BE49-F238E27FC236}">
                  <a16:creationId xmlns:a16="http://schemas.microsoft.com/office/drawing/2014/main" id="{87962518-B48C-200D-A314-385A7CCE5F3F}"/>
                </a:ext>
              </a:extLst>
            </p:cNvPr>
            <p:cNvSpPr/>
            <p:nvPr/>
          </p:nvSpPr>
          <p:spPr>
            <a:xfrm>
              <a:off x="6378669" y="3587733"/>
              <a:ext cx="468630" cy="516890"/>
            </a:xfrm>
            <a:custGeom>
              <a:avLst/>
              <a:gdLst/>
              <a:ahLst/>
              <a:cxnLst/>
              <a:rect l="l" t="t" r="r" b="b"/>
              <a:pathLst>
                <a:path w="468629" h="516889">
                  <a:moveTo>
                    <a:pt x="386616" y="58698"/>
                  </a:moveTo>
                  <a:lnTo>
                    <a:pt x="82009" y="58698"/>
                  </a:lnTo>
                  <a:lnTo>
                    <a:pt x="82009" y="110369"/>
                  </a:lnTo>
                  <a:lnTo>
                    <a:pt x="0" y="188464"/>
                  </a:lnTo>
                  <a:lnTo>
                    <a:pt x="0" y="516695"/>
                  </a:lnTo>
                  <a:lnTo>
                    <a:pt x="468617" y="516695"/>
                  </a:lnTo>
                  <a:lnTo>
                    <a:pt x="468617" y="481465"/>
                  </a:lnTo>
                  <a:lnTo>
                    <a:pt x="53892" y="481465"/>
                  </a:lnTo>
                  <a:lnTo>
                    <a:pt x="69398" y="466785"/>
                  </a:lnTo>
                  <a:lnTo>
                    <a:pt x="35147" y="466785"/>
                  </a:lnTo>
                  <a:lnTo>
                    <a:pt x="35147" y="243658"/>
                  </a:lnTo>
                  <a:lnTo>
                    <a:pt x="117156" y="243658"/>
                  </a:lnTo>
                  <a:lnTo>
                    <a:pt x="117156" y="93928"/>
                  </a:lnTo>
                  <a:lnTo>
                    <a:pt x="386616" y="93928"/>
                  </a:lnTo>
                  <a:lnTo>
                    <a:pt x="386616" y="58698"/>
                  </a:lnTo>
                  <a:close/>
                </a:path>
                <a:path w="468629" h="516889">
                  <a:moveTo>
                    <a:pt x="331276" y="341570"/>
                  </a:moveTo>
                  <a:lnTo>
                    <a:pt x="234606" y="341570"/>
                  </a:lnTo>
                  <a:lnTo>
                    <a:pt x="264572" y="347185"/>
                  </a:lnTo>
                  <a:lnTo>
                    <a:pt x="291134" y="364029"/>
                  </a:lnTo>
                  <a:lnTo>
                    <a:pt x="299335" y="371663"/>
                  </a:lnTo>
                  <a:lnTo>
                    <a:pt x="414735" y="481465"/>
                  </a:lnTo>
                  <a:lnTo>
                    <a:pt x="468617" y="481465"/>
                  </a:lnTo>
                  <a:lnTo>
                    <a:pt x="468617" y="467373"/>
                  </a:lnTo>
                  <a:lnTo>
                    <a:pt x="433480" y="467373"/>
                  </a:lnTo>
                  <a:lnTo>
                    <a:pt x="316323" y="355809"/>
                  </a:lnTo>
                  <a:lnTo>
                    <a:pt x="331276" y="341570"/>
                  </a:lnTo>
                  <a:close/>
                </a:path>
                <a:path w="468629" h="516889">
                  <a:moveTo>
                    <a:pt x="468617" y="244245"/>
                  </a:moveTo>
                  <a:lnTo>
                    <a:pt x="433479" y="244245"/>
                  </a:lnTo>
                  <a:lnTo>
                    <a:pt x="433480" y="467373"/>
                  </a:lnTo>
                  <a:lnTo>
                    <a:pt x="468617" y="467373"/>
                  </a:lnTo>
                  <a:lnTo>
                    <a:pt x="468617" y="244245"/>
                  </a:lnTo>
                  <a:close/>
                </a:path>
                <a:path w="468629" h="516889">
                  <a:moveTo>
                    <a:pt x="117156" y="243658"/>
                  </a:moveTo>
                  <a:lnTo>
                    <a:pt x="35147" y="243658"/>
                  </a:lnTo>
                  <a:lnTo>
                    <a:pt x="152303" y="355222"/>
                  </a:lnTo>
                  <a:lnTo>
                    <a:pt x="35147" y="466785"/>
                  </a:lnTo>
                  <a:lnTo>
                    <a:pt x="69398" y="466785"/>
                  </a:lnTo>
                  <a:lnTo>
                    <a:pt x="169877" y="371663"/>
                  </a:lnTo>
                  <a:lnTo>
                    <a:pt x="178078" y="364029"/>
                  </a:lnTo>
                  <a:lnTo>
                    <a:pt x="204639" y="347185"/>
                  </a:lnTo>
                  <a:lnTo>
                    <a:pt x="234606" y="341570"/>
                  </a:lnTo>
                  <a:lnTo>
                    <a:pt x="331276" y="341570"/>
                  </a:lnTo>
                  <a:lnTo>
                    <a:pt x="332971" y="339955"/>
                  </a:lnTo>
                  <a:lnTo>
                    <a:pt x="169877" y="339955"/>
                  </a:lnTo>
                  <a:lnTo>
                    <a:pt x="117156" y="289458"/>
                  </a:lnTo>
                  <a:lnTo>
                    <a:pt x="117156" y="243658"/>
                  </a:lnTo>
                  <a:close/>
                </a:path>
                <a:path w="468629" h="516889">
                  <a:moveTo>
                    <a:pt x="234313" y="317936"/>
                  </a:moveTo>
                  <a:lnTo>
                    <a:pt x="200722" y="323441"/>
                  </a:lnTo>
                  <a:lnTo>
                    <a:pt x="169877" y="339955"/>
                  </a:lnTo>
                  <a:lnTo>
                    <a:pt x="298749" y="339955"/>
                  </a:lnTo>
                  <a:lnTo>
                    <a:pt x="267904" y="323441"/>
                  </a:lnTo>
                  <a:lnTo>
                    <a:pt x="234313" y="317936"/>
                  </a:lnTo>
                  <a:close/>
                </a:path>
                <a:path w="468629" h="516889">
                  <a:moveTo>
                    <a:pt x="386616" y="93928"/>
                  </a:moveTo>
                  <a:lnTo>
                    <a:pt x="351469" y="93928"/>
                  </a:lnTo>
                  <a:lnTo>
                    <a:pt x="351470" y="289458"/>
                  </a:lnTo>
                  <a:lnTo>
                    <a:pt x="298749" y="339955"/>
                  </a:lnTo>
                  <a:lnTo>
                    <a:pt x="332971" y="339955"/>
                  </a:lnTo>
                  <a:lnTo>
                    <a:pt x="433479" y="244245"/>
                  </a:lnTo>
                  <a:lnTo>
                    <a:pt x="468617" y="244245"/>
                  </a:lnTo>
                  <a:lnTo>
                    <a:pt x="468616" y="188464"/>
                  </a:lnTo>
                  <a:lnTo>
                    <a:pt x="386616" y="109782"/>
                  </a:lnTo>
                  <a:lnTo>
                    <a:pt x="386616" y="93928"/>
                  </a:lnTo>
                  <a:close/>
                </a:path>
                <a:path w="468629" h="516889">
                  <a:moveTo>
                    <a:pt x="234313" y="0"/>
                  </a:moveTo>
                  <a:lnTo>
                    <a:pt x="164019" y="58698"/>
                  </a:lnTo>
                  <a:lnTo>
                    <a:pt x="304607" y="58698"/>
                  </a:lnTo>
                  <a:lnTo>
                    <a:pt x="234313" y="0"/>
                  </a:lnTo>
                  <a:close/>
                </a:path>
              </a:pathLst>
            </a:custGeom>
            <a:solidFill>
              <a:srgbClr val="002C9C"/>
            </a:solidFill>
          </p:spPr>
          <p:txBody>
            <a:bodyPr wrap="square" lIns="0" tIns="0" rIns="0" bIns="0" rtlCol="0"/>
            <a:lstStyle/>
            <a:p>
              <a:pPr defTabSz="2438368">
                <a:defRPr/>
              </a:pPr>
              <a:endParaRPr sz="4800" kern="0">
                <a:solidFill>
                  <a:sysClr val="windowText" lastClr="000000"/>
                </a:solidFill>
                <a:latin typeface="IBM Plex Sans Light"/>
              </a:endParaRPr>
            </a:p>
          </p:txBody>
        </p:sp>
        <p:pic>
          <p:nvPicPr>
            <p:cNvPr id="101" name="object 41">
              <a:extLst>
                <a:ext uri="{FF2B5EF4-FFF2-40B4-BE49-F238E27FC236}">
                  <a16:creationId xmlns:a16="http://schemas.microsoft.com/office/drawing/2014/main" id="{8766292E-D5D6-074E-90C7-F6F859FDD35E}"/>
                </a:ext>
              </a:extLst>
            </p:cNvPr>
            <p:cNvPicPr/>
            <p:nvPr/>
          </p:nvPicPr>
          <p:blipFill>
            <a:blip r:embed="rId5" cstate="print"/>
            <a:stretch>
              <a:fillRect/>
            </a:stretch>
          </p:blipFill>
          <p:spPr>
            <a:xfrm>
              <a:off x="6537526" y="3715718"/>
              <a:ext cx="152193" cy="153840"/>
            </a:xfrm>
            <a:prstGeom prst="rect">
              <a:avLst/>
            </a:prstGeom>
          </p:spPr>
        </p:pic>
      </p:grpSp>
      <p:sp>
        <p:nvSpPr>
          <p:cNvPr id="4" name="Title 1">
            <a:extLst>
              <a:ext uri="{FF2B5EF4-FFF2-40B4-BE49-F238E27FC236}">
                <a16:creationId xmlns:a16="http://schemas.microsoft.com/office/drawing/2014/main" id="{8C0B4291-192A-2E77-867E-013853866A29}"/>
              </a:ext>
            </a:extLst>
          </p:cNvPr>
          <p:cNvSpPr txBox="1">
            <a:spLocks/>
          </p:cNvSpPr>
          <p:nvPr/>
        </p:nvSpPr>
        <p:spPr>
          <a:xfrm>
            <a:off x="614726" y="1329424"/>
            <a:ext cx="22903558" cy="1181127"/>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48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4440">
                <a:solidFill>
                  <a:srgbClr val="191919"/>
                </a:solidFill>
                <a:latin typeface="IBM Plex Sans Light" pitchFamily="34" charset="0"/>
              </a:defRPr>
            </a:lvl2pPr>
            <a:lvl3pPr algn="l" rtl="0" eaLnBrk="1" fontAlgn="base" hangingPunct="1">
              <a:lnSpc>
                <a:spcPct val="90000"/>
              </a:lnSpc>
              <a:spcBef>
                <a:spcPct val="0"/>
              </a:spcBef>
              <a:spcAft>
                <a:spcPct val="0"/>
              </a:spcAft>
              <a:defRPr sz="4440">
                <a:solidFill>
                  <a:srgbClr val="191919"/>
                </a:solidFill>
                <a:latin typeface="IBM Plex Sans Light" pitchFamily="34" charset="0"/>
              </a:defRPr>
            </a:lvl3pPr>
            <a:lvl4pPr algn="l" rtl="0" eaLnBrk="1" fontAlgn="base" hangingPunct="1">
              <a:lnSpc>
                <a:spcPct val="90000"/>
              </a:lnSpc>
              <a:spcBef>
                <a:spcPct val="0"/>
              </a:spcBef>
              <a:spcAft>
                <a:spcPct val="0"/>
              </a:spcAft>
              <a:defRPr sz="4440">
                <a:solidFill>
                  <a:srgbClr val="191919"/>
                </a:solidFill>
                <a:latin typeface="IBM Plex Sans Light" pitchFamily="34" charset="0"/>
              </a:defRPr>
            </a:lvl4pPr>
            <a:lvl5pPr algn="l" rtl="0" eaLnBrk="1" fontAlgn="base" hangingPunct="1">
              <a:lnSpc>
                <a:spcPct val="90000"/>
              </a:lnSpc>
              <a:spcBef>
                <a:spcPct val="0"/>
              </a:spcBef>
              <a:spcAft>
                <a:spcPct val="0"/>
              </a:spcAft>
              <a:defRPr sz="4440">
                <a:solidFill>
                  <a:srgbClr val="191919"/>
                </a:solidFill>
                <a:latin typeface="IBM Plex Sans Light" pitchFamily="34" charset="0"/>
              </a:defRPr>
            </a:lvl5pPr>
            <a:lvl6pPr marL="725136" algn="l" rtl="0" eaLnBrk="1" fontAlgn="base" hangingPunct="1">
              <a:lnSpc>
                <a:spcPct val="90000"/>
              </a:lnSpc>
              <a:spcBef>
                <a:spcPct val="0"/>
              </a:spcBef>
              <a:spcAft>
                <a:spcPct val="0"/>
              </a:spcAft>
              <a:defRPr sz="4440">
                <a:solidFill>
                  <a:srgbClr val="191919"/>
                </a:solidFill>
                <a:latin typeface="IBM Plex Sans Light" pitchFamily="34" charset="0"/>
              </a:defRPr>
            </a:lvl6pPr>
            <a:lvl7pPr marL="1450278" algn="l" rtl="0" eaLnBrk="1" fontAlgn="base" hangingPunct="1">
              <a:lnSpc>
                <a:spcPct val="90000"/>
              </a:lnSpc>
              <a:spcBef>
                <a:spcPct val="0"/>
              </a:spcBef>
              <a:spcAft>
                <a:spcPct val="0"/>
              </a:spcAft>
              <a:defRPr sz="4440">
                <a:solidFill>
                  <a:srgbClr val="191919"/>
                </a:solidFill>
                <a:latin typeface="IBM Plex Sans Light" pitchFamily="34" charset="0"/>
              </a:defRPr>
            </a:lvl7pPr>
            <a:lvl8pPr marL="2175414" algn="l" rtl="0" eaLnBrk="1" fontAlgn="base" hangingPunct="1">
              <a:lnSpc>
                <a:spcPct val="90000"/>
              </a:lnSpc>
              <a:spcBef>
                <a:spcPct val="0"/>
              </a:spcBef>
              <a:spcAft>
                <a:spcPct val="0"/>
              </a:spcAft>
              <a:defRPr sz="4440">
                <a:solidFill>
                  <a:srgbClr val="191919"/>
                </a:solidFill>
                <a:latin typeface="IBM Plex Sans Light" pitchFamily="34" charset="0"/>
              </a:defRPr>
            </a:lvl8pPr>
            <a:lvl9pPr marL="2900552" algn="l" rtl="0" eaLnBrk="1" fontAlgn="base" hangingPunct="1">
              <a:lnSpc>
                <a:spcPct val="90000"/>
              </a:lnSpc>
              <a:spcBef>
                <a:spcPct val="0"/>
              </a:spcBef>
              <a:spcAft>
                <a:spcPct val="0"/>
              </a:spcAft>
              <a:defRPr sz="4440">
                <a:solidFill>
                  <a:srgbClr val="191919"/>
                </a:solidFill>
                <a:latin typeface="IBM Plex Sans Light" pitchFamily="34" charset="0"/>
              </a:defRPr>
            </a:lvl9pPr>
          </a:lstStyle>
          <a:p>
            <a:pPr defTabSz="1217997">
              <a:defRPr/>
            </a:pPr>
            <a:r>
              <a:rPr lang="en-US" sz="3600" kern="0" dirty="0">
                <a:latin typeface="IBM Plex Sans Light"/>
              </a:rPr>
              <a:t>which is used in trillion of transactions on billions of devices</a:t>
            </a:r>
          </a:p>
          <a:p>
            <a:pPr lvl="0" defTabSz="1217997">
              <a:defRPr/>
            </a:pPr>
            <a:endParaRPr lang="en-US" sz="3600" kern="0" dirty="0">
              <a:latin typeface="IBM Plex Sans Light"/>
            </a:endParaRPr>
          </a:p>
        </p:txBody>
      </p:sp>
      <p:sp>
        <p:nvSpPr>
          <p:cNvPr id="6" name="Text Placeholder 11">
            <a:extLst>
              <a:ext uri="{FF2B5EF4-FFF2-40B4-BE49-F238E27FC236}">
                <a16:creationId xmlns:a16="http://schemas.microsoft.com/office/drawing/2014/main" id="{477E531A-0CD7-B441-0FD9-490DD56D956D}"/>
              </a:ext>
            </a:extLst>
          </p:cNvPr>
          <p:cNvSpPr txBox="1">
            <a:spLocks/>
          </p:cNvSpPr>
          <p:nvPr/>
        </p:nvSpPr>
        <p:spPr>
          <a:xfrm>
            <a:off x="3321289" y="12328696"/>
            <a:ext cx="17744596" cy="587081"/>
          </a:xfrm>
          <a:prstGeom prst="rect">
            <a:avLst/>
          </a:prstGeom>
        </p:spPr>
        <p:txBody>
          <a:bodyPr vert="horz" lIns="0" tIns="0" rIns="0" bIns="0" rtlCol="0" anchor="t"/>
          <a:lstStyle>
            <a:defPPr>
              <a:defRPr lang="en-US"/>
            </a:defPPr>
            <a:lvl1pPr marL="0" algn="l" defTabSz="1829379" rtl="0" eaLnBrk="1" latinLnBrk="0" hangingPunct="1">
              <a:defRPr sz="1600" b="0" i="0" kern="1200">
                <a:solidFill>
                  <a:schemeClr val="tx1"/>
                </a:solidFill>
                <a:latin typeface="IBM Plex Sans" panose="020B0503050203000203" pitchFamily="34" charset="0"/>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a:spcAft>
                <a:spcPts val="3000"/>
              </a:spcAft>
            </a:pPr>
            <a:r>
              <a:rPr lang="en-US" sz="4000" dirty="0">
                <a:latin typeface="IBM Plex Sans Light"/>
              </a:rPr>
              <a:t>Systems have long update cycles </a:t>
            </a:r>
            <a:r>
              <a:rPr lang="en-US" sz="4000" i="1" dirty="0">
                <a:latin typeface="IBM Plex Sans Light"/>
              </a:rPr>
              <a:t>and</a:t>
            </a:r>
            <a:r>
              <a:rPr lang="en-US" sz="4000" dirty="0">
                <a:latin typeface="IBM Plex Sans Light"/>
              </a:rPr>
              <a:t> data needs to stay secure for a long time</a:t>
            </a:r>
            <a:endParaRPr lang="en-US" sz="4000" dirty="0">
              <a:latin typeface="IBM Plex Sans"/>
            </a:endParaRPr>
          </a:p>
        </p:txBody>
      </p:sp>
      <p:sp>
        <p:nvSpPr>
          <p:cNvPr id="9" name="Slide Number Placeholder 3">
            <a:extLst>
              <a:ext uri="{FF2B5EF4-FFF2-40B4-BE49-F238E27FC236}">
                <a16:creationId xmlns:a16="http://schemas.microsoft.com/office/drawing/2014/main" id="{1F713EFC-912A-965A-ABFB-061583B519CB}"/>
              </a:ext>
            </a:extLst>
          </p:cNvPr>
          <p:cNvSpPr txBox="1">
            <a:spLocks/>
          </p:cNvSpPr>
          <p:nvPr/>
        </p:nvSpPr>
        <p:spPr>
          <a:xfrm>
            <a:off x="23689158" y="13164979"/>
            <a:ext cx="12183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3</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10" name="Footer Placeholder 3">
            <a:extLst>
              <a:ext uri="{FF2B5EF4-FFF2-40B4-BE49-F238E27FC236}">
                <a16:creationId xmlns:a16="http://schemas.microsoft.com/office/drawing/2014/main" id="{E9C8616E-3D2C-7842-6D9A-51B473B789B6}"/>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1530775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6"/>
                                        </p:tgtEl>
                                        <p:attrNameLst>
                                          <p:attrName>style.visibility</p:attrName>
                                        </p:attrNameLst>
                                      </p:cBhvr>
                                      <p:to>
                                        <p:strVal val="visible"/>
                                      </p:to>
                                    </p:set>
                                    <p:animEffect transition="in" filter="fade">
                                      <p:cBhvr>
                                        <p:cTn id="10" dur="500"/>
                                        <p:tgtEl>
                                          <p:spTgt spid="66"/>
                                        </p:tgtEl>
                                      </p:cBhvr>
                                    </p:animEffect>
                                  </p:childTnLst>
                                </p:cTn>
                              </p:par>
                              <p:par>
                                <p:cTn id="11" presetID="10"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animEffect transition="in" filter="fade">
                                      <p:cBhvr>
                                        <p:cTn id="13" dur="500"/>
                                        <p:tgtEl>
                                          <p:spTgt spid="6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fade">
                                      <p:cBhvr>
                                        <p:cTn id="16" dur="500"/>
                                        <p:tgtEl>
                                          <p:spTgt spid="71"/>
                                        </p:tgtEl>
                                      </p:cBhvr>
                                    </p:animEffect>
                                  </p:childTnLst>
                                </p:cTn>
                              </p:par>
                              <p:par>
                                <p:cTn id="17" presetID="10" presetClass="entr" presetSubtype="0"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fade">
                                      <p:cBhvr>
                                        <p:cTn id="19" dur="500"/>
                                        <p:tgtEl>
                                          <p:spTgt spid="7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6"/>
                                        </p:tgtEl>
                                        <p:attrNameLst>
                                          <p:attrName>style.visibility</p:attrName>
                                        </p:attrNameLst>
                                      </p:cBhvr>
                                      <p:to>
                                        <p:strVal val="visible"/>
                                      </p:to>
                                    </p:set>
                                    <p:animEffect transition="in" filter="fade">
                                      <p:cBhvr>
                                        <p:cTn id="22" dur="500"/>
                                        <p:tgtEl>
                                          <p:spTgt spid="76"/>
                                        </p:tgtEl>
                                      </p:cBhvr>
                                    </p:animEffect>
                                  </p:childTnLst>
                                </p:cTn>
                              </p:par>
                              <p:par>
                                <p:cTn id="23" presetID="10" presetClass="entr" presetSubtype="0" fill="hold" nodeType="withEffect">
                                  <p:stCondLst>
                                    <p:cond delay="0"/>
                                  </p:stCondLst>
                                  <p:childTnLst>
                                    <p:set>
                                      <p:cBhvr>
                                        <p:cTn id="24" dur="1" fill="hold">
                                          <p:stCondLst>
                                            <p:cond delay="0"/>
                                          </p:stCondLst>
                                        </p:cTn>
                                        <p:tgtEl>
                                          <p:spTgt spid="77"/>
                                        </p:tgtEl>
                                        <p:attrNameLst>
                                          <p:attrName>style.visibility</p:attrName>
                                        </p:attrNameLst>
                                      </p:cBhvr>
                                      <p:to>
                                        <p:strVal val="visible"/>
                                      </p:to>
                                    </p:set>
                                    <p:animEffect transition="in" filter="fade">
                                      <p:cBhvr>
                                        <p:cTn id="25" dur="500"/>
                                        <p:tgtEl>
                                          <p:spTgt spid="77"/>
                                        </p:tgtEl>
                                      </p:cBhvr>
                                    </p:animEffect>
                                  </p:childTnLst>
                                </p:cTn>
                              </p:par>
                              <p:par>
                                <p:cTn id="26" presetID="10" presetClass="entr" presetSubtype="0" fill="hold" nodeType="withEffect">
                                  <p:stCondLst>
                                    <p:cond delay="0"/>
                                  </p:stCondLst>
                                  <p:childTnLst>
                                    <p:set>
                                      <p:cBhvr>
                                        <p:cTn id="27" dur="1" fill="hold">
                                          <p:stCondLst>
                                            <p:cond delay="0"/>
                                          </p:stCondLst>
                                        </p:cTn>
                                        <p:tgtEl>
                                          <p:spTgt spid="81"/>
                                        </p:tgtEl>
                                        <p:attrNameLst>
                                          <p:attrName>style.visibility</p:attrName>
                                        </p:attrNameLst>
                                      </p:cBhvr>
                                      <p:to>
                                        <p:strVal val="visible"/>
                                      </p:to>
                                    </p:set>
                                    <p:animEffect transition="in" filter="fade">
                                      <p:cBhvr>
                                        <p:cTn id="28" dur="500"/>
                                        <p:tgtEl>
                                          <p:spTgt spid="8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fade">
                                      <p:cBhvr>
                                        <p:cTn id="31" dur="500"/>
                                        <p:tgtEl>
                                          <p:spTgt spid="8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6"/>
                                        </p:tgtEl>
                                        <p:attrNameLst>
                                          <p:attrName>style.visibility</p:attrName>
                                        </p:attrNameLst>
                                      </p:cBhvr>
                                      <p:to>
                                        <p:strVal val="visible"/>
                                      </p:to>
                                    </p:set>
                                    <p:animEffect transition="in" filter="fade">
                                      <p:cBhvr>
                                        <p:cTn id="34" dur="500"/>
                                        <p:tgtEl>
                                          <p:spTgt spid="86"/>
                                        </p:tgtEl>
                                      </p:cBhvr>
                                    </p:animEffect>
                                  </p:childTnLst>
                                </p:cTn>
                              </p:par>
                              <p:par>
                                <p:cTn id="35" presetID="10" presetClass="entr" presetSubtype="0" fill="hold" nodeType="withEffect">
                                  <p:stCondLst>
                                    <p:cond delay="0"/>
                                  </p:stCondLst>
                                  <p:childTnLst>
                                    <p:set>
                                      <p:cBhvr>
                                        <p:cTn id="36" dur="1" fill="hold">
                                          <p:stCondLst>
                                            <p:cond delay="0"/>
                                          </p:stCondLst>
                                        </p:cTn>
                                        <p:tgtEl>
                                          <p:spTgt spid="87"/>
                                        </p:tgtEl>
                                        <p:attrNameLst>
                                          <p:attrName>style.visibility</p:attrName>
                                        </p:attrNameLst>
                                      </p:cBhvr>
                                      <p:to>
                                        <p:strVal val="visible"/>
                                      </p:to>
                                    </p:set>
                                    <p:animEffect transition="in" filter="fade">
                                      <p:cBhvr>
                                        <p:cTn id="37" dur="500"/>
                                        <p:tgtEl>
                                          <p:spTgt spid="8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2"/>
                                        </p:tgtEl>
                                        <p:attrNameLst>
                                          <p:attrName>style.visibility</p:attrName>
                                        </p:attrNameLst>
                                      </p:cBhvr>
                                      <p:to>
                                        <p:strVal val="visible"/>
                                      </p:to>
                                    </p:set>
                                    <p:animEffect transition="in" filter="fade">
                                      <p:cBhvr>
                                        <p:cTn id="40" dur="500"/>
                                        <p:tgtEl>
                                          <p:spTgt spid="9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3"/>
                                        </p:tgtEl>
                                        <p:attrNameLst>
                                          <p:attrName>style.visibility</p:attrName>
                                        </p:attrNameLst>
                                      </p:cBhvr>
                                      <p:to>
                                        <p:strVal val="visible"/>
                                      </p:to>
                                    </p:set>
                                    <p:animEffect transition="in" filter="fade">
                                      <p:cBhvr>
                                        <p:cTn id="43" dur="500"/>
                                        <p:tgtEl>
                                          <p:spTgt spid="93"/>
                                        </p:tgtEl>
                                      </p:cBhvr>
                                    </p:animEffect>
                                  </p:childTnLst>
                                </p:cTn>
                              </p:par>
                              <p:par>
                                <p:cTn id="44" presetID="10" presetClass="entr" presetSubtype="0" fill="hold" nodeType="withEffect">
                                  <p:stCondLst>
                                    <p:cond delay="0"/>
                                  </p:stCondLst>
                                  <p:childTnLst>
                                    <p:set>
                                      <p:cBhvr>
                                        <p:cTn id="45" dur="1" fill="hold">
                                          <p:stCondLst>
                                            <p:cond delay="0"/>
                                          </p:stCondLst>
                                        </p:cTn>
                                        <p:tgtEl>
                                          <p:spTgt spid="94"/>
                                        </p:tgtEl>
                                        <p:attrNameLst>
                                          <p:attrName>style.visibility</p:attrName>
                                        </p:attrNameLst>
                                      </p:cBhvr>
                                      <p:to>
                                        <p:strVal val="visible"/>
                                      </p:to>
                                    </p:set>
                                    <p:animEffect transition="in" filter="fade">
                                      <p:cBhvr>
                                        <p:cTn id="46" dur="500"/>
                                        <p:tgtEl>
                                          <p:spTgt spid="9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8"/>
                                        </p:tgtEl>
                                        <p:attrNameLst>
                                          <p:attrName>style.visibility</p:attrName>
                                        </p:attrNameLst>
                                      </p:cBhvr>
                                      <p:to>
                                        <p:strVal val="visible"/>
                                      </p:to>
                                    </p:set>
                                    <p:animEffect transition="in" filter="fade">
                                      <p:cBhvr>
                                        <p:cTn id="49" dur="500"/>
                                        <p:tgtEl>
                                          <p:spTgt spid="98"/>
                                        </p:tgtEl>
                                      </p:cBhvr>
                                    </p:animEffect>
                                  </p:childTnLst>
                                </p:cTn>
                              </p:par>
                              <p:par>
                                <p:cTn id="50" presetID="10" presetClass="entr" presetSubtype="0" fill="hold" nodeType="withEffect">
                                  <p:stCondLst>
                                    <p:cond delay="0"/>
                                  </p:stCondLst>
                                  <p:childTnLst>
                                    <p:set>
                                      <p:cBhvr>
                                        <p:cTn id="51" dur="1" fill="hold">
                                          <p:stCondLst>
                                            <p:cond delay="0"/>
                                          </p:stCondLst>
                                        </p:cTn>
                                        <p:tgtEl>
                                          <p:spTgt spid="99"/>
                                        </p:tgtEl>
                                        <p:attrNameLst>
                                          <p:attrName>style.visibility</p:attrName>
                                        </p:attrNameLst>
                                      </p:cBhvr>
                                      <p:to>
                                        <p:strVal val="visible"/>
                                      </p:to>
                                    </p:set>
                                    <p:animEffect transition="in" filter="fade">
                                      <p:cBhvr>
                                        <p:cTn id="52" dur="500"/>
                                        <p:tgtEl>
                                          <p:spTgt spid="9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71" grpId="0"/>
      <p:bldP spid="76" grpId="0"/>
      <p:bldP spid="85" grpId="0"/>
      <p:bldP spid="86" grpId="0"/>
      <p:bldP spid="92" grpId="0"/>
      <p:bldP spid="93" grpId="0"/>
      <p:bldP spid="98"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A34A27-5E95-AF58-C0D9-443898317BB8}"/>
              </a:ext>
            </a:extLst>
          </p:cNvPr>
          <p:cNvSpPr>
            <a:spLocks noGrp="1"/>
          </p:cNvSpPr>
          <p:nvPr>
            <p:ph type="title"/>
          </p:nvPr>
        </p:nvSpPr>
        <p:spPr>
          <a:xfrm>
            <a:off x="602337" y="530765"/>
            <a:ext cx="23182500" cy="2651126"/>
          </a:xfrm>
        </p:spPr>
        <p:txBody>
          <a:bodyPr/>
          <a:lstStyle/>
          <a:p>
            <a:r>
              <a:rPr lang="en-US" sz="6000" dirty="0"/>
              <a:t>Cryptography is essential and ubiquitous and embedded across</a:t>
            </a:r>
            <a:br>
              <a:rPr lang="en-US" sz="6000" dirty="0"/>
            </a:br>
            <a:r>
              <a:rPr lang="en-US" sz="6000" b="1" dirty="0"/>
              <a:t>US Federal &amp; Defense Agencies’ Critical Systems and Services </a:t>
            </a:r>
            <a:br>
              <a:rPr lang="en-US" sz="6000" dirty="0"/>
            </a:br>
            <a:endParaRPr lang="en-US" sz="6000" dirty="0"/>
          </a:p>
        </p:txBody>
      </p:sp>
      <p:graphicFrame>
        <p:nvGraphicFramePr>
          <p:cNvPr id="8" name="Diagram 7">
            <a:extLst>
              <a:ext uri="{FF2B5EF4-FFF2-40B4-BE49-F238E27FC236}">
                <a16:creationId xmlns:a16="http://schemas.microsoft.com/office/drawing/2014/main" id="{F02BE452-E71D-7D95-C25B-17B4CC5072D4}"/>
              </a:ext>
            </a:extLst>
          </p:cNvPr>
          <p:cNvGraphicFramePr/>
          <p:nvPr>
            <p:extLst>
              <p:ext uri="{D42A27DB-BD31-4B8C-83A1-F6EECF244321}">
                <p14:modId xmlns:p14="http://schemas.microsoft.com/office/powerpoint/2010/main" val="2771517784"/>
              </p:ext>
            </p:extLst>
          </p:nvPr>
        </p:nvGraphicFramePr>
        <p:xfrm>
          <a:off x="377451" y="2241175"/>
          <a:ext cx="23462488" cy="53400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 8">
            <a:extLst>
              <a:ext uri="{FF2B5EF4-FFF2-40B4-BE49-F238E27FC236}">
                <a16:creationId xmlns:a16="http://schemas.microsoft.com/office/drawing/2014/main" id="{1685481B-CB73-E271-5036-537B169F040F}"/>
              </a:ext>
            </a:extLst>
          </p:cNvPr>
          <p:cNvGraphicFramePr/>
          <p:nvPr>
            <p:extLst>
              <p:ext uri="{D42A27DB-BD31-4B8C-83A1-F6EECF244321}">
                <p14:modId xmlns:p14="http://schemas.microsoft.com/office/powerpoint/2010/main" val="4259378354"/>
              </p:ext>
            </p:extLst>
          </p:nvPr>
        </p:nvGraphicFramePr>
        <p:xfrm>
          <a:off x="385871" y="7895564"/>
          <a:ext cx="23462488" cy="459765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TextBox 1">
            <a:extLst>
              <a:ext uri="{FF2B5EF4-FFF2-40B4-BE49-F238E27FC236}">
                <a16:creationId xmlns:a16="http://schemas.microsoft.com/office/drawing/2014/main" id="{7E852FCF-C1E4-0C12-2259-8BFD8F15BB76}"/>
              </a:ext>
            </a:extLst>
          </p:cNvPr>
          <p:cNvSpPr txBox="1"/>
          <p:nvPr/>
        </p:nvSpPr>
        <p:spPr>
          <a:xfrm rot="7268227">
            <a:off x="639457" y="1299218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52" indent="-446738" defTabSz="2438340">
              <a:spcBef>
                <a:spcPts val="2902"/>
              </a:spcBef>
              <a:buSzPct val="100000"/>
              <a:buFontTx/>
              <a:buChar char="–"/>
              <a:defRPr/>
            </a:pPr>
            <a:endParaRPr lang="en-US" sz="7200" kern="0" dirty="0">
              <a:solidFill>
                <a:srgbClr val="000000"/>
              </a:solidFill>
              <a:latin typeface="IBM Plex Sans Light"/>
              <a:sym typeface="IBM Plex Sans Light"/>
            </a:endParaRPr>
          </a:p>
        </p:txBody>
      </p:sp>
      <p:sp>
        <p:nvSpPr>
          <p:cNvPr id="5" name="Slide Number Placeholder 3">
            <a:extLst>
              <a:ext uri="{FF2B5EF4-FFF2-40B4-BE49-F238E27FC236}">
                <a16:creationId xmlns:a16="http://schemas.microsoft.com/office/drawing/2014/main" id="{D0108539-128D-A033-6976-F2F12E055701}"/>
              </a:ext>
            </a:extLst>
          </p:cNvPr>
          <p:cNvSpPr txBox="1">
            <a:spLocks/>
          </p:cNvSpPr>
          <p:nvPr/>
        </p:nvSpPr>
        <p:spPr>
          <a:xfrm>
            <a:off x="23689158" y="13164979"/>
            <a:ext cx="12183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4</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6" name="Footer Placeholder 3">
            <a:extLst>
              <a:ext uri="{FF2B5EF4-FFF2-40B4-BE49-F238E27FC236}">
                <a16:creationId xmlns:a16="http://schemas.microsoft.com/office/drawing/2014/main" id="{D5D59CD3-35F8-B25F-9FA9-62B73A90BEC0}"/>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2445738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155BC-EBC9-0A34-482C-5FE14C673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C0EBD-F968-DB6C-6D6A-1BC213F2DB86}"/>
              </a:ext>
            </a:extLst>
          </p:cNvPr>
          <p:cNvSpPr>
            <a:spLocks noGrp="1"/>
          </p:cNvSpPr>
          <p:nvPr>
            <p:ph type="title"/>
          </p:nvPr>
        </p:nvSpPr>
        <p:spPr>
          <a:xfrm>
            <a:off x="580612" y="578531"/>
            <a:ext cx="23804962" cy="1524990"/>
          </a:xfrm>
        </p:spPr>
        <p:txBody>
          <a:bodyPr/>
          <a:lstStyle/>
          <a:p>
            <a:r>
              <a:rPr lang="en-US" sz="4400" dirty="0">
                <a:solidFill>
                  <a:schemeClr val="tx1"/>
                </a:solidFill>
                <a:latin typeface="+mn-lt"/>
              </a:rPr>
              <a:t>What will a cyber criminal be able to do?</a:t>
            </a:r>
          </a:p>
        </p:txBody>
      </p:sp>
      <p:cxnSp>
        <p:nvCxnSpPr>
          <p:cNvPr id="42" name="Straight Connector 41">
            <a:extLst>
              <a:ext uri="{FF2B5EF4-FFF2-40B4-BE49-F238E27FC236}">
                <a16:creationId xmlns:a16="http://schemas.microsoft.com/office/drawing/2014/main" id="{B9E57FE2-F716-075F-09A3-5992926C820F}"/>
              </a:ext>
            </a:extLst>
          </p:cNvPr>
          <p:cNvCxnSpPr>
            <a:cxnSpLocks/>
          </p:cNvCxnSpPr>
          <p:nvPr/>
        </p:nvCxnSpPr>
        <p:spPr bwMode="auto">
          <a:xfrm>
            <a:off x="6894794" y="3061057"/>
            <a:ext cx="0" cy="1292358"/>
          </a:xfrm>
          <a:prstGeom prst="line">
            <a:avLst/>
          </a:prstGeom>
          <a:ln w="19050">
            <a:solidFill>
              <a:schemeClr val="tx1">
                <a:lumMod val="50000"/>
                <a:lumOff val="5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nvGrpSpPr>
          <p:cNvPr id="45" name="Group 44">
            <a:extLst>
              <a:ext uri="{FF2B5EF4-FFF2-40B4-BE49-F238E27FC236}">
                <a16:creationId xmlns:a16="http://schemas.microsoft.com/office/drawing/2014/main" id="{FD938F8B-AFDF-E368-C79F-E39939433203}"/>
              </a:ext>
            </a:extLst>
          </p:cNvPr>
          <p:cNvGrpSpPr/>
          <p:nvPr/>
        </p:nvGrpSpPr>
        <p:grpSpPr>
          <a:xfrm>
            <a:off x="2313937" y="3181366"/>
            <a:ext cx="4218696" cy="8511535"/>
            <a:chOff x="936830" y="2832146"/>
            <a:chExt cx="4220893" cy="8515970"/>
          </a:xfrm>
        </p:grpSpPr>
        <p:sp>
          <p:nvSpPr>
            <p:cNvPr id="46" name="Arrow: Right 15">
              <a:extLst>
                <a:ext uri="{FF2B5EF4-FFF2-40B4-BE49-F238E27FC236}">
                  <a16:creationId xmlns:a16="http://schemas.microsoft.com/office/drawing/2014/main" id="{3951D932-F1ED-81ED-1264-F599306C1E30}"/>
                </a:ext>
              </a:extLst>
            </p:cNvPr>
            <p:cNvSpPr/>
            <p:nvPr/>
          </p:nvSpPr>
          <p:spPr bwMode="auto">
            <a:xfrm flipH="1">
              <a:off x="936830" y="2832146"/>
              <a:ext cx="4220891" cy="950076"/>
            </a:xfrm>
            <a:prstGeom prst="rightArrow">
              <a:avLst/>
            </a:prstGeom>
            <a:solidFill>
              <a:schemeClr val="bg1">
                <a:lumMod val="95000"/>
              </a:schemeClr>
            </a:solidFill>
            <a:ln w="9525">
              <a:solidFill>
                <a:schemeClr val="tx1">
                  <a:lumMod val="50000"/>
                  <a:lumOff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07942" tIns="35984" rIns="107942" bIns="35984" numCol="1" rtlCol="0" anchor="ctr" anchorCtr="0" compatLnSpc="1">
              <a:prstTxWarp prst="textNoShape">
                <a:avLst/>
              </a:prstTxWarp>
            </a:bodyPr>
            <a:lstStyle/>
            <a:p>
              <a:pPr algn="r" defTabSz="913658" fontAlgn="base">
                <a:lnSpc>
                  <a:spcPct val="90000"/>
                </a:lnSpc>
                <a:spcBef>
                  <a:spcPct val="0"/>
                </a:spcBef>
                <a:spcAft>
                  <a:spcPct val="0"/>
                </a:spcAft>
                <a:defRPr/>
              </a:pPr>
              <a:r>
                <a:rPr lang="en-US" sz="2800" dirty="0">
                  <a:solidFill>
                    <a:schemeClr val="tx1"/>
                  </a:solidFill>
                  <a:latin typeface="IBM Plex Sans Light" panose="020B0403050203000203" pitchFamily="34" charset="0"/>
                </a:rPr>
                <a:t>…before</a:t>
              </a:r>
              <a:endParaRPr lang="en-CH" sz="2800">
                <a:solidFill>
                  <a:schemeClr val="tx1"/>
                </a:solidFill>
                <a:latin typeface="IBM Plex Sans Light" panose="020B0403050203000203" pitchFamily="34" charset="0"/>
              </a:endParaRPr>
            </a:p>
          </p:txBody>
        </p:sp>
        <p:grpSp>
          <p:nvGrpSpPr>
            <p:cNvPr id="47" name="Group 46">
              <a:extLst>
                <a:ext uri="{FF2B5EF4-FFF2-40B4-BE49-F238E27FC236}">
                  <a16:creationId xmlns:a16="http://schemas.microsoft.com/office/drawing/2014/main" id="{20A120A5-61F9-88C7-A304-6D76F7F4AEB9}"/>
                </a:ext>
              </a:extLst>
            </p:cNvPr>
            <p:cNvGrpSpPr/>
            <p:nvPr/>
          </p:nvGrpSpPr>
          <p:grpSpPr>
            <a:xfrm>
              <a:off x="936832" y="4125175"/>
              <a:ext cx="4220891" cy="7222941"/>
              <a:chOff x="936832" y="4125175"/>
              <a:chExt cx="4220891" cy="7222941"/>
            </a:xfrm>
          </p:grpSpPr>
          <p:sp>
            <p:nvSpPr>
              <p:cNvPr id="48" name="Content Placeholder 6">
                <a:extLst>
                  <a:ext uri="{FF2B5EF4-FFF2-40B4-BE49-F238E27FC236}">
                    <a16:creationId xmlns:a16="http://schemas.microsoft.com/office/drawing/2014/main" id="{8E705C44-CA19-3F89-3F83-63D04D4DCE78}"/>
                  </a:ext>
                </a:extLst>
              </p:cNvPr>
              <p:cNvSpPr txBox="1">
                <a:spLocks/>
              </p:cNvSpPr>
              <p:nvPr/>
            </p:nvSpPr>
            <p:spPr>
              <a:xfrm>
                <a:off x="936832" y="4125175"/>
                <a:ext cx="4220891" cy="7222941"/>
              </a:xfrm>
              <a:prstGeom prst="rect">
                <a:avLst/>
              </a:prstGeom>
              <a:noFill/>
              <a:ln w="12700">
                <a:solidFill>
                  <a:schemeClr val="tx1"/>
                </a:solidFill>
              </a:ln>
            </p:spPr>
            <p:txBody>
              <a:bodyPr vert="horz" lIns="107942" tIns="179904" rIns="107942" bIns="71962"/>
              <a:lstStyle>
                <a:defPPr>
                  <a:defRPr lang="en-US"/>
                </a:defPPr>
                <a:lvl1pPr marR="0" lvl="0" indent="0" algn="ctr" defTabSz="348809" fontAlgn="base">
                  <a:lnSpc>
                    <a:spcPct val="100000"/>
                  </a:lnSpc>
                  <a:spcBef>
                    <a:spcPts val="1467"/>
                  </a:spcBef>
                  <a:spcAft>
                    <a:spcPct val="0"/>
                  </a:spcAft>
                  <a:buClr>
                    <a:srgbClr val="6D6E70"/>
                  </a:buClr>
                  <a:buSzPct val="90000"/>
                  <a:buFont typeface="Wingdings" pitchFamily="2" charset="2"/>
                  <a:buNone/>
                  <a:tabLst/>
                  <a:defRPr kumimoji="0" sz="1400" b="0" i="0" u="none" strike="noStrike" kern="0" cap="none" spc="0" normalizeH="0" baseline="0">
                    <a:ln>
                      <a:noFill/>
                    </a:ln>
                    <a:solidFill>
                      <a:schemeClr val="tx1">
                        <a:lumMod val="50000"/>
                        <a:lumOff val="50000"/>
                      </a:schemeClr>
                    </a:solidFill>
                    <a:effectLst/>
                    <a:uLnTx/>
                    <a:uFillTx/>
                    <a:latin typeface="IBM Plex Sans Light" panose="020B0403050203000203" pitchFamily="34" charset="0"/>
                    <a:ea typeface="IBM Plex Sans" charset="0"/>
                    <a:cs typeface="IBM Plex Sans" charset="0"/>
                  </a:defRPr>
                </a:lvl1pPr>
                <a:lvl2pPr marL="228594" indent="-228594" fontAlgn="base">
                  <a:lnSpc>
                    <a:spcPct val="100000"/>
                  </a:lnSpc>
                  <a:spcBef>
                    <a:spcPts val="1467"/>
                  </a:spcBef>
                  <a:spcAft>
                    <a:spcPct val="0"/>
                  </a:spcAft>
                  <a:buClr>
                    <a:schemeClr val="bg1"/>
                  </a:buClr>
                  <a:buSzPct val="100000"/>
                  <a:buFont typeface=".AppleSystemUIFont" charset="-120"/>
                  <a:buChar char="–"/>
                  <a:tabLst/>
                  <a:defRPr sz="1867">
                    <a:solidFill>
                      <a:schemeClr val="bg1"/>
                    </a:solidFill>
                    <a:latin typeface="IBM Plex Sans" charset="0"/>
                    <a:ea typeface="IBM Plex Sans" charset="0"/>
                    <a:cs typeface="IBM Plex Sans" charset="0"/>
                  </a:defRPr>
                </a:lvl2pPr>
                <a:lvl3pPr marL="457189" indent="-188379" fontAlgn="base">
                  <a:lnSpc>
                    <a:spcPct val="100000"/>
                  </a:lnSpc>
                  <a:spcBef>
                    <a:spcPts val="1467"/>
                  </a:spcBef>
                  <a:spcAft>
                    <a:spcPct val="0"/>
                  </a:spcAft>
                  <a:buClr>
                    <a:schemeClr val="bg1"/>
                  </a:buClr>
                  <a:buSzPct val="100000"/>
                  <a:buFont typeface="Arial" panose="020B0604020202020204" pitchFamily="34" charset="0"/>
                  <a:buChar char="•"/>
                  <a:tabLst/>
                  <a:defRPr sz="1867">
                    <a:solidFill>
                      <a:schemeClr val="bg1"/>
                    </a:solidFill>
                    <a:latin typeface="IBM Plex Sans" charset="0"/>
                    <a:ea typeface="IBM Plex Sans" charset="0"/>
                    <a:cs typeface="IBM Plex Sans" charset="0"/>
                  </a:defRPr>
                </a:lvl3pPr>
                <a:lvl4pPr marL="838179" indent="-258227" fontAlgn="base">
                  <a:lnSpc>
                    <a:spcPct val="100000"/>
                  </a:lnSpc>
                  <a:spcBef>
                    <a:spcPts val="1467"/>
                  </a:spcBef>
                  <a:spcAft>
                    <a:spcPct val="0"/>
                  </a:spcAft>
                  <a:buClr>
                    <a:schemeClr val="bg1"/>
                  </a:buClr>
                  <a:buSzPct val="100000"/>
                  <a:buFont typeface=".AppleSystemUIFont" charset="-120"/>
                  <a:buChar char="–"/>
                  <a:tabLst/>
                  <a:defRPr sz="1867" baseline="0">
                    <a:solidFill>
                      <a:schemeClr val="bg1"/>
                    </a:solidFill>
                    <a:latin typeface="IBM Plex Sans" charset="0"/>
                    <a:ea typeface="IBM Plex Sans" charset="0"/>
                    <a:cs typeface="IBM Plex Sans" charset="0"/>
                  </a:defRPr>
                </a:lvl4pPr>
                <a:lvl5pPr marL="1071007" marR="0" indent="-228594" defTabSz="1219170" fontAlgn="base">
                  <a:lnSpc>
                    <a:spcPct val="100000"/>
                  </a:lnSpc>
                  <a:spcBef>
                    <a:spcPts val="1467"/>
                  </a:spcBef>
                  <a:spcAft>
                    <a:spcPct val="0"/>
                  </a:spcAft>
                  <a:buClr>
                    <a:srgbClr val="FFFFFF"/>
                  </a:buClr>
                  <a:buSzTx/>
                  <a:buFont typeface=".AppleSystemUIFont" charset="-120"/>
                  <a:buChar char="»"/>
                  <a:tabLst/>
                  <a:defRPr sz="1867">
                    <a:solidFill>
                      <a:schemeClr val="bg1"/>
                    </a:solidFill>
                    <a:latin typeface="IBM Plex Sans" charset="0"/>
                    <a:ea typeface="IBM Plex Sans" charset="0"/>
                    <a:cs typeface="IBM Plex Sans" charset="0"/>
                  </a:defRPr>
                </a:lvl5pPr>
                <a:lvl6pPr marL="2111549" indent="-172886" fontAlgn="base">
                  <a:spcBef>
                    <a:spcPct val="20000"/>
                  </a:spcBef>
                  <a:spcAft>
                    <a:spcPct val="0"/>
                  </a:spcAft>
                  <a:buClr>
                    <a:schemeClr val="bg1"/>
                  </a:buClr>
                  <a:buChar char="»"/>
                  <a:defRPr sz="1692">
                    <a:solidFill>
                      <a:schemeClr val="bg1"/>
                    </a:solidFill>
                    <a:latin typeface="Arial" charset="0"/>
                  </a:defRPr>
                </a:lvl6pPr>
                <a:lvl7pPr marL="2594956" indent="-172886" fontAlgn="base">
                  <a:spcBef>
                    <a:spcPct val="20000"/>
                  </a:spcBef>
                  <a:spcAft>
                    <a:spcPct val="0"/>
                  </a:spcAft>
                  <a:buClr>
                    <a:schemeClr val="bg1"/>
                  </a:buClr>
                  <a:buChar char="»"/>
                  <a:defRPr sz="1692">
                    <a:solidFill>
                      <a:schemeClr val="bg1"/>
                    </a:solidFill>
                    <a:latin typeface="Arial" charset="0"/>
                  </a:defRPr>
                </a:lvl7pPr>
                <a:lvl8pPr marL="3078364" indent="-172886" fontAlgn="base">
                  <a:spcBef>
                    <a:spcPct val="20000"/>
                  </a:spcBef>
                  <a:spcAft>
                    <a:spcPct val="0"/>
                  </a:spcAft>
                  <a:buClr>
                    <a:schemeClr val="bg1"/>
                  </a:buClr>
                  <a:buChar char="»"/>
                  <a:defRPr sz="1692">
                    <a:solidFill>
                      <a:schemeClr val="bg1"/>
                    </a:solidFill>
                    <a:latin typeface="Arial" charset="0"/>
                  </a:defRPr>
                </a:lvl8pPr>
                <a:lvl9pPr marL="3561772" indent="-172886" fontAlgn="base">
                  <a:spcBef>
                    <a:spcPct val="20000"/>
                  </a:spcBef>
                  <a:spcAft>
                    <a:spcPct val="0"/>
                  </a:spcAft>
                  <a:buClr>
                    <a:schemeClr val="bg1"/>
                  </a:buClr>
                  <a:buChar char="»"/>
                  <a:defRPr sz="1692">
                    <a:solidFill>
                      <a:schemeClr val="bg1"/>
                    </a:solidFill>
                    <a:latin typeface="Arial" charset="0"/>
                  </a:defRPr>
                </a:lvl9pPr>
              </a:lstStyle>
              <a:p>
                <a:pPr defTabSz="464702">
                  <a:spcBef>
                    <a:spcPts val="1956"/>
                  </a:spcBef>
                  <a:defRPr/>
                </a:pPr>
                <a:r>
                  <a:rPr lang="en-US" sz="3200" dirty="0">
                    <a:solidFill>
                      <a:schemeClr val="accent1"/>
                    </a:solidFill>
                  </a:rPr>
                  <a:t>Harvest </a:t>
                </a:r>
                <a:br>
                  <a:rPr lang="en-US" sz="3200" dirty="0">
                    <a:solidFill>
                      <a:schemeClr val="accent1"/>
                    </a:solidFill>
                  </a:rPr>
                </a:br>
                <a:r>
                  <a:rPr lang="en-US" sz="3200" dirty="0">
                    <a:solidFill>
                      <a:schemeClr val="accent1"/>
                    </a:solidFill>
                  </a:rPr>
                  <a:t>confidential data </a:t>
                </a:r>
                <a:br>
                  <a:rPr lang="en-US" sz="3200" dirty="0">
                    <a:solidFill>
                      <a:srgbClr val="000000">
                        <a:lumMod val="50000"/>
                        <a:lumOff val="50000"/>
                      </a:srgbClr>
                    </a:solidFill>
                  </a:rPr>
                </a:br>
                <a:br>
                  <a:rPr lang="en-US" sz="3200" dirty="0">
                    <a:solidFill>
                      <a:srgbClr val="000000">
                        <a:lumMod val="50000"/>
                        <a:lumOff val="50000"/>
                      </a:srgbClr>
                    </a:solidFill>
                  </a:rPr>
                </a:br>
                <a:endParaRPr lang="en-US" sz="3200" dirty="0">
                  <a:solidFill>
                    <a:srgbClr val="000000">
                      <a:lumMod val="50000"/>
                      <a:lumOff val="50000"/>
                    </a:srgbClr>
                  </a:solidFill>
                </a:endParaRPr>
              </a:p>
              <a:p>
                <a:pPr defTabSz="464702">
                  <a:spcBef>
                    <a:spcPts val="1956"/>
                  </a:spcBef>
                  <a:defRPr/>
                </a:pPr>
                <a:endParaRPr lang="en-US" sz="3200" dirty="0">
                  <a:solidFill>
                    <a:srgbClr val="000000">
                      <a:lumMod val="50000"/>
                      <a:lumOff val="50000"/>
                    </a:srgbClr>
                  </a:solidFill>
                </a:endParaRPr>
              </a:p>
              <a:p>
                <a:pPr defTabSz="464702">
                  <a:spcBef>
                    <a:spcPts val="1956"/>
                  </a:spcBef>
                  <a:defRPr/>
                </a:pPr>
                <a:endParaRPr lang="en-US" sz="3200" dirty="0">
                  <a:solidFill>
                    <a:srgbClr val="000000">
                      <a:lumMod val="50000"/>
                      <a:lumOff val="50000"/>
                    </a:srgbClr>
                  </a:solidFill>
                </a:endParaRPr>
              </a:p>
              <a:p>
                <a:pPr defTabSz="464702">
                  <a:spcBef>
                    <a:spcPts val="1956"/>
                  </a:spcBef>
                  <a:defRPr/>
                </a:pPr>
                <a:endParaRPr lang="en-US" sz="500" dirty="0">
                  <a:solidFill>
                    <a:srgbClr val="000000">
                      <a:lumMod val="50000"/>
                      <a:lumOff val="50000"/>
                    </a:srgbClr>
                  </a:solidFill>
                </a:endParaRPr>
              </a:p>
              <a:p>
                <a:pPr defTabSz="464702">
                  <a:spcBef>
                    <a:spcPts val="1956"/>
                  </a:spcBef>
                  <a:defRPr/>
                </a:pPr>
                <a:endParaRPr lang="en-US" sz="500" dirty="0">
                  <a:solidFill>
                    <a:srgbClr val="000000">
                      <a:lumMod val="50000"/>
                      <a:lumOff val="50000"/>
                    </a:srgbClr>
                  </a:solidFill>
                </a:endParaRPr>
              </a:p>
              <a:p>
                <a:pPr defTabSz="464702">
                  <a:spcBef>
                    <a:spcPts val="1956"/>
                  </a:spcBef>
                  <a:defRPr/>
                </a:pPr>
                <a:endParaRPr lang="en-US" sz="500" dirty="0">
                  <a:solidFill>
                    <a:srgbClr val="000000">
                      <a:lumMod val="50000"/>
                      <a:lumOff val="50000"/>
                    </a:srgbClr>
                  </a:solidFill>
                </a:endParaRPr>
              </a:p>
              <a:p>
                <a:pPr defTabSz="464702">
                  <a:spcBef>
                    <a:spcPts val="1956"/>
                  </a:spcBef>
                  <a:defRPr/>
                </a:pPr>
                <a:endParaRPr lang="en-US" sz="500" dirty="0">
                  <a:solidFill>
                    <a:srgbClr val="000000">
                      <a:lumMod val="50000"/>
                      <a:lumOff val="50000"/>
                    </a:srgbClr>
                  </a:solidFill>
                </a:endParaRPr>
              </a:p>
              <a:p>
                <a:pPr defTabSz="464702">
                  <a:spcBef>
                    <a:spcPts val="1956"/>
                  </a:spcBef>
                  <a:defRPr/>
                </a:pPr>
                <a:endParaRPr lang="en-US" sz="3200" dirty="0">
                  <a:solidFill>
                    <a:srgbClr val="000000">
                      <a:lumMod val="50000"/>
                      <a:lumOff val="50000"/>
                    </a:srgbClr>
                  </a:solidFill>
                </a:endParaRPr>
              </a:p>
            </p:txBody>
          </p:sp>
          <p:pic>
            <p:nvPicPr>
              <p:cNvPr id="49" name="Graphic 48" descr="Robber outline">
                <a:extLst>
                  <a:ext uri="{FF2B5EF4-FFF2-40B4-BE49-F238E27FC236}">
                    <a16:creationId xmlns:a16="http://schemas.microsoft.com/office/drawing/2014/main" id="{DAFECA98-229C-25EE-D6AF-730C6BDBC3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6428" y="6826197"/>
                <a:ext cx="2508709" cy="2508709"/>
              </a:xfrm>
              <a:prstGeom prst="rect">
                <a:avLst/>
              </a:prstGeom>
            </p:spPr>
          </p:pic>
          <p:sp>
            <p:nvSpPr>
              <p:cNvPr id="50" name="TextBox 49">
                <a:extLst>
                  <a:ext uri="{FF2B5EF4-FFF2-40B4-BE49-F238E27FC236}">
                    <a16:creationId xmlns:a16="http://schemas.microsoft.com/office/drawing/2014/main" id="{BD6F658E-AA3E-4CF3-5335-5C6382A2D69D}"/>
                  </a:ext>
                </a:extLst>
              </p:cNvPr>
              <p:cNvSpPr txBox="1"/>
              <p:nvPr/>
            </p:nvSpPr>
            <p:spPr>
              <a:xfrm>
                <a:off x="1102722" y="9899324"/>
                <a:ext cx="3807028" cy="107777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defTabSz="464702">
                  <a:spcBef>
                    <a:spcPts val="1956"/>
                  </a:spcBef>
                  <a:defRPr/>
                </a:pPr>
                <a:r>
                  <a:rPr lang="en-US" sz="3200" dirty="0">
                    <a:solidFill>
                      <a:srgbClr val="000000">
                        <a:lumMod val="50000"/>
                        <a:lumOff val="50000"/>
                      </a:srgbClr>
                    </a:solidFill>
                    <a:latin typeface="IBM Plex Sans Light" panose="020B0403050203000203" pitchFamily="34" charset="0"/>
                  </a:rPr>
                  <a:t>in order to decrypt them later</a:t>
                </a:r>
              </a:p>
            </p:txBody>
          </p:sp>
        </p:grpSp>
      </p:grpSp>
      <p:grpSp>
        <p:nvGrpSpPr>
          <p:cNvPr id="52" name="Group 51">
            <a:extLst>
              <a:ext uri="{FF2B5EF4-FFF2-40B4-BE49-F238E27FC236}">
                <a16:creationId xmlns:a16="http://schemas.microsoft.com/office/drawing/2014/main" id="{E89FC7F6-1167-4F2B-6A59-A2D0AE18CBB5}"/>
              </a:ext>
            </a:extLst>
          </p:cNvPr>
          <p:cNvGrpSpPr/>
          <p:nvPr/>
        </p:nvGrpSpPr>
        <p:grpSpPr>
          <a:xfrm>
            <a:off x="7256962" y="3181362"/>
            <a:ext cx="14893322" cy="8511548"/>
            <a:chOff x="3627364" y="1290768"/>
            <a:chExt cx="7447630" cy="4256328"/>
          </a:xfrm>
        </p:grpSpPr>
        <p:sp>
          <p:nvSpPr>
            <p:cNvPr id="54" name="Arrow: Right 4">
              <a:extLst>
                <a:ext uri="{FF2B5EF4-FFF2-40B4-BE49-F238E27FC236}">
                  <a16:creationId xmlns:a16="http://schemas.microsoft.com/office/drawing/2014/main" id="{F05172C0-E130-5F05-1354-B3AB4CBA4DC9}"/>
                </a:ext>
              </a:extLst>
            </p:cNvPr>
            <p:cNvSpPr/>
            <p:nvPr/>
          </p:nvSpPr>
          <p:spPr bwMode="auto">
            <a:xfrm>
              <a:off x="3627364" y="1290768"/>
              <a:ext cx="7447630" cy="474852"/>
            </a:xfrm>
            <a:prstGeom prst="rightArrow">
              <a:avLst/>
            </a:prstGeom>
            <a:solidFill>
              <a:schemeClr val="bg1">
                <a:lumMod val="95000"/>
              </a:schemeClr>
            </a:solidFill>
            <a:ln w="9525">
              <a:solidFill>
                <a:schemeClr val="tx1">
                  <a:lumMod val="50000"/>
                  <a:lumOff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07942" tIns="35984" rIns="107942" bIns="35984" numCol="1" rtlCol="0" anchor="ctr" anchorCtr="0" compatLnSpc="1">
              <a:prstTxWarp prst="textNoShape">
                <a:avLst/>
              </a:prstTxWarp>
            </a:bodyPr>
            <a:lstStyle/>
            <a:p>
              <a:pPr defTabSz="913658" fontAlgn="base">
                <a:lnSpc>
                  <a:spcPct val="90000"/>
                </a:lnSpc>
                <a:spcBef>
                  <a:spcPct val="0"/>
                </a:spcBef>
                <a:spcAft>
                  <a:spcPct val="0"/>
                </a:spcAft>
                <a:defRPr/>
              </a:pPr>
              <a:r>
                <a:rPr lang="en-US" sz="2800" dirty="0">
                  <a:solidFill>
                    <a:schemeClr val="tx1"/>
                  </a:solidFill>
                  <a:latin typeface="IBM Plex Sans Light" panose="020B0403050203000203" pitchFamily="34" charset="0"/>
                </a:rPr>
                <a:t>…after</a:t>
              </a:r>
              <a:endParaRPr lang="en-CH" sz="2800">
                <a:solidFill>
                  <a:schemeClr val="tx1"/>
                </a:solidFill>
                <a:latin typeface="IBM Plex Sans Light" panose="020B0403050203000203" pitchFamily="34" charset="0"/>
              </a:endParaRPr>
            </a:p>
          </p:txBody>
        </p:sp>
        <p:grpSp>
          <p:nvGrpSpPr>
            <p:cNvPr id="55" name="Group 54">
              <a:extLst>
                <a:ext uri="{FF2B5EF4-FFF2-40B4-BE49-F238E27FC236}">
                  <a16:creationId xmlns:a16="http://schemas.microsoft.com/office/drawing/2014/main" id="{705727BB-7757-6BDD-B8E0-B6F203427758}"/>
                </a:ext>
              </a:extLst>
            </p:cNvPr>
            <p:cNvGrpSpPr/>
            <p:nvPr/>
          </p:nvGrpSpPr>
          <p:grpSpPr>
            <a:xfrm>
              <a:off x="3627364" y="1937032"/>
              <a:ext cx="7181688" cy="3610064"/>
              <a:chOff x="5882427" y="4125178"/>
              <a:chExt cx="14368986" cy="7222948"/>
            </a:xfrm>
          </p:grpSpPr>
          <p:sp>
            <p:nvSpPr>
              <p:cNvPr id="57" name="Text Placeholder 7">
                <a:extLst>
                  <a:ext uri="{FF2B5EF4-FFF2-40B4-BE49-F238E27FC236}">
                    <a16:creationId xmlns:a16="http://schemas.microsoft.com/office/drawing/2014/main" id="{B9D5481B-09A3-7582-D2DA-D087C69668C9}"/>
                  </a:ext>
                </a:extLst>
              </p:cNvPr>
              <p:cNvSpPr txBox="1">
                <a:spLocks/>
              </p:cNvSpPr>
              <p:nvPr/>
            </p:nvSpPr>
            <p:spPr>
              <a:xfrm>
                <a:off x="5882427" y="4125178"/>
                <a:ext cx="4220891" cy="7222943"/>
              </a:xfrm>
              <a:prstGeom prst="rect">
                <a:avLst/>
              </a:prstGeom>
              <a:noFill/>
              <a:ln w="12700">
                <a:solidFill>
                  <a:schemeClr val="tx1"/>
                </a:solidFill>
              </a:ln>
            </p:spPr>
            <p:txBody>
              <a:bodyPr vert="horz" lIns="179904" tIns="179904" rIns="215888" bIns="71962"/>
              <a:lstStyle>
                <a:lvl1pPr marL="0" indent="0" algn="l" rtl="0" eaLnBrk="1" fontAlgn="base" hangingPunct="1">
                  <a:lnSpc>
                    <a:spcPct val="100000"/>
                  </a:lnSpc>
                  <a:spcBef>
                    <a:spcPts val="1467"/>
                  </a:spcBef>
                  <a:spcAft>
                    <a:spcPct val="0"/>
                  </a:spcAft>
                  <a:buClr>
                    <a:srgbClr val="6D6E70"/>
                  </a:buClr>
                  <a:buSzPct val="90000"/>
                  <a:buFont typeface="Wingdings" pitchFamily="2" charset="2"/>
                  <a:buNone/>
                  <a:defRPr sz="1867">
                    <a:solidFill>
                      <a:schemeClr val="bg1"/>
                    </a:solidFill>
                    <a:latin typeface="IBM Plex Sans" charset="0"/>
                    <a:ea typeface="IBM Plex Sans" charset="0"/>
                    <a:cs typeface="IBM Plex Sans" charset="0"/>
                  </a:defRPr>
                </a:lvl1pPr>
                <a:lvl2pPr marL="228594" indent="-228594" algn="l" rtl="0" eaLnBrk="1" fontAlgn="base" hangingPunct="1">
                  <a:lnSpc>
                    <a:spcPct val="100000"/>
                  </a:lnSpc>
                  <a:spcBef>
                    <a:spcPts val="1467"/>
                  </a:spcBef>
                  <a:spcAft>
                    <a:spcPct val="0"/>
                  </a:spcAft>
                  <a:buClr>
                    <a:schemeClr val="bg1"/>
                  </a:buClr>
                  <a:buSzPct val="100000"/>
                  <a:buFont typeface=".AppleSystemUIFont" charset="-120"/>
                  <a:buChar char="–"/>
                  <a:tabLst/>
                  <a:defRPr sz="1867">
                    <a:solidFill>
                      <a:schemeClr val="bg1"/>
                    </a:solidFill>
                    <a:latin typeface="IBM Plex Sans" charset="0"/>
                    <a:ea typeface="IBM Plex Sans" charset="0"/>
                    <a:cs typeface="IBM Plex Sans" charset="0"/>
                  </a:defRPr>
                </a:lvl2pPr>
                <a:lvl3pPr marL="457189" indent="-188379" algn="l" rtl="0" eaLnBrk="1" fontAlgn="base" hangingPunct="1">
                  <a:lnSpc>
                    <a:spcPct val="100000"/>
                  </a:lnSpc>
                  <a:spcBef>
                    <a:spcPts val="1467"/>
                  </a:spcBef>
                  <a:spcAft>
                    <a:spcPct val="0"/>
                  </a:spcAft>
                  <a:buClr>
                    <a:schemeClr val="bg1"/>
                  </a:buClr>
                  <a:buSzPct val="100000"/>
                  <a:buFont typeface="Arial" panose="020B0604020202020204" pitchFamily="34" charset="0"/>
                  <a:buChar char="•"/>
                  <a:tabLst/>
                  <a:defRPr sz="1867">
                    <a:solidFill>
                      <a:schemeClr val="bg1"/>
                    </a:solidFill>
                    <a:latin typeface="IBM Plex Sans" charset="0"/>
                    <a:ea typeface="IBM Plex Sans" charset="0"/>
                    <a:cs typeface="IBM Plex Sans" charset="0"/>
                  </a:defRPr>
                </a:lvl3pPr>
                <a:lvl4pPr marL="838179" indent="-258227" algn="l" rtl="0" eaLnBrk="1" fontAlgn="base" hangingPunct="1">
                  <a:lnSpc>
                    <a:spcPct val="100000"/>
                  </a:lnSpc>
                  <a:spcBef>
                    <a:spcPts val="1467"/>
                  </a:spcBef>
                  <a:spcAft>
                    <a:spcPct val="0"/>
                  </a:spcAft>
                  <a:buClr>
                    <a:schemeClr val="bg1"/>
                  </a:buClr>
                  <a:buSzPct val="100000"/>
                  <a:buFont typeface=".AppleSystemUIFont" charset="-120"/>
                  <a:buChar char="–"/>
                  <a:tabLst/>
                  <a:defRPr sz="1867" baseline="0">
                    <a:solidFill>
                      <a:schemeClr val="bg1"/>
                    </a:solidFill>
                    <a:latin typeface="IBM Plex Sans" charset="0"/>
                    <a:ea typeface="IBM Plex Sans" charset="0"/>
                    <a:cs typeface="IBM Plex Sans" charset="0"/>
                  </a:defRPr>
                </a:lvl4pPr>
                <a:lvl5pPr marL="1071007" marR="0" indent="-228594" algn="l" defTabSz="1219170" rtl="0" eaLnBrk="1" fontAlgn="base" latinLnBrk="0" hangingPunct="1">
                  <a:lnSpc>
                    <a:spcPct val="100000"/>
                  </a:lnSpc>
                  <a:spcBef>
                    <a:spcPts val="1467"/>
                  </a:spcBef>
                  <a:spcAft>
                    <a:spcPct val="0"/>
                  </a:spcAft>
                  <a:buClr>
                    <a:srgbClr val="FFFFFF"/>
                  </a:buClr>
                  <a:buSzTx/>
                  <a:buFont typeface=".AppleSystemUIFont" charset="-120"/>
                  <a:buChar char="»"/>
                  <a:tabLst/>
                  <a:defRPr sz="1867">
                    <a:solidFill>
                      <a:schemeClr val="bg1"/>
                    </a:solidFill>
                    <a:latin typeface="IBM Plex Sans" charset="0"/>
                    <a:ea typeface="IBM Plex Sans" charset="0"/>
                    <a:cs typeface="IBM Plex Sans" charset="0"/>
                  </a:defRPr>
                </a:lvl5pPr>
                <a:lvl6pPr marL="2111549" indent="-172886" algn="l" rtl="0" eaLnBrk="1" fontAlgn="base" hangingPunct="1">
                  <a:spcBef>
                    <a:spcPct val="20000"/>
                  </a:spcBef>
                  <a:spcAft>
                    <a:spcPct val="0"/>
                  </a:spcAft>
                  <a:buClr>
                    <a:schemeClr val="bg1"/>
                  </a:buClr>
                  <a:buChar char="»"/>
                  <a:defRPr sz="1692">
                    <a:solidFill>
                      <a:schemeClr val="bg1"/>
                    </a:solidFill>
                    <a:latin typeface="Arial" charset="0"/>
                  </a:defRPr>
                </a:lvl6pPr>
                <a:lvl7pPr marL="2594956" indent="-172886" algn="l" rtl="0" eaLnBrk="1" fontAlgn="base" hangingPunct="1">
                  <a:spcBef>
                    <a:spcPct val="20000"/>
                  </a:spcBef>
                  <a:spcAft>
                    <a:spcPct val="0"/>
                  </a:spcAft>
                  <a:buClr>
                    <a:schemeClr val="bg1"/>
                  </a:buClr>
                  <a:buChar char="»"/>
                  <a:defRPr sz="1692">
                    <a:solidFill>
                      <a:schemeClr val="bg1"/>
                    </a:solidFill>
                    <a:latin typeface="Arial" charset="0"/>
                  </a:defRPr>
                </a:lvl7pPr>
                <a:lvl8pPr marL="3078364" indent="-172886" algn="l" rtl="0" eaLnBrk="1" fontAlgn="base" hangingPunct="1">
                  <a:spcBef>
                    <a:spcPct val="20000"/>
                  </a:spcBef>
                  <a:spcAft>
                    <a:spcPct val="0"/>
                  </a:spcAft>
                  <a:buClr>
                    <a:schemeClr val="bg1"/>
                  </a:buClr>
                  <a:buChar char="»"/>
                  <a:defRPr sz="1692">
                    <a:solidFill>
                      <a:schemeClr val="bg1"/>
                    </a:solidFill>
                    <a:latin typeface="Arial" charset="0"/>
                  </a:defRPr>
                </a:lvl8pPr>
                <a:lvl9pPr marL="3561772" indent="-172886" algn="l" rtl="0" eaLnBrk="1" fontAlgn="base" hangingPunct="1">
                  <a:spcBef>
                    <a:spcPct val="20000"/>
                  </a:spcBef>
                  <a:spcAft>
                    <a:spcPct val="0"/>
                  </a:spcAft>
                  <a:buClr>
                    <a:schemeClr val="bg1"/>
                  </a:buClr>
                  <a:buChar char="»"/>
                  <a:defRPr sz="1692">
                    <a:solidFill>
                      <a:schemeClr val="bg1"/>
                    </a:solidFill>
                    <a:latin typeface="Arial" charset="0"/>
                  </a:defRPr>
                </a:lvl9pPr>
              </a:lstStyle>
              <a:p>
                <a:pPr algn="ctr" defTabSz="464702">
                  <a:spcBef>
                    <a:spcPts val="1956"/>
                  </a:spcBef>
                  <a:defRPr/>
                </a:pPr>
                <a:r>
                  <a:rPr lang="en-US" sz="3200" dirty="0">
                    <a:solidFill>
                      <a:schemeClr val="accent1"/>
                    </a:solidFill>
                    <a:latin typeface="IBM Plex Sans Light" panose="020B0403050203000203" pitchFamily="34" charset="0"/>
                  </a:rPr>
                  <a:t>Decrypt </a:t>
                </a:r>
                <a:br>
                  <a:rPr lang="en-US" sz="3200" dirty="0">
                    <a:solidFill>
                      <a:schemeClr val="accent1"/>
                    </a:solidFill>
                    <a:latin typeface="IBM Plex Sans Light" panose="020B0403050203000203" pitchFamily="34" charset="0"/>
                  </a:rPr>
                </a:br>
                <a:r>
                  <a:rPr lang="en-US" sz="3200" dirty="0">
                    <a:solidFill>
                      <a:schemeClr val="accent1"/>
                    </a:solidFill>
                    <a:latin typeface="IBM Plex Sans Light" panose="020B0403050203000203" pitchFamily="34" charset="0"/>
                  </a:rPr>
                  <a:t>lost or harvested  confidential data</a:t>
                </a:r>
              </a:p>
              <a:p>
                <a:pPr algn="ctr" defTabSz="464702">
                  <a:spcBef>
                    <a:spcPts val="1956"/>
                  </a:spcBef>
                  <a:defRPr/>
                </a:pPr>
                <a:endParaRPr lang="en-US" sz="3200" dirty="0">
                  <a:solidFill>
                    <a:schemeClr val="tx1"/>
                  </a:solidFill>
                  <a:latin typeface="IBM Plex Sans Light" panose="020B0403050203000203" pitchFamily="34" charset="0"/>
                </a:endParaRPr>
              </a:p>
              <a:p>
                <a:pPr algn="ctr" defTabSz="464702">
                  <a:spcBef>
                    <a:spcPts val="1956"/>
                  </a:spcBef>
                  <a:defRPr/>
                </a:pPr>
                <a:endParaRPr lang="en-US" sz="3200" dirty="0">
                  <a:solidFill>
                    <a:schemeClr val="tx1"/>
                  </a:solidFill>
                  <a:latin typeface="IBM Plex Sans Light" panose="020B0403050203000203" pitchFamily="34" charset="0"/>
                </a:endParaRPr>
              </a:p>
              <a:p>
                <a:pPr algn="ctr" defTabSz="464702">
                  <a:spcBef>
                    <a:spcPts val="1956"/>
                  </a:spcBef>
                  <a:defRPr/>
                </a:pPr>
                <a:endParaRPr lang="en-US" sz="3200" dirty="0">
                  <a:solidFill>
                    <a:schemeClr val="tx1"/>
                  </a:solidFill>
                  <a:latin typeface="IBM Plex Sans Light" panose="020B0403050203000203" pitchFamily="34" charset="0"/>
                </a:endParaRPr>
              </a:p>
              <a:p>
                <a:pPr algn="ctr" defTabSz="464702">
                  <a:spcBef>
                    <a:spcPts val="1956"/>
                  </a:spcBef>
                  <a:defRPr/>
                </a:pPr>
                <a:endParaRPr lang="en-US" sz="3200" dirty="0">
                  <a:solidFill>
                    <a:schemeClr val="tx1"/>
                  </a:solidFill>
                  <a:latin typeface="IBM Plex Sans Light" panose="020B0403050203000203" pitchFamily="34" charset="0"/>
                </a:endParaRPr>
              </a:p>
              <a:p>
                <a:pPr algn="ctr" defTabSz="464702">
                  <a:spcBef>
                    <a:spcPts val="1956"/>
                  </a:spcBef>
                  <a:defRPr/>
                </a:pPr>
                <a:endParaRPr lang="en-US" sz="3200" dirty="0">
                  <a:solidFill>
                    <a:schemeClr val="tx1"/>
                  </a:solidFill>
                  <a:latin typeface="IBM Plex Sans Light" panose="020B0403050203000203" pitchFamily="34" charset="0"/>
                </a:endParaRPr>
              </a:p>
              <a:p>
                <a:pPr algn="ctr" defTabSz="464702">
                  <a:spcBef>
                    <a:spcPts val="1956"/>
                  </a:spcBef>
                  <a:defRPr/>
                </a:pPr>
                <a:endParaRPr lang="en-US" sz="3200" dirty="0">
                  <a:solidFill>
                    <a:schemeClr val="tx1"/>
                  </a:solidFill>
                  <a:latin typeface="IBM Plex Sans Light" panose="020B0403050203000203" pitchFamily="34" charset="0"/>
                </a:endParaRPr>
              </a:p>
            </p:txBody>
          </p:sp>
          <p:sp>
            <p:nvSpPr>
              <p:cNvPr id="58" name="Text Placeholder 8">
                <a:extLst>
                  <a:ext uri="{FF2B5EF4-FFF2-40B4-BE49-F238E27FC236}">
                    <a16:creationId xmlns:a16="http://schemas.microsoft.com/office/drawing/2014/main" id="{FDD34D0C-5A5F-D803-FBE8-34AA3A9DA80C}"/>
                  </a:ext>
                </a:extLst>
              </p:cNvPr>
              <p:cNvSpPr txBox="1">
                <a:spLocks/>
              </p:cNvSpPr>
              <p:nvPr/>
            </p:nvSpPr>
            <p:spPr>
              <a:xfrm>
                <a:off x="10828021" y="4125178"/>
                <a:ext cx="4349344" cy="7222948"/>
              </a:xfrm>
              <a:prstGeom prst="rect">
                <a:avLst/>
              </a:prstGeom>
              <a:noFill/>
              <a:ln w="12700">
                <a:solidFill>
                  <a:schemeClr val="tx1"/>
                </a:solidFill>
              </a:ln>
            </p:spPr>
            <p:txBody>
              <a:bodyPr vert="horz" lIns="107942" tIns="179904" rIns="107942" bIns="71962"/>
              <a:lstStyle>
                <a:defPPr>
                  <a:defRPr lang="en-US"/>
                </a:defPPr>
                <a:lvl1pPr marR="0" lvl="0" indent="0" algn="ctr" defTabSz="348809" fontAlgn="base">
                  <a:lnSpc>
                    <a:spcPct val="100000"/>
                  </a:lnSpc>
                  <a:spcBef>
                    <a:spcPts val="1467"/>
                  </a:spcBef>
                  <a:spcAft>
                    <a:spcPct val="0"/>
                  </a:spcAft>
                  <a:buClr>
                    <a:srgbClr val="6D6E70"/>
                  </a:buClr>
                  <a:buSzPct val="90000"/>
                  <a:buFont typeface="Wingdings" pitchFamily="2" charset="2"/>
                  <a:buNone/>
                  <a:tabLst/>
                  <a:defRPr kumimoji="0" sz="1400" b="0" i="0" u="none" strike="noStrike" kern="0" cap="none" spc="0" normalizeH="0" baseline="0">
                    <a:ln>
                      <a:noFill/>
                    </a:ln>
                    <a:solidFill>
                      <a:schemeClr val="tx1">
                        <a:lumMod val="50000"/>
                        <a:lumOff val="50000"/>
                      </a:schemeClr>
                    </a:solidFill>
                    <a:effectLst/>
                    <a:uLnTx/>
                    <a:uFillTx/>
                    <a:latin typeface="IBM Plex Sans Light" panose="020B0403050203000203" pitchFamily="34" charset="0"/>
                    <a:ea typeface="IBM Plex Sans" charset="0"/>
                    <a:cs typeface="IBM Plex Sans" charset="0"/>
                  </a:defRPr>
                </a:lvl1pPr>
                <a:lvl2pPr marL="228594" indent="-228594" fontAlgn="base">
                  <a:lnSpc>
                    <a:spcPct val="100000"/>
                  </a:lnSpc>
                  <a:spcBef>
                    <a:spcPts val="1467"/>
                  </a:spcBef>
                  <a:spcAft>
                    <a:spcPct val="0"/>
                  </a:spcAft>
                  <a:buClr>
                    <a:schemeClr val="bg1"/>
                  </a:buClr>
                  <a:buSzPct val="100000"/>
                  <a:buFont typeface=".AppleSystemUIFont" charset="-120"/>
                  <a:buChar char="–"/>
                  <a:tabLst/>
                  <a:defRPr sz="1867">
                    <a:solidFill>
                      <a:schemeClr val="bg1"/>
                    </a:solidFill>
                    <a:latin typeface="IBM Plex Sans" charset="0"/>
                    <a:ea typeface="IBM Plex Sans" charset="0"/>
                    <a:cs typeface="IBM Plex Sans" charset="0"/>
                  </a:defRPr>
                </a:lvl2pPr>
                <a:lvl3pPr marL="457189" indent="-188379" fontAlgn="base">
                  <a:lnSpc>
                    <a:spcPct val="100000"/>
                  </a:lnSpc>
                  <a:spcBef>
                    <a:spcPts val="1467"/>
                  </a:spcBef>
                  <a:spcAft>
                    <a:spcPct val="0"/>
                  </a:spcAft>
                  <a:buClr>
                    <a:schemeClr val="bg1"/>
                  </a:buClr>
                  <a:buSzPct val="100000"/>
                  <a:buFont typeface="Arial" panose="020B0604020202020204" pitchFamily="34" charset="0"/>
                  <a:buChar char="•"/>
                  <a:tabLst/>
                  <a:defRPr sz="1867">
                    <a:solidFill>
                      <a:schemeClr val="bg1"/>
                    </a:solidFill>
                    <a:latin typeface="IBM Plex Sans" charset="0"/>
                    <a:ea typeface="IBM Plex Sans" charset="0"/>
                    <a:cs typeface="IBM Plex Sans" charset="0"/>
                  </a:defRPr>
                </a:lvl3pPr>
                <a:lvl4pPr marL="838179" indent="-258227" fontAlgn="base">
                  <a:lnSpc>
                    <a:spcPct val="100000"/>
                  </a:lnSpc>
                  <a:spcBef>
                    <a:spcPts val="1467"/>
                  </a:spcBef>
                  <a:spcAft>
                    <a:spcPct val="0"/>
                  </a:spcAft>
                  <a:buClr>
                    <a:schemeClr val="bg1"/>
                  </a:buClr>
                  <a:buSzPct val="100000"/>
                  <a:buFont typeface=".AppleSystemUIFont" charset="-120"/>
                  <a:buChar char="–"/>
                  <a:tabLst/>
                  <a:defRPr sz="1867" baseline="0">
                    <a:solidFill>
                      <a:schemeClr val="bg1"/>
                    </a:solidFill>
                    <a:latin typeface="IBM Plex Sans" charset="0"/>
                    <a:ea typeface="IBM Plex Sans" charset="0"/>
                    <a:cs typeface="IBM Plex Sans" charset="0"/>
                  </a:defRPr>
                </a:lvl4pPr>
                <a:lvl5pPr marL="1071007" marR="0" indent="-228594" defTabSz="1219170" fontAlgn="base">
                  <a:lnSpc>
                    <a:spcPct val="100000"/>
                  </a:lnSpc>
                  <a:spcBef>
                    <a:spcPts val="1467"/>
                  </a:spcBef>
                  <a:spcAft>
                    <a:spcPct val="0"/>
                  </a:spcAft>
                  <a:buClr>
                    <a:srgbClr val="FFFFFF"/>
                  </a:buClr>
                  <a:buSzTx/>
                  <a:buFont typeface=".AppleSystemUIFont" charset="-120"/>
                  <a:buChar char="»"/>
                  <a:tabLst/>
                  <a:defRPr sz="1867">
                    <a:solidFill>
                      <a:schemeClr val="bg1"/>
                    </a:solidFill>
                    <a:latin typeface="IBM Plex Sans" charset="0"/>
                    <a:ea typeface="IBM Plex Sans" charset="0"/>
                    <a:cs typeface="IBM Plex Sans" charset="0"/>
                  </a:defRPr>
                </a:lvl5pPr>
                <a:lvl6pPr marL="2111549" indent="-172886" fontAlgn="base">
                  <a:spcBef>
                    <a:spcPct val="20000"/>
                  </a:spcBef>
                  <a:spcAft>
                    <a:spcPct val="0"/>
                  </a:spcAft>
                  <a:buClr>
                    <a:schemeClr val="bg1"/>
                  </a:buClr>
                  <a:buChar char="»"/>
                  <a:defRPr sz="1692">
                    <a:solidFill>
                      <a:schemeClr val="bg1"/>
                    </a:solidFill>
                    <a:latin typeface="Arial" charset="0"/>
                  </a:defRPr>
                </a:lvl6pPr>
                <a:lvl7pPr marL="2594956" indent="-172886" fontAlgn="base">
                  <a:spcBef>
                    <a:spcPct val="20000"/>
                  </a:spcBef>
                  <a:spcAft>
                    <a:spcPct val="0"/>
                  </a:spcAft>
                  <a:buClr>
                    <a:schemeClr val="bg1"/>
                  </a:buClr>
                  <a:buChar char="»"/>
                  <a:defRPr sz="1692">
                    <a:solidFill>
                      <a:schemeClr val="bg1"/>
                    </a:solidFill>
                    <a:latin typeface="Arial" charset="0"/>
                  </a:defRPr>
                </a:lvl7pPr>
                <a:lvl8pPr marL="3078364" indent="-172886" fontAlgn="base">
                  <a:spcBef>
                    <a:spcPct val="20000"/>
                  </a:spcBef>
                  <a:spcAft>
                    <a:spcPct val="0"/>
                  </a:spcAft>
                  <a:buClr>
                    <a:schemeClr val="bg1"/>
                  </a:buClr>
                  <a:buChar char="»"/>
                  <a:defRPr sz="1692">
                    <a:solidFill>
                      <a:schemeClr val="bg1"/>
                    </a:solidFill>
                    <a:latin typeface="Arial" charset="0"/>
                  </a:defRPr>
                </a:lvl8pPr>
                <a:lvl9pPr marL="3561772" indent="-172886" fontAlgn="base">
                  <a:spcBef>
                    <a:spcPct val="20000"/>
                  </a:spcBef>
                  <a:spcAft>
                    <a:spcPct val="0"/>
                  </a:spcAft>
                  <a:buClr>
                    <a:schemeClr val="bg1"/>
                  </a:buClr>
                  <a:buChar char="»"/>
                  <a:defRPr sz="1692">
                    <a:solidFill>
                      <a:schemeClr val="bg1"/>
                    </a:solidFill>
                    <a:latin typeface="Arial" charset="0"/>
                  </a:defRPr>
                </a:lvl9pPr>
              </a:lstStyle>
              <a:p>
                <a:pPr defTabSz="464702">
                  <a:spcBef>
                    <a:spcPts val="1956"/>
                  </a:spcBef>
                  <a:defRPr/>
                </a:pPr>
                <a:r>
                  <a:rPr lang="en-US" sz="3200" dirty="0">
                    <a:solidFill>
                      <a:schemeClr val="accent1"/>
                    </a:solidFill>
                  </a:rPr>
                  <a:t>Disrupt </a:t>
                </a:r>
                <a:br>
                  <a:rPr lang="en-US" sz="3200" dirty="0">
                    <a:solidFill>
                      <a:schemeClr val="accent1"/>
                    </a:solidFill>
                  </a:rPr>
                </a:br>
                <a:r>
                  <a:rPr lang="en-US" sz="3200" dirty="0">
                    <a:solidFill>
                      <a:schemeClr val="accent1"/>
                    </a:solidFill>
                  </a:rPr>
                  <a:t>business with manipulation</a:t>
                </a:r>
              </a:p>
              <a:p>
                <a:pPr defTabSz="464702">
                  <a:spcBef>
                    <a:spcPts val="1956"/>
                  </a:spcBef>
                  <a:defRPr/>
                </a:pPr>
                <a:endParaRPr lang="en-US" sz="3200" dirty="0">
                  <a:solidFill>
                    <a:schemeClr val="tx1"/>
                  </a:solidFill>
                </a:endParaRPr>
              </a:p>
              <a:p>
                <a:pPr defTabSz="464702">
                  <a:spcBef>
                    <a:spcPts val="1956"/>
                  </a:spcBef>
                  <a:defRPr/>
                </a:pPr>
                <a:endParaRPr lang="en-US" sz="3200" dirty="0">
                  <a:solidFill>
                    <a:schemeClr val="tx1"/>
                  </a:solidFill>
                </a:endParaRPr>
              </a:p>
              <a:p>
                <a:pPr defTabSz="464702">
                  <a:spcBef>
                    <a:spcPts val="1956"/>
                  </a:spcBef>
                  <a:defRPr/>
                </a:pPr>
                <a:endParaRPr lang="en-US" sz="3200" dirty="0">
                  <a:solidFill>
                    <a:schemeClr val="tx1"/>
                  </a:solidFill>
                </a:endParaRPr>
              </a:p>
              <a:p>
                <a:pPr defTabSz="464702">
                  <a:spcBef>
                    <a:spcPts val="1956"/>
                  </a:spcBef>
                  <a:defRPr/>
                </a:pPr>
                <a:endParaRPr lang="en-US" sz="3200" dirty="0">
                  <a:solidFill>
                    <a:schemeClr val="tx1"/>
                  </a:solidFill>
                </a:endParaRPr>
              </a:p>
            </p:txBody>
          </p:sp>
          <p:sp>
            <p:nvSpPr>
              <p:cNvPr id="59" name="Text Placeholder 9">
                <a:extLst>
                  <a:ext uri="{FF2B5EF4-FFF2-40B4-BE49-F238E27FC236}">
                    <a16:creationId xmlns:a16="http://schemas.microsoft.com/office/drawing/2014/main" id="{21D183D2-31BF-6F5A-AB5A-7D0B58F4FE6A}"/>
                  </a:ext>
                </a:extLst>
              </p:cNvPr>
              <p:cNvSpPr txBox="1">
                <a:spLocks/>
              </p:cNvSpPr>
              <p:nvPr/>
            </p:nvSpPr>
            <p:spPr>
              <a:xfrm>
                <a:off x="15902069" y="4125178"/>
                <a:ext cx="4349344" cy="7222948"/>
              </a:xfrm>
              <a:prstGeom prst="rect">
                <a:avLst/>
              </a:prstGeom>
              <a:noFill/>
              <a:ln w="12700">
                <a:solidFill>
                  <a:schemeClr val="tx1"/>
                </a:solidFill>
              </a:ln>
            </p:spPr>
            <p:txBody>
              <a:bodyPr vert="horz" lIns="107942" tIns="179904" rIns="107942" bIns="71962"/>
              <a:lstStyle>
                <a:defPPr>
                  <a:defRPr lang="en-US"/>
                </a:defPPr>
                <a:lvl1pPr marR="0" lvl="0" indent="0" algn="ctr" defTabSz="348809" fontAlgn="base">
                  <a:lnSpc>
                    <a:spcPct val="100000"/>
                  </a:lnSpc>
                  <a:spcBef>
                    <a:spcPts val="1467"/>
                  </a:spcBef>
                  <a:spcAft>
                    <a:spcPct val="0"/>
                  </a:spcAft>
                  <a:buClr>
                    <a:srgbClr val="6D6E70"/>
                  </a:buClr>
                  <a:buSzPct val="90000"/>
                  <a:buFont typeface="Wingdings" pitchFamily="2" charset="2"/>
                  <a:buNone/>
                  <a:tabLst/>
                  <a:defRPr kumimoji="0" sz="1400" b="0" i="0" u="none" strike="noStrike" kern="0" cap="none" spc="0" normalizeH="0" baseline="0">
                    <a:ln>
                      <a:noFill/>
                    </a:ln>
                    <a:solidFill>
                      <a:schemeClr val="tx1">
                        <a:lumMod val="50000"/>
                        <a:lumOff val="50000"/>
                      </a:schemeClr>
                    </a:solidFill>
                    <a:effectLst/>
                    <a:uLnTx/>
                    <a:uFillTx/>
                    <a:latin typeface="IBM Plex Sans Light" panose="020B0403050203000203" pitchFamily="34" charset="0"/>
                    <a:ea typeface="IBM Plex Sans" charset="0"/>
                    <a:cs typeface="IBM Plex Sans" charset="0"/>
                  </a:defRPr>
                </a:lvl1pPr>
                <a:lvl2pPr marL="228594" indent="-228594" fontAlgn="base">
                  <a:lnSpc>
                    <a:spcPct val="100000"/>
                  </a:lnSpc>
                  <a:spcBef>
                    <a:spcPts val="1467"/>
                  </a:spcBef>
                  <a:spcAft>
                    <a:spcPct val="0"/>
                  </a:spcAft>
                  <a:buClr>
                    <a:schemeClr val="bg1"/>
                  </a:buClr>
                  <a:buSzPct val="100000"/>
                  <a:buFont typeface=".AppleSystemUIFont" charset="-120"/>
                  <a:buChar char="–"/>
                  <a:tabLst/>
                  <a:defRPr sz="1867">
                    <a:solidFill>
                      <a:schemeClr val="bg1"/>
                    </a:solidFill>
                    <a:latin typeface="IBM Plex Sans" charset="0"/>
                    <a:ea typeface="IBM Plex Sans" charset="0"/>
                    <a:cs typeface="IBM Plex Sans" charset="0"/>
                  </a:defRPr>
                </a:lvl2pPr>
                <a:lvl3pPr marL="457189" indent="-188379" fontAlgn="base">
                  <a:lnSpc>
                    <a:spcPct val="100000"/>
                  </a:lnSpc>
                  <a:spcBef>
                    <a:spcPts val="1467"/>
                  </a:spcBef>
                  <a:spcAft>
                    <a:spcPct val="0"/>
                  </a:spcAft>
                  <a:buClr>
                    <a:schemeClr val="bg1"/>
                  </a:buClr>
                  <a:buSzPct val="100000"/>
                  <a:buFont typeface="Arial" panose="020B0604020202020204" pitchFamily="34" charset="0"/>
                  <a:buChar char="•"/>
                  <a:tabLst/>
                  <a:defRPr sz="1867">
                    <a:solidFill>
                      <a:schemeClr val="bg1"/>
                    </a:solidFill>
                    <a:latin typeface="IBM Plex Sans" charset="0"/>
                    <a:ea typeface="IBM Plex Sans" charset="0"/>
                    <a:cs typeface="IBM Plex Sans" charset="0"/>
                  </a:defRPr>
                </a:lvl3pPr>
                <a:lvl4pPr marL="838179" indent="-258227" fontAlgn="base">
                  <a:lnSpc>
                    <a:spcPct val="100000"/>
                  </a:lnSpc>
                  <a:spcBef>
                    <a:spcPts val="1467"/>
                  </a:spcBef>
                  <a:spcAft>
                    <a:spcPct val="0"/>
                  </a:spcAft>
                  <a:buClr>
                    <a:schemeClr val="bg1"/>
                  </a:buClr>
                  <a:buSzPct val="100000"/>
                  <a:buFont typeface=".AppleSystemUIFont" charset="-120"/>
                  <a:buChar char="–"/>
                  <a:tabLst/>
                  <a:defRPr sz="1867" baseline="0">
                    <a:solidFill>
                      <a:schemeClr val="bg1"/>
                    </a:solidFill>
                    <a:latin typeface="IBM Plex Sans" charset="0"/>
                    <a:ea typeface="IBM Plex Sans" charset="0"/>
                    <a:cs typeface="IBM Plex Sans" charset="0"/>
                  </a:defRPr>
                </a:lvl4pPr>
                <a:lvl5pPr marL="1071007" marR="0" indent="-228594" defTabSz="1219170" fontAlgn="base">
                  <a:lnSpc>
                    <a:spcPct val="100000"/>
                  </a:lnSpc>
                  <a:spcBef>
                    <a:spcPts val="1467"/>
                  </a:spcBef>
                  <a:spcAft>
                    <a:spcPct val="0"/>
                  </a:spcAft>
                  <a:buClr>
                    <a:srgbClr val="FFFFFF"/>
                  </a:buClr>
                  <a:buSzTx/>
                  <a:buFont typeface=".AppleSystemUIFont" charset="-120"/>
                  <a:buChar char="»"/>
                  <a:tabLst/>
                  <a:defRPr sz="1867">
                    <a:solidFill>
                      <a:schemeClr val="bg1"/>
                    </a:solidFill>
                    <a:latin typeface="IBM Plex Sans" charset="0"/>
                    <a:ea typeface="IBM Plex Sans" charset="0"/>
                    <a:cs typeface="IBM Plex Sans" charset="0"/>
                  </a:defRPr>
                </a:lvl5pPr>
                <a:lvl6pPr marL="2111549" indent="-172886" fontAlgn="base">
                  <a:spcBef>
                    <a:spcPct val="20000"/>
                  </a:spcBef>
                  <a:spcAft>
                    <a:spcPct val="0"/>
                  </a:spcAft>
                  <a:buClr>
                    <a:schemeClr val="bg1"/>
                  </a:buClr>
                  <a:buChar char="»"/>
                  <a:defRPr sz="1692">
                    <a:solidFill>
                      <a:schemeClr val="bg1"/>
                    </a:solidFill>
                    <a:latin typeface="Arial" charset="0"/>
                  </a:defRPr>
                </a:lvl6pPr>
                <a:lvl7pPr marL="2594956" indent="-172886" fontAlgn="base">
                  <a:spcBef>
                    <a:spcPct val="20000"/>
                  </a:spcBef>
                  <a:spcAft>
                    <a:spcPct val="0"/>
                  </a:spcAft>
                  <a:buClr>
                    <a:schemeClr val="bg1"/>
                  </a:buClr>
                  <a:buChar char="»"/>
                  <a:defRPr sz="1692">
                    <a:solidFill>
                      <a:schemeClr val="bg1"/>
                    </a:solidFill>
                    <a:latin typeface="Arial" charset="0"/>
                  </a:defRPr>
                </a:lvl7pPr>
                <a:lvl8pPr marL="3078364" indent="-172886" fontAlgn="base">
                  <a:spcBef>
                    <a:spcPct val="20000"/>
                  </a:spcBef>
                  <a:spcAft>
                    <a:spcPct val="0"/>
                  </a:spcAft>
                  <a:buClr>
                    <a:schemeClr val="bg1"/>
                  </a:buClr>
                  <a:buChar char="»"/>
                  <a:defRPr sz="1692">
                    <a:solidFill>
                      <a:schemeClr val="bg1"/>
                    </a:solidFill>
                    <a:latin typeface="Arial" charset="0"/>
                  </a:defRPr>
                </a:lvl8pPr>
                <a:lvl9pPr marL="3561772" indent="-172886" fontAlgn="base">
                  <a:spcBef>
                    <a:spcPct val="20000"/>
                  </a:spcBef>
                  <a:spcAft>
                    <a:spcPct val="0"/>
                  </a:spcAft>
                  <a:buClr>
                    <a:schemeClr val="bg1"/>
                  </a:buClr>
                  <a:buChar char="»"/>
                  <a:defRPr sz="1692">
                    <a:solidFill>
                      <a:schemeClr val="bg1"/>
                    </a:solidFill>
                    <a:latin typeface="Arial" charset="0"/>
                  </a:defRPr>
                </a:lvl9pPr>
              </a:lstStyle>
              <a:p>
                <a:pPr defTabSz="464702">
                  <a:spcBef>
                    <a:spcPts val="1956"/>
                  </a:spcBef>
                  <a:defRPr/>
                </a:pPr>
                <a:r>
                  <a:rPr lang="en-US" sz="3200" dirty="0">
                    <a:solidFill>
                      <a:schemeClr val="accent1"/>
                    </a:solidFill>
                  </a:rPr>
                  <a:t>Manipulate </a:t>
                </a:r>
                <a:br>
                  <a:rPr lang="en-US" sz="3200" dirty="0">
                    <a:solidFill>
                      <a:schemeClr val="accent1"/>
                    </a:solidFill>
                  </a:rPr>
                </a:br>
                <a:r>
                  <a:rPr lang="en-US" sz="3200" dirty="0">
                    <a:solidFill>
                      <a:schemeClr val="accent1"/>
                    </a:solidFill>
                  </a:rPr>
                  <a:t>digitally signed contracts and legal history </a:t>
                </a:r>
              </a:p>
              <a:p>
                <a:pPr defTabSz="464702">
                  <a:spcBef>
                    <a:spcPts val="1956"/>
                  </a:spcBef>
                  <a:defRPr/>
                </a:pPr>
                <a:endParaRPr lang="en-US" sz="3200" dirty="0">
                  <a:solidFill>
                    <a:schemeClr val="tx1"/>
                  </a:solidFill>
                </a:endParaRPr>
              </a:p>
              <a:p>
                <a:pPr defTabSz="464702">
                  <a:spcBef>
                    <a:spcPts val="1956"/>
                  </a:spcBef>
                  <a:defRPr/>
                </a:pPr>
                <a:endParaRPr lang="en-US" sz="3200" dirty="0">
                  <a:solidFill>
                    <a:schemeClr val="tx1"/>
                  </a:solidFill>
                </a:endParaRPr>
              </a:p>
              <a:p>
                <a:pPr defTabSz="464702">
                  <a:spcBef>
                    <a:spcPts val="1956"/>
                  </a:spcBef>
                  <a:defRPr/>
                </a:pPr>
                <a:endParaRPr lang="en-US" sz="3200" dirty="0">
                  <a:solidFill>
                    <a:schemeClr val="tx1"/>
                  </a:solidFill>
                </a:endParaRPr>
              </a:p>
              <a:p>
                <a:pPr defTabSz="464702">
                  <a:spcBef>
                    <a:spcPts val="1956"/>
                  </a:spcBef>
                  <a:defRPr/>
                </a:pPr>
                <a:endParaRPr lang="en-US" sz="3200" dirty="0">
                  <a:solidFill>
                    <a:schemeClr val="tx1"/>
                  </a:solidFill>
                </a:endParaRPr>
              </a:p>
              <a:p>
                <a:pPr defTabSz="464702">
                  <a:spcBef>
                    <a:spcPts val="1956"/>
                  </a:spcBef>
                  <a:defRPr/>
                </a:pPr>
                <a:endParaRPr lang="en-US" sz="3200" dirty="0">
                  <a:solidFill>
                    <a:schemeClr val="tx1"/>
                  </a:solidFill>
                </a:endParaRPr>
              </a:p>
            </p:txBody>
          </p:sp>
          <p:pic>
            <p:nvPicPr>
              <p:cNvPr id="60" name="Graphic 59">
                <a:extLst>
                  <a:ext uri="{FF2B5EF4-FFF2-40B4-BE49-F238E27FC236}">
                    <a16:creationId xmlns:a16="http://schemas.microsoft.com/office/drawing/2014/main" id="{ED1D8A60-D02B-AE1F-B4F1-F406292DD6E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6822385" y="6826200"/>
                <a:ext cx="2508706" cy="2508706"/>
              </a:xfrm>
              <a:prstGeom prst="rect">
                <a:avLst/>
              </a:prstGeom>
            </p:spPr>
          </p:pic>
          <p:pic>
            <p:nvPicPr>
              <p:cNvPr id="61" name="Graphic 60">
                <a:extLst>
                  <a:ext uri="{FF2B5EF4-FFF2-40B4-BE49-F238E27FC236}">
                    <a16:creationId xmlns:a16="http://schemas.microsoft.com/office/drawing/2014/main" id="{91390C44-1798-C184-0745-F334786AF03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1776654" y="6826197"/>
                <a:ext cx="2508709" cy="2508709"/>
              </a:xfrm>
              <a:prstGeom prst="rect">
                <a:avLst/>
              </a:prstGeom>
            </p:spPr>
          </p:pic>
          <p:pic>
            <p:nvPicPr>
              <p:cNvPr id="62" name="Graphic 61">
                <a:extLst>
                  <a:ext uri="{FF2B5EF4-FFF2-40B4-BE49-F238E27FC236}">
                    <a16:creationId xmlns:a16="http://schemas.microsoft.com/office/drawing/2014/main" id="{61FC043B-6C2C-4B77-F7FA-AE135C186A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26844" y="6826197"/>
                <a:ext cx="2508709" cy="2508709"/>
              </a:xfrm>
              <a:prstGeom prst="rect">
                <a:avLst/>
              </a:prstGeom>
            </p:spPr>
          </p:pic>
          <p:sp>
            <p:nvSpPr>
              <p:cNvPr id="63" name="TextBox 62">
                <a:extLst>
                  <a:ext uri="{FF2B5EF4-FFF2-40B4-BE49-F238E27FC236}">
                    <a16:creationId xmlns:a16="http://schemas.microsoft.com/office/drawing/2014/main" id="{678B8DF3-3CB3-49C8-636F-3669AC2FB1B3}"/>
                  </a:ext>
                </a:extLst>
              </p:cNvPr>
              <p:cNvSpPr txBox="1"/>
              <p:nvPr/>
            </p:nvSpPr>
            <p:spPr>
              <a:xfrm>
                <a:off x="6089361" y="9899324"/>
                <a:ext cx="3807027" cy="107777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defTabSz="464702">
                  <a:spcBef>
                    <a:spcPts val="1956"/>
                  </a:spcBef>
                  <a:defRPr/>
                </a:pPr>
                <a:r>
                  <a:rPr lang="en-US" sz="3200" dirty="0">
                    <a:latin typeface="IBM Plex Sans Light" panose="020B0403050203000203" pitchFamily="34" charset="0"/>
                  </a:rPr>
                  <a:t>by breaking encryption</a:t>
                </a:r>
              </a:p>
            </p:txBody>
          </p:sp>
          <p:sp>
            <p:nvSpPr>
              <p:cNvPr id="64" name="TextBox 63">
                <a:extLst>
                  <a:ext uri="{FF2B5EF4-FFF2-40B4-BE49-F238E27FC236}">
                    <a16:creationId xmlns:a16="http://schemas.microsoft.com/office/drawing/2014/main" id="{B16ACCB6-C408-0DCD-B1F4-0678D83CBD55}"/>
                  </a:ext>
                </a:extLst>
              </p:cNvPr>
              <p:cNvSpPr txBox="1"/>
              <p:nvPr/>
            </p:nvSpPr>
            <p:spPr>
              <a:xfrm>
                <a:off x="11127494" y="9920993"/>
                <a:ext cx="3807027" cy="107777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defTabSz="464702">
                  <a:spcBef>
                    <a:spcPts val="1956"/>
                  </a:spcBef>
                  <a:defRPr/>
                </a:pPr>
                <a:r>
                  <a:rPr lang="en-US" sz="3200" dirty="0">
                    <a:latin typeface="IBM Plex Sans Light" panose="020B0403050203000203" pitchFamily="34" charset="0"/>
                  </a:rPr>
                  <a:t>through fraudulent authentication</a:t>
                </a:r>
              </a:p>
            </p:txBody>
          </p:sp>
          <p:sp>
            <p:nvSpPr>
              <p:cNvPr id="65" name="TextBox 64">
                <a:extLst>
                  <a:ext uri="{FF2B5EF4-FFF2-40B4-BE49-F238E27FC236}">
                    <a16:creationId xmlns:a16="http://schemas.microsoft.com/office/drawing/2014/main" id="{245F4EEC-DEE4-C216-09FA-C0F65E5D7128}"/>
                  </a:ext>
                </a:extLst>
              </p:cNvPr>
              <p:cNvSpPr txBox="1"/>
              <p:nvPr/>
            </p:nvSpPr>
            <p:spPr>
              <a:xfrm>
                <a:off x="16173223" y="9920993"/>
                <a:ext cx="3807027" cy="107777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defTabSz="464702">
                  <a:spcBef>
                    <a:spcPts val="1956"/>
                  </a:spcBef>
                  <a:defRPr/>
                </a:pPr>
                <a:r>
                  <a:rPr lang="en-US" sz="3200" dirty="0">
                    <a:latin typeface="IBM Plex Sans Light" panose="020B0403050203000203" pitchFamily="34" charset="0"/>
                  </a:rPr>
                  <a:t>by forging digital signatures</a:t>
                </a:r>
              </a:p>
            </p:txBody>
          </p:sp>
        </p:grpSp>
      </p:grpSp>
      <p:sp>
        <p:nvSpPr>
          <p:cNvPr id="3" name="Slide Number Placeholder 3">
            <a:extLst>
              <a:ext uri="{FF2B5EF4-FFF2-40B4-BE49-F238E27FC236}">
                <a16:creationId xmlns:a16="http://schemas.microsoft.com/office/drawing/2014/main" id="{351F93E0-9FC5-6E72-0CFC-248FC2C26168}"/>
              </a:ext>
            </a:extLst>
          </p:cNvPr>
          <p:cNvSpPr txBox="1">
            <a:spLocks/>
          </p:cNvSpPr>
          <p:nvPr/>
        </p:nvSpPr>
        <p:spPr>
          <a:xfrm>
            <a:off x="23689158" y="13164979"/>
            <a:ext cx="12183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5</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5" name="Footer Placeholder 3">
            <a:extLst>
              <a:ext uri="{FF2B5EF4-FFF2-40B4-BE49-F238E27FC236}">
                <a16:creationId xmlns:a16="http://schemas.microsoft.com/office/drawing/2014/main" id="{6573EF7A-E033-936E-B4AD-946491A46C21}"/>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
        <p:nvSpPr>
          <p:cNvPr id="4" name="object 36">
            <a:extLst>
              <a:ext uri="{FF2B5EF4-FFF2-40B4-BE49-F238E27FC236}">
                <a16:creationId xmlns:a16="http://schemas.microsoft.com/office/drawing/2014/main" id="{CDF52E82-4524-D951-D160-7FECABDF7849}"/>
              </a:ext>
            </a:extLst>
          </p:cNvPr>
          <p:cNvSpPr txBox="1"/>
          <p:nvPr/>
        </p:nvSpPr>
        <p:spPr>
          <a:xfrm>
            <a:off x="5866425" y="2485918"/>
            <a:ext cx="12396972" cy="465080"/>
          </a:xfrm>
          <a:prstGeom prst="rect">
            <a:avLst/>
          </a:prstGeom>
        </p:spPr>
        <p:txBody>
          <a:bodyPr vert="horz" wrap="square" lIns="0" tIns="33862" rIns="0" bIns="0" rtlCol="0">
            <a:spAutoFit/>
          </a:bodyPr>
          <a:lstStyle/>
          <a:p>
            <a:pPr marL="33860" defTabSz="2437942">
              <a:spcBef>
                <a:spcPts val="266"/>
              </a:spcBef>
              <a:defRPr/>
            </a:pPr>
            <a:r>
              <a:rPr sz="2800" kern="0" spc="-26" dirty="0">
                <a:solidFill>
                  <a:sysClr val="windowText" lastClr="000000"/>
                </a:solidFill>
                <a:cs typeface="IBM Plex Sans Light"/>
              </a:rPr>
              <a:t>“Q-</a:t>
            </a:r>
            <a:r>
              <a:rPr sz="2800" kern="0" dirty="0">
                <a:solidFill>
                  <a:sysClr val="windowText" lastClr="000000"/>
                </a:solidFill>
                <a:cs typeface="IBM Plex Sans Light"/>
              </a:rPr>
              <a:t>Day”</a:t>
            </a:r>
            <a:r>
              <a:rPr sz="2800" kern="0" spc="12" dirty="0">
                <a:solidFill>
                  <a:sysClr val="windowText" lastClr="000000"/>
                </a:solidFill>
                <a:cs typeface="IBM Plex Sans Light"/>
              </a:rPr>
              <a:t> </a:t>
            </a:r>
            <a:r>
              <a:rPr sz="2800" i="1" kern="0" dirty="0">
                <a:solidFill>
                  <a:sysClr val="windowText" lastClr="000000"/>
                </a:solidFill>
                <a:cs typeface="IBM Plex Sans Light"/>
              </a:rPr>
              <a:t>–</a:t>
            </a:r>
            <a:r>
              <a:rPr sz="2800" i="1" kern="0" spc="12" dirty="0">
                <a:solidFill>
                  <a:sysClr val="windowText" lastClr="000000"/>
                </a:solidFill>
                <a:cs typeface="IBM Plex Sans Light"/>
              </a:rPr>
              <a:t> </a:t>
            </a:r>
            <a:r>
              <a:rPr sz="2800" i="1" kern="0" spc="-26" dirty="0">
                <a:solidFill>
                  <a:sysClr val="windowText" lastClr="000000"/>
                </a:solidFill>
                <a:cs typeface="IBM Plex Sans Light"/>
              </a:rPr>
              <a:t>availability</a:t>
            </a:r>
            <a:r>
              <a:rPr sz="2800" i="1" kern="0" spc="-12" dirty="0">
                <a:solidFill>
                  <a:sysClr val="windowText" lastClr="000000"/>
                </a:solidFill>
                <a:cs typeface="IBM Plex Sans Light"/>
              </a:rPr>
              <a:t> </a:t>
            </a:r>
            <a:r>
              <a:rPr sz="2800" i="1" kern="0" dirty="0">
                <a:solidFill>
                  <a:sysClr val="windowText" lastClr="000000"/>
                </a:solidFill>
                <a:cs typeface="IBM Plex Sans Light"/>
              </a:rPr>
              <a:t>of</a:t>
            </a:r>
            <a:r>
              <a:rPr sz="2800" i="1" kern="0" spc="92" dirty="0">
                <a:solidFill>
                  <a:sysClr val="windowText" lastClr="000000"/>
                </a:solidFill>
                <a:cs typeface="IBM Plex Sans Light"/>
              </a:rPr>
              <a:t> </a:t>
            </a:r>
            <a:r>
              <a:rPr sz="2800" i="1" kern="0" spc="-26" dirty="0">
                <a:solidFill>
                  <a:sysClr val="windowText" lastClr="000000"/>
                </a:solidFill>
                <a:cs typeface="IBM Plex Sans Light"/>
              </a:rPr>
              <a:t>“cryptographically</a:t>
            </a:r>
            <a:r>
              <a:rPr sz="2800" i="1" kern="0" spc="-12" dirty="0">
                <a:solidFill>
                  <a:sysClr val="windowText" lastClr="000000"/>
                </a:solidFill>
                <a:cs typeface="IBM Plex Sans Light"/>
              </a:rPr>
              <a:t> </a:t>
            </a:r>
            <a:r>
              <a:rPr sz="2800" i="1" kern="0" dirty="0">
                <a:solidFill>
                  <a:sysClr val="windowText" lastClr="000000"/>
                </a:solidFill>
                <a:cs typeface="IBM Plex Sans Light"/>
              </a:rPr>
              <a:t>relevant”</a:t>
            </a:r>
            <a:r>
              <a:rPr sz="2800" i="1" kern="0" spc="-106" dirty="0">
                <a:solidFill>
                  <a:sysClr val="windowText" lastClr="000000"/>
                </a:solidFill>
                <a:cs typeface="IBM Plex Sans Light"/>
              </a:rPr>
              <a:t> </a:t>
            </a:r>
            <a:r>
              <a:rPr sz="2800" i="1" kern="0" dirty="0">
                <a:solidFill>
                  <a:sysClr val="windowText" lastClr="000000"/>
                </a:solidFill>
                <a:cs typeface="IBM Plex Sans Light"/>
              </a:rPr>
              <a:t>Quantum</a:t>
            </a:r>
            <a:r>
              <a:rPr sz="2800" i="1" kern="0" spc="146" dirty="0">
                <a:solidFill>
                  <a:sysClr val="windowText" lastClr="000000"/>
                </a:solidFill>
                <a:cs typeface="IBM Plex Sans Light"/>
              </a:rPr>
              <a:t> </a:t>
            </a:r>
            <a:r>
              <a:rPr sz="2800" i="1" kern="0" spc="-26" dirty="0">
                <a:solidFill>
                  <a:sysClr val="windowText" lastClr="000000"/>
                </a:solidFill>
                <a:cs typeface="IBM Plex Sans Light"/>
              </a:rPr>
              <a:t>Computer</a:t>
            </a:r>
            <a:endParaRPr sz="2800" kern="0" dirty="0">
              <a:solidFill>
                <a:sysClr val="windowText" lastClr="000000"/>
              </a:solidFill>
              <a:cs typeface="IBM Plex Sans Light"/>
            </a:endParaRPr>
          </a:p>
        </p:txBody>
      </p:sp>
    </p:spTree>
    <p:extLst>
      <p:ext uri="{BB962C8B-B14F-4D97-AF65-F5344CB8AC3E}">
        <p14:creationId xmlns:p14="http://schemas.microsoft.com/office/powerpoint/2010/main" val="190659715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F57E4-4C49-75FA-12BC-FAF729FD6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3E449-5192-62F6-129B-068C47A423A1}"/>
              </a:ext>
            </a:extLst>
          </p:cNvPr>
          <p:cNvSpPr>
            <a:spLocks noGrp="1"/>
          </p:cNvSpPr>
          <p:nvPr>
            <p:ph type="title"/>
          </p:nvPr>
        </p:nvSpPr>
        <p:spPr>
          <a:xfrm>
            <a:off x="580613" y="578531"/>
            <a:ext cx="13847884" cy="1524990"/>
          </a:xfrm>
        </p:spPr>
        <p:txBody>
          <a:bodyPr/>
          <a:lstStyle/>
          <a:p>
            <a:r>
              <a:rPr lang="en-US" sz="4400" dirty="0">
                <a:latin typeface="+mn-lt"/>
              </a:rPr>
              <a:t>The problem with Q-Day?</a:t>
            </a:r>
          </a:p>
        </p:txBody>
      </p:sp>
      <p:sp>
        <p:nvSpPr>
          <p:cNvPr id="4" name="TextBox 3">
            <a:extLst>
              <a:ext uri="{FF2B5EF4-FFF2-40B4-BE49-F238E27FC236}">
                <a16:creationId xmlns:a16="http://schemas.microsoft.com/office/drawing/2014/main" id="{79863796-37CD-4CD2-F1EA-CC51DE0786B8}"/>
              </a:ext>
            </a:extLst>
          </p:cNvPr>
          <p:cNvSpPr txBox="1"/>
          <p:nvPr/>
        </p:nvSpPr>
        <p:spPr>
          <a:xfrm>
            <a:off x="-1070378" y="1428064"/>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1185018" indent="-1191108" defTabSz="6501180">
              <a:spcBef>
                <a:spcPts val="7732"/>
              </a:spcBef>
              <a:buSzPct val="100000"/>
              <a:buFontTx/>
              <a:buChar char="–"/>
              <a:defRPr/>
            </a:pPr>
            <a:endParaRPr lang="en-US" sz="9598" kern="0" dirty="0">
              <a:solidFill>
                <a:srgbClr val="000000"/>
              </a:solidFill>
              <a:latin typeface="IBM Plex Sans Light"/>
              <a:sym typeface="IBM Plex Sans Light"/>
            </a:endParaRPr>
          </a:p>
        </p:txBody>
      </p:sp>
      <p:sp>
        <p:nvSpPr>
          <p:cNvPr id="5" name="object 3">
            <a:extLst>
              <a:ext uri="{FF2B5EF4-FFF2-40B4-BE49-F238E27FC236}">
                <a16:creationId xmlns:a16="http://schemas.microsoft.com/office/drawing/2014/main" id="{A61C345E-3B28-523C-5019-C9F082A00A77}"/>
              </a:ext>
            </a:extLst>
          </p:cNvPr>
          <p:cNvSpPr/>
          <p:nvPr/>
        </p:nvSpPr>
        <p:spPr>
          <a:xfrm>
            <a:off x="6657107" y="7721488"/>
            <a:ext cx="0" cy="1440840"/>
          </a:xfrm>
          <a:custGeom>
            <a:avLst/>
            <a:gdLst/>
            <a:ahLst/>
            <a:cxnLst/>
            <a:rect l="l" t="t" r="r" b="b"/>
            <a:pathLst>
              <a:path h="540385">
                <a:moveTo>
                  <a:pt x="0" y="0"/>
                </a:moveTo>
                <a:lnTo>
                  <a:pt x="0" y="540385"/>
                </a:lnTo>
              </a:path>
            </a:pathLst>
          </a:custGeom>
          <a:ln w="19050">
            <a:solidFill>
              <a:srgbClr val="000000"/>
            </a:solidFill>
          </a:ln>
        </p:spPr>
        <p:txBody>
          <a:bodyPr wrap="square" lIns="0" tIns="0" rIns="0" bIns="0" rtlCol="0"/>
          <a:lstStyle/>
          <a:p>
            <a:pPr defTabSz="2437942">
              <a:defRPr/>
            </a:pPr>
            <a:endParaRPr sz="4800" kern="0" dirty="0">
              <a:solidFill>
                <a:sysClr val="windowText" lastClr="000000"/>
              </a:solidFill>
              <a:latin typeface="IBM Plex Sans Light"/>
            </a:endParaRPr>
          </a:p>
        </p:txBody>
      </p:sp>
      <p:grpSp>
        <p:nvGrpSpPr>
          <p:cNvPr id="6" name="object 4">
            <a:extLst>
              <a:ext uri="{FF2B5EF4-FFF2-40B4-BE49-F238E27FC236}">
                <a16:creationId xmlns:a16="http://schemas.microsoft.com/office/drawing/2014/main" id="{B51BB45D-F8FC-D9E1-0ED2-025102320BCD}"/>
              </a:ext>
            </a:extLst>
          </p:cNvPr>
          <p:cNvGrpSpPr/>
          <p:nvPr/>
        </p:nvGrpSpPr>
        <p:grpSpPr>
          <a:xfrm>
            <a:off x="12853902" y="7467523"/>
            <a:ext cx="5180926" cy="1650786"/>
            <a:chOff x="4819650" y="2800350"/>
            <a:chExt cx="1943100" cy="619125"/>
          </a:xfrm>
        </p:grpSpPr>
        <p:sp>
          <p:nvSpPr>
            <p:cNvPr id="7" name="object 5">
              <a:extLst>
                <a:ext uri="{FF2B5EF4-FFF2-40B4-BE49-F238E27FC236}">
                  <a16:creationId xmlns:a16="http://schemas.microsoft.com/office/drawing/2014/main" id="{3CC2CF12-713D-FFE0-8247-9070C3890095}"/>
                </a:ext>
              </a:extLst>
            </p:cNvPr>
            <p:cNvSpPr/>
            <p:nvPr/>
          </p:nvSpPr>
          <p:spPr>
            <a:xfrm>
              <a:off x="4819650" y="2895600"/>
              <a:ext cx="1943100" cy="400050"/>
            </a:xfrm>
            <a:custGeom>
              <a:avLst/>
              <a:gdLst/>
              <a:ahLst/>
              <a:cxnLst/>
              <a:rect l="l" t="t" r="r" b="b"/>
              <a:pathLst>
                <a:path w="1943100" h="400050">
                  <a:moveTo>
                    <a:pt x="1743075" y="0"/>
                  </a:moveTo>
                  <a:lnTo>
                    <a:pt x="1743075" y="100075"/>
                  </a:lnTo>
                  <a:lnTo>
                    <a:pt x="0" y="100075"/>
                  </a:lnTo>
                  <a:lnTo>
                    <a:pt x="0" y="300100"/>
                  </a:lnTo>
                  <a:lnTo>
                    <a:pt x="1743075" y="300100"/>
                  </a:lnTo>
                  <a:lnTo>
                    <a:pt x="1743075" y="400050"/>
                  </a:lnTo>
                  <a:lnTo>
                    <a:pt x="1943100" y="200025"/>
                  </a:lnTo>
                  <a:lnTo>
                    <a:pt x="1743075" y="0"/>
                  </a:lnTo>
                  <a:close/>
                </a:path>
              </a:pathLst>
            </a:custGeom>
            <a:solidFill>
              <a:srgbClr val="9FC0FF"/>
            </a:solidFill>
          </p:spPr>
          <p:txBody>
            <a:bodyPr wrap="square" lIns="0" tIns="0" rIns="0" bIns="0" rtlCol="0"/>
            <a:lstStyle/>
            <a:p>
              <a:pPr defTabSz="2437942">
                <a:defRPr/>
              </a:pPr>
              <a:endParaRPr sz="4800" kern="0" dirty="0">
                <a:solidFill>
                  <a:sysClr val="windowText" lastClr="000000"/>
                </a:solidFill>
                <a:latin typeface="IBM Plex Sans Light"/>
              </a:endParaRPr>
            </a:p>
          </p:txBody>
        </p:sp>
        <p:pic>
          <p:nvPicPr>
            <p:cNvPr id="8" name="object 6">
              <a:extLst>
                <a:ext uri="{FF2B5EF4-FFF2-40B4-BE49-F238E27FC236}">
                  <a16:creationId xmlns:a16="http://schemas.microsoft.com/office/drawing/2014/main" id="{4045A684-DA98-9DAA-1E0F-4D222B2A40E7}"/>
                </a:ext>
              </a:extLst>
            </p:cNvPr>
            <p:cNvPicPr/>
            <p:nvPr/>
          </p:nvPicPr>
          <p:blipFill>
            <a:blip r:embed="rId3" cstate="print"/>
            <a:stretch>
              <a:fillRect/>
            </a:stretch>
          </p:blipFill>
          <p:spPr>
            <a:xfrm>
              <a:off x="5467350" y="2800350"/>
              <a:ext cx="590550" cy="619125"/>
            </a:xfrm>
            <a:prstGeom prst="rect">
              <a:avLst/>
            </a:prstGeom>
          </p:spPr>
        </p:pic>
      </p:grpSp>
      <p:grpSp>
        <p:nvGrpSpPr>
          <p:cNvPr id="9" name="object 7">
            <a:extLst>
              <a:ext uri="{FF2B5EF4-FFF2-40B4-BE49-F238E27FC236}">
                <a16:creationId xmlns:a16="http://schemas.microsoft.com/office/drawing/2014/main" id="{45FB533F-A22F-107A-01C3-D9103AE7C893}"/>
              </a:ext>
            </a:extLst>
          </p:cNvPr>
          <p:cNvGrpSpPr/>
          <p:nvPr/>
        </p:nvGrpSpPr>
        <p:grpSpPr>
          <a:xfrm>
            <a:off x="1425389" y="7696093"/>
            <a:ext cx="4952356" cy="1117454"/>
            <a:chOff x="533400" y="2886075"/>
            <a:chExt cx="1857375" cy="419100"/>
          </a:xfrm>
        </p:grpSpPr>
        <p:sp>
          <p:nvSpPr>
            <p:cNvPr id="10" name="object 8">
              <a:extLst>
                <a:ext uri="{FF2B5EF4-FFF2-40B4-BE49-F238E27FC236}">
                  <a16:creationId xmlns:a16="http://schemas.microsoft.com/office/drawing/2014/main" id="{81324579-A80B-5236-140B-B1B6F7070D45}"/>
                </a:ext>
              </a:extLst>
            </p:cNvPr>
            <p:cNvSpPr/>
            <p:nvPr/>
          </p:nvSpPr>
          <p:spPr>
            <a:xfrm>
              <a:off x="542925" y="2895600"/>
              <a:ext cx="1838325" cy="400050"/>
            </a:xfrm>
            <a:custGeom>
              <a:avLst/>
              <a:gdLst/>
              <a:ahLst/>
              <a:cxnLst/>
              <a:rect l="l" t="t" r="r" b="b"/>
              <a:pathLst>
                <a:path w="1838325" h="400050">
                  <a:moveTo>
                    <a:pt x="200025" y="0"/>
                  </a:moveTo>
                  <a:lnTo>
                    <a:pt x="0" y="200025"/>
                  </a:lnTo>
                  <a:lnTo>
                    <a:pt x="200025" y="400050"/>
                  </a:lnTo>
                  <a:lnTo>
                    <a:pt x="200025" y="299974"/>
                  </a:lnTo>
                  <a:lnTo>
                    <a:pt x="1838325" y="299974"/>
                  </a:lnTo>
                  <a:lnTo>
                    <a:pt x="1838325" y="99949"/>
                  </a:lnTo>
                  <a:lnTo>
                    <a:pt x="200025" y="99949"/>
                  </a:lnTo>
                  <a:lnTo>
                    <a:pt x="200025" y="0"/>
                  </a:lnTo>
                  <a:close/>
                </a:path>
              </a:pathLst>
            </a:custGeom>
            <a:solidFill>
              <a:srgbClr val="F1F1F1"/>
            </a:solidFill>
          </p:spPr>
          <p:txBody>
            <a:bodyPr wrap="square" lIns="0" tIns="0" rIns="0" bIns="0" rtlCol="0"/>
            <a:lstStyle/>
            <a:p>
              <a:pPr defTabSz="2437942">
                <a:defRPr/>
              </a:pPr>
              <a:endParaRPr sz="4800" kern="0" dirty="0">
                <a:solidFill>
                  <a:sysClr val="windowText" lastClr="000000"/>
                </a:solidFill>
                <a:latin typeface="IBM Plex Sans Light"/>
              </a:endParaRPr>
            </a:p>
          </p:txBody>
        </p:sp>
        <p:sp>
          <p:nvSpPr>
            <p:cNvPr id="11" name="object 9">
              <a:extLst>
                <a:ext uri="{FF2B5EF4-FFF2-40B4-BE49-F238E27FC236}">
                  <a16:creationId xmlns:a16="http://schemas.microsoft.com/office/drawing/2014/main" id="{507FC03A-4A86-CE55-AA26-104D273A34AE}"/>
                </a:ext>
              </a:extLst>
            </p:cNvPr>
            <p:cNvSpPr/>
            <p:nvPr/>
          </p:nvSpPr>
          <p:spPr>
            <a:xfrm>
              <a:off x="542925" y="2895600"/>
              <a:ext cx="1838325" cy="400050"/>
            </a:xfrm>
            <a:custGeom>
              <a:avLst/>
              <a:gdLst/>
              <a:ahLst/>
              <a:cxnLst/>
              <a:rect l="l" t="t" r="r" b="b"/>
              <a:pathLst>
                <a:path w="1838325" h="400050">
                  <a:moveTo>
                    <a:pt x="1838325" y="99949"/>
                  </a:moveTo>
                  <a:lnTo>
                    <a:pt x="200025" y="99949"/>
                  </a:lnTo>
                  <a:lnTo>
                    <a:pt x="200025" y="0"/>
                  </a:lnTo>
                  <a:lnTo>
                    <a:pt x="0" y="200025"/>
                  </a:lnTo>
                  <a:lnTo>
                    <a:pt x="200025" y="400050"/>
                  </a:lnTo>
                  <a:lnTo>
                    <a:pt x="200025" y="299974"/>
                  </a:lnTo>
                  <a:lnTo>
                    <a:pt x="1838325" y="299974"/>
                  </a:lnTo>
                  <a:lnTo>
                    <a:pt x="1838325" y="99949"/>
                  </a:lnTo>
                  <a:close/>
                </a:path>
              </a:pathLst>
            </a:custGeom>
            <a:ln w="19050">
              <a:solidFill>
                <a:srgbClr val="000000"/>
              </a:solidFill>
            </a:ln>
          </p:spPr>
          <p:txBody>
            <a:bodyPr wrap="square" lIns="0" tIns="0" rIns="0" bIns="0" rtlCol="0"/>
            <a:lstStyle/>
            <a:p>
              <a:pPr defTabSz="2437942">
                <a:defRPr/>
              </a:pPr>
              <a:endParaRPr sz="4800" kern="0" dirty="0">
                <a:solidFill>
                  <a:sysClr val="windowText" lastClr="000000"/>
                </a:solidFill>
                <a:latin typeface="IBM Plex Sans Light"/>
              </a:endParaRPr>
            </a:p>
          </p:txBody>
        </p:sp>
      </p:grpSp>
      <p:sp>
        <p:nvSpPr>
          <p:cNvPr id="12" name="object 10">
            <a:extLst>
              <a:ext uri="{FF2B5EF4-FFF2-40B4-BE49-F238E27FC236}">
                <a16:creationId xmlns:a16="http://schemas.microsoft.com/office/drawing/2014/main" id="{2D890B4C-3D3E-F622-9F8F-169E3C17A6D5}"/>
              </a:ext>
            </a:extLst>
          </p:cNvPr>
          <p:cNvSpPr txBox="1"/>
          <p:nvPr/>
        </p:nvSpPr>
        <p:spPr>
          <a:xfrm>
            <a:off x="4809244" y="7988154"/>
            <a:ext cx="1354490" cy="465080"/>
          </a:xfrm>
          <a:prstGeom prst="rect">
            <a:avLst/>
          </a:prstGeom>
        </p:spPr>
        <p:txBody>
          <a:bodyPr vert="horz" wrap="square" lIns="0" tIns="33862" rIns="0" bIns="0" rtlCol="0">
            <a:spAutoFit/>
          </a:bodyPr>
          <a:lstStyle/>
          <a:p>
            <a:pPr marL="33860" defTabSz="2437942">
              <a:spcBef>
                <a:spcPts val="266"/>
              </a:spcBef>
              <a:defRPr/>
            </a:pPr>
            <a:r>
              <a:rPr sz="2800" kern="0" spc="-26" dirty="0">
                <a:solidFill>
                  <a:sysClr val="windowText" lastClr="000000"/>
                </a:solidFill>
                <a:latin typeface="IBM Plex Sans Light"/>
                <a:cs typeface="IBM Plex Sans Light"/>
              </a:rPr>
              <a:t>…before</a:t>
            </a:r>
            <a:endParaRPr sz="2800" kern="0" dirty="0">
              <a:solidFill>
                <a:sysClr val="windowText" lastClr="000000"/>
              </a:solidFill>
              <a:latin typeface="IBM Plex Sans Light"/>
              <a:cs typeface="IBM Plex Sans Light"/>
            </a:endParaRPr>
          </a:p>
        </p:txBody>
      </p:sp>
      <p:sp>
        <p:nvSpPr>
          <p:cNvPr id="13" name="object 11">
            <a:extLst>
              <a:ext uri="{FF2B5EF4-FFF2-40B4-BE49-F238E27FC236}">
                <a16:creationId xmlns:a16="http://schemas.microsoft.com/office/drawing/2014/main" id="{D8976D49-395E-81F6-1E66-3318015A5012}"/>
              </a:ext>
            </a:extLst>
          </p:cNvPr>
          <p:cNvSpPr txBox="1"/>
          <p:nvPr/>
        </p:nvSpPr>
        <p:spPr>
          <a:xfrm>
            <a:off x="7415621" y="5676039"/>
            <a:ext cx="4295428" cy="1288126"/>
          </a:xfrm>
          <a:prstGeom prst="rect">
            <a:avLst/>
          </a:prstGeom>
        </p:spPr>
        <p:txBody>
          <a:bodyPr vert="horz" wrap="square" lIns="0" tIns="38942" rIns="0" bIns="0" rtlCol="0">
            <a:spAutoFit/>
          </a:bodyPr>
          <a:lstStyle/>
          <a:p>
            <a:pPr marL="33860" marR="13544" indent="624724" defTabSz="2437942">
              <a:lnSpc>
                <a:spcPct val="101000"/>
              </a:lnSpc>
              <a:spcBef>
                <a:spcPts val="306"/>
              </a:spcBef>
              <a:defRPr/>
            </a:pPr>
            <a:r>
              <a:rPr sz="2932" kern="0" spc="-26" dirty="0">
                <a:solidFill>
                  <a:sysClr val="windowText" lastClr="000000"/>
                </a:solidFill>
                <a:latin typeface="IBM Plex Sans Light"/>
                <a:cs typeface="IBM Plex Sans Light"/>
              </a:rPr>
              <a:t>Capability</a:t>
            </a:r>
            <a:r>
              <a:rPr sz="2932" kern="0" spc="-106" dirty="0">
                <a:solidFill>
                  <a:sysClr val="windowText" lastClr="000000"/>
                </a:solidFill>
                <a:latin typeface="IBM Plex Sans Light"/>
                <a:cs typeface="IBM Plex Sans Light"/>
              </a:rPr>
              <a:t> </a:t>
            </a:r>
            <a:r>
              <a:rPr sz="2932" kern="0" dirty="0">
                <a:solidFill>
                  <a:sysClr val="windowText" lastClr="000000"/>
                </a:solidFill>
                <a:latin typeface="IBM Plex Sans Light"/>
                <a:cs typeface="IBM Plex Sans Light"/>
              </a:rPr>
              <a:t>Level</a:t>
            </a:r>
            <a:r>
              <a:rPr sz="2932" kern="0" spc="172" dirty="0">
                <a:solidFill>
                  <a:sysClr val="windowText" lastClr="000000"/>
                </a:solidFill>
                <a:latin typeface="IBM Plex Sans Light"/>
                <a:cs typeface="IBM Plex Sans Light"/>
              </a:rPr>
              <a:t> </a:t>
            </a:r>
            <a:r>
              <a:rPr sz="2932" kern="0" spc="-132" dirty="0">
                <a:solidFill>
                  <a:sysClr val="windowText" lastClr="000000"/>
                </a:solidFill>
                <a:latin typeface="IBM Plex Sans Light"/>
                <a:cs typeface="IBM Plex Sans Light"/>
              </a:rPr>
              <a:t>1 </a:t>
            </a:r>
            <a:r>
              <a:rPr sz="2400" kern="0" dirty="0">
                <a:solidFill>
                  <a:sysClr val="windowText" lastClr="000000"/>
                </a:solidFill>
                <a:latin typeface="IBM Plex Sans Light"/>
                <a:cs typeface="IBM Plex Sans Light"/>
              </a:rPr>
              <a:t>(</a:t>
            </a:r>
            <a:r>
              <a:rPr sz="2800" kern="0" dirty="0">
                <a:solidFill>
                  <a:srgbClr val="A56EFF">
                    <a:lumMod val="75000"/>
                  </a:srgbClr>
                </a:solidFill>
                <a:latin typeface="IBM Plex Sans Light"/>
                <a:cs typeface="IBM Plex Sans Light"/>
              </a:rPr>
              <a:t>moonshot</a:t>
            </a:r>
            <a:r>
              <a:rPr sz="2800" kern="0" spc="-120" dirty="0">
                <a:solidFill>
                  <a:srgbClr val="A56EFF">
                    <a:lumMod val="75000"/>
                  </a:srgbClr>
                </a:solidFill>
                <a:latin typeface="IBM Plex Sans Light"/>
                <a:cs typeface="IBM Plex Sans Light"/>
              </a:rPr>
              <a:t> </a:t>
            </a:r>
            <a:r>
              <a:rPr sz="2400" kern="0" spc="-26" dirty="0">
                <a:solidFill>
                  <a:sysClr val="windowText" lastClr="000000"/>
                </a:solidFill>
                <a:latin typeface="IBM Plex Sans Light"/>
                <a:cs typeface="IBM Plex Sans Light"/>
              </a:rPr>
              <a:t>“cryptographically relevant”</a:t>
            </a:r>
            <a:r>
              <a:rPr sz="2400" kern="0" spc="12" dirty="0">
                <a:solidFill>
                  <a:sysClr val="windowText" lastClr="000000"/>
                </a:solidFill>
                <a:latin typeface="IBM Plex Sans Light"/>
                <a:cs typeface="IBM Plex Sans Light"/>
              </a:rPr>
              <a:t> </a:t>
            </a:r>
            <a:r>
              <a:rPr sz="2400" kern="0" spc="-26" dirty="0">
                <a:solidFill>
                  <a:sysClr val="windowText" lastClr="000000"/>
                </a:solidFill>
                <a:latin typeface="IBM Plex Sans Light"/>
                <a:cs typeface="IBM Plex Sans Light"/>
              </a:rPr>
              <a:t>Quantum</a:t>
            </a:r>
            <a:r>
              <a:rPr sz="2400" kern="0" spc="-12" dirty="0">
                <a:solidFill>
                  <a:sysClr val="windowText" lastClr="000000"/>
                </a:solidFill>
                <a:latin typeface="IBM Plex Sans Light"/>
                <a:cs typeface="IBM Plex Sans Light"/>
              </a:rPr>
              <a:t> </a:t>
            </a:r>
            <a:r>
              <a:rPr sz="2400" kern="0" spc="-26" dirty="0">
                <a:solidFill>
                  <a:sysClr val="windowText" lastClr="000000"/>
                </a:solidFill>
                <a:latin typeface="IBM Plex Sans Light"/>
                <a:cs typeface="IBM Plex Sans Light"/>
              </a:rPr>
              <a:t>Computer)</a:t>
            </a:r>
            <a:endParaRPr sz="2400" kern="0" dirty="0">
              <a:solidFill>
                <a:sysClr val="windowText" lastClr="000000"/>
              </a:solidFill>
              <a:latin typeface="IBM Plex Sans Light"/>
              <a:cs typeface="IBM Plex Sans Light"/>
            </a:endParaRPr>
          </a:p>
        </p:txBody>
      </p:sp>
      <p:sp>
        <p:nvSpPr>
          <p:cNvPr id="16" name="object 12">
            <a:extLst>
              <a:ext uri="{FF2B5EF4-FFF2-40B4-BE49-F238E27FC236}">
                <a16:creationId xmlns:a16="http://schemas.microsoft.com/office/drawing/2014/main" id="{3C8D6CB2-59F7-F945-8232-7A6DB5ED603E}"/>
              </a:ext>
            </a:extLst>
          </p:cNvPr>
          <p:cNvSpPr/>
          <p:nvPr/>
        </p:nvSpPr>
        <p:spPr>
          <a:xfrm>
            <a:off x="12625331" y="7721488"/>
            <a:ext cx="0" cy="1440840"/>
          </a:xfrm>
          <a:custGeom>
            <a:avLst/>
            <a:gdLst/>
            <a:ahLst/>
            <a:cxnLst/>
            <a:rect l="l" t="t" r="r" b="b"/>
            <a:pathLst>
              <a:path h="540385">
                <a:moveTo>
                  <a:pt x="0" y="0"/>
                </a:moveTo>
                <a:lnTo>
                  <a:pt x="0" y="540385"/>
                </a:lnTo>
              </a:path>
            </a:pathLst>
          </a:custGeom>
          <a:ln w="19050">
            <a:solidFill>
              <a:srgbClr val="000000"/>
            </a:solidFill>
          </a:ln>
        </p:spPr>
        <p:txBody>
          <a:bodyPr wrap="square" lIns="0" tIns="0" rIns="0" bIns="0" rtlCol="0"/>
          <a:lstStyle/>
          <a:p>
            <a:pPr defTabSz="2437942">
              <a:defRPr/>
            </a:pPr>
            <a:endParaRPr sz="4800" kern="0" dirty="0">
              <a:solidFill>
                <a:sysClr val="windowText" lastClr="000000"/>
              </a:solidFill>
              <a:latin typeface="IBM Plex Sans Light"/>
            </a:endParaRPr>
          </a:p>
        </p:txBody>
      </p:sp>
      <p:sp>
        <p:nvSpPr>
          <p:cNvPr id="17" name="object 13">
            <a:extLst>
              <a:ext uri="{FF2B5EF4-FFF2-40B4-BE49-F238E27FC236}">
                <a16:creationId xmlns:a16="http://schemas.microsoft.com/office/drawing/2014/main" id="{B8C37302-7C78-F315-494D-DAE187354003}"/>
              </a:ext>
            </a:extLst>
          </p:cNvPr>
          <p:cNvSpPr txBox="1"/>
          <p:nvPr/>
        </p:nvSpPr>
        <p:spPr>
          <a:xfrm>
            <a:off x="13412630" y="5676038"/>
            <a:ext cx="4171830" cy="1657671"/>
          </a:xfrm>
          <a:prstGeom prst="rect">
            <a:avLst/>
          </a:prstGeom>
        </p:spPr>
        <p:txBody>
          <a:bodyPr vert="horz" wrap="square" lIns="0" tIns="42328" rIns="0" bIns="0" rtlCol="0">
            <a:spAutoFit/>
          </a:bodyPr>
          <a:lstStyle/>
          <a:p>
            <a:pPr marL="18624" algn="ctr" defTabSz="2437942">
              <a:spcBef>
                <a:spcPts val="332"/>
              </a:spcBef>
              <a:defRPr/>
            </a:pPr>
            <a:r>
              <a:rPr sz="2932" kern="0" spc="-26" dirty="0">
                <a:solidFill>
                  <a:sysClr val="windowText" lastClr="000000"/>
                </a:solidFill>
                <a:latin typeface="IBM Plex Sans Light"/>
                <a:cs typeface="IBM Plex Sans Light"/>
              </a:rPr>
              <a:t>Capability</a:t>
            </a:r>
            <a:r>
              <a:rPr sz="2932" kern="0" spc="-106" dirty="0">
                <a:solidFill>
                  <a:sysClr val="windowText" lastClr="000000"/>
                </a:solidFill>
                <a:latin typeface="IBM Plex Sans Light"/>
                <a:cs typeface="IBM Plex Sans Light"/>
              </a:rPr>
              <a:t> </a:t>
            </a:r>
            <a:r>
              <a:rPr sz="2932" kern="0" dirty="0">
                <a:solidFill>
                  <a:sysClr val="windowText" lastClr="000000"/>
                </a:solidFill>
                <a:latin typeface="IBM Plex Sans Light"/>
                <a:cs typeface="IBM Plex Sans Light"/>
              </a:rPr>
              <a:t>Level</a:t>
            </a:r>
            <a:r>
              <a:rPr sz="2932" kern="0" spc="172" dirty="0">
                <a:solidFill>
                  <a:sysClr val="windowText" lastClr="000000"/>
                </a:solidFill>
                <a:latin typeface="IBM Plex Sans Light"/>
                <a:cs typeface="IBM Plex Sans Light"/>
              </a:rPr>
              <a:t> </a:t>
            </a:r>
            <a:r>
              <a:rPr sz="2932" kern="0" spc="-132" dirty="0">
                <a:solidFill>
                  <a:sysClr val="windowText" lastClr="000000"/>
                </a:solidFill>
                <a:latin typeface="IBM Plex Sans Light"/>
                <a:cs typeface="IBM Plex Sans Light"/>
              </a:rPr>
              <a:t>2</a:t>
            </a:r>
            <a:endParaRPr sz="2932" kern="0" dirty="0">
              <a:solidFill>
                <a:sysClr val="windowText" lastClr="000000"/>
              </a:solidFill>
              <a:latin typeface="IBM Plex Sans Light"/>
              <a:cs typeface="IBM Plex Sans Light"/>
            </a:endParaRPr>
          </a:p>
          <a:p>
            <a:pPr marL="33860" marR="13544" algn="ctr" defTabSz="2437942">
              <a:lnSpc>
                <a:spcPct val="100800"/>
              </a:lnSpc>
              <a:defRPr/>
            </a:pPr>
            <a:r>
              <a:rPr sz="2400" kern="0" dirty="0">
                <a:solidFill>
                  <a:sysClr val="windowText" lastClr="000000"/>
                </a:solidFill>
                <a:latin typeface="IBM Plex Sans Light"/>
                <a:cs typeface="IBM Plex Sans Light"/>
              </a:rPr>
              <a:t>(slow</a:t>
            </a:r>
            <a:r>
              <a:rPr sz="2400" kern="0" spc="-120" dirty="0">
                <a:solidFill>
                  <a:sysClr val="windowText" lastClr="000000"/>
                </a:solidFill>
                <a:latin typeface="IBM Plex Sans Light"/>
                <a:cs typeface="IBM Plex Sans Light"/>
              </a:rPr>
              <a:t> </a:t>
            </a:r>
            <a:r>
              <a:rPr sz="2400" kern="0" spc="-26" dirty="0">
                <a:solidFill>
                  <a:sysClr val="windowText" lastClr="000000"/>
                </a:solidFill>
                <a:latin typeface="IBM Plex Sans Light"/>
                <a:cs typeface="IBM Plex Sans Light"/>
              </a:rPr>
              <a:t>“cryptographically relevant”</a:t>
            </a:r>
            <a:r>
              <a:rPr sz="2400" kern="0" spc="12" dirty="0">
                <a:solidFill>
                  <a:sysClr val="windowText" lastClr="000000"/>
                </a:solidFill>
                <a:latin typeface="IBM Plex Sans Light"/>
                <a:cs typeface="IBM Plex Sans Light"/>
              </a:rPr>
              <a:t> </a:t>
            </a:r>
            <a:r>
              <a:rPr sz="2400" kern="0" spc="-26" dirty="0">
                <a:solidFill>
                  <a:sysClr val="windowText" lastClr="000000"/>
                </a:solidFill>
                <a:latin typeface="IBM Plex Sans Light"/>
                <a:cs typeface="IBM Plex Sans Light"/>
              </a:rPr>
              <a:t>Quantum</a:t>
            </a:r>
            <a:r>
              <a:rPr sz="2400" kern="0" spc="-12" dirty="0">
                <a:solidFill>
                  <a:sysClr val="windowText" lastClr="000000"/>
                </a:solidFill>
                <a:latin typeface="IBM Plex Sans Light"/>
                <a:cs typeface="IBM Plex Sans Light"/>
              </a:rPr>
              <a:t> </a:t>
            </a:r>
            <a:r>
              <a:rPr sz="2400" kern="0" spc="-26" dirty="0">
                <a:solidFill>
                  <a:sysClr val="windowText" lastClr="000000"/>
                </a:solidFill>
                <a:latin typeface="IBM Plex Sans Light"/>
                <a:cs typeface="IBM Plex Sans Light"/>
              </a:rPr>
              <a:t>Computers </a:t>
            </a:r>
            <a:r>
              <a:rPr sz="2800" kern="0" dirty="0">
                <a:solidFill>
                  <a:srgbClr val="A56EFF">
                    <a:lumMod val="75000"/>
                  </a:srgbClr>
                </a:solidFill>
                <a:latin typeface="IBM Plex Sans Light"/>
                <a:cs typeface="IBM Plex Sans Light"/>
              </a:rPr>
              <a:t>at</a:t>
            </a:r>
            <a:r>
              <a:rPr sz="2800" kern="0" spc="-92" dirty="0">
                <a:solidFill>
                  <a:srgbClr val="A56EFF">
                    <a:lumMod val="75000"/>
                  </a:srgbClr>
                </a:solidFill>
                <a:latin typeface="IBM Plex Sans Light"/>
                <a:cs typeface="IBM Plex Sans Light"/>
              </a:rPr>
              <a:t> </a:t>
            </a:r>
            <a:r>
              <a:rPr sz="2800" kern="0" spc="-26" dirty="0">
                <a:solidFill>
                  <a:srgbClr val="A56EFF">
                    <a:lumMod val="75000"/>
                  </a:srgbClr>
                </a:solidFill>
                <a:latin typeface="IBM Plex Sans Light"/>
                <a:cs typeface="IBM Plex Sans Light"/>
              </a:rPr>
              <a:t>scale)</a:t>
            </a:r>
            <a:endParaRPr sz="2800" kern="0" dirty="0">
              <a:solidFill>
                <a:srgbClr val="A56EFF">
                  <a:lumMod val="75000"/>
                </a:srgbClr>
              </a:solidFill>
              <a:latin typeface="IBM Plex Sans Light"/>
              <a:cs typeface="IBM Plex Sans Light"/>
            </a:endParaRPr>
          </a:p>
        </p:txBody>
      </p:sp>
      <p:sp>
        <p:nvSpPr>
          <p:cNvPr id="18" name="object 14">
            <a:extLst>
              <a:ext uri="{FF2B5EF4-FFF2-40B4-BE49-F238E27FC236}">
                <a16:creationId xmlns:a16="http://schemas.microsoft.com/office/drawing/2014/main" id="{F436BE46-8F15-A08F-CA6E-A42038BA2215}"/>
              </a:ext>
            </a:extLst>
          </p:cNvPr>
          <p:cNvSpPr txBox="1"/>
          <p:nvPr/>
        </p:nvSpPr>
        <p:spPr>
          <a:xfrm>
            <a:off x="680419" y="9523822"/>
            <a:ext cx="5976688" cy="1154010"/>
          </a:xfrm>
          <a:prstGeom prst="rect">
            <a:avLst/>
          </a:prstGeom>
        </p:spPr>
        <p:txBody>
          <a:bodyPr vert="horz" wrap="square" lIns="0" tIns="22010" rIns="0" bIns="0" rtlCol="0">
            <a:spAutoFit/>
          </a:bodyPr>
          <a:lstStyle/>
          <a:p>
            <a:pPr marL="433412" marR="13544" indent="-401244" algn="ctr" defTabSz="2437942">
              <a:lnSpc>
                <a:spcPct val="102099"/>
              </a:lnSpc>
              <a:spcBef>
                <a:spcPts val="172"/>
              </a:spcBef>
              <a:defRPr/>
            </a:pPr>
            <a:r>
              <a:rPr kern="0" dirty="0">
                <a:solidFill>
                  <a:sysClr val="windowText" lastClr="000000"/>
                </a:solidFill>
                <a:latin typeface="IBM Plex Sans Light"/>
                <a:cs typeface="IBM Plex Sans Light"/>
              </a:rPr>
              <a:t>No</a:t>
            </a:r>
            <a:r>
              <a:rPr kern="0" spc="-80" dirty="0">
                <a:solidFill>
                  <a:sysClr val="windowText" lastClr="000000"/>
                </a:solidFill>
                <a:latin typeface="IBM Plex Sans Light"/>
                <a:cs typeface="IBM Plex Sans Light"/>
              </a:rPr>
              <a:t> </a:t>
            </a:r>
            <a:r>
              <a:rPr kern="0" spc="-26" dirty="0">
                <a:solidFill>
                  <a:sysClr val="windowText" lastClr="000000"/>
                </a:solidFill>
                <a:latin typeface="IBM Plex Sans Light"/>
                <a:cs typeface="IBM Plex Sans Light"/>
              </a:rPr>
              <a:t>Quantum</a:t>
            </a:r>
            <a:r>
              <a:rPr kern="0" spc="-52" dirty="0">
                <a:solidFill>
                  <a:sysClr val="windowText" lastClr="000000"/>
                </a:solidFill>
                <a:latin typeface="IBM Plex Sans Light"/>
                <a:cs typeface="IBM Plex Sans Light"/>
              </a:rPr>
              <a:t> </a:t>
            </a:r>
            <a:r>
              <a:rPr kern="0" dirty="0">
                <a:solidFill>
                  <a:sysClr val="windowText" lastClr="000000"/>
                </a:solidFill>
                <a:latin typeface="IBM Plex Sans Light"/>
                <a:cs typeface="IBM Plex Sans Light"/>
              </a:rPr>
              <a:t>attacks</a:t>
            </a:r>
            <a:r>
              <a:rPr kern="0" spc="-12" dirty="0">
                <a:solidFill>
                  <a:sysClr val="windowText" lastClr="000000"/>
                </a:solidFill>
                <a:latin typeface="IBM Plex Sans Light"/>
                <a:cs typeface="IBM Plex Sans Light"/>
              </a:rPr>
              <a:t> </a:t>
            </a:r>
            <a:endParaRPr lang="en-US" kern="0" spc="-12" dirty="0">
              <a:solidFill>
                <a:sysClr val="windowText" lastClr="000000"/>
              </a:solidFill>
              <a:latin typeface="IBM Plex Sans Light"/>
              <a:cs typeface="IBM Plex Sans Light"/>
            </a:endParaRPr>
          </a:p>
          <a:p>
            <a:pPr marL="433412" marR="13544" indent="-401244" algn="ctr" defTabSz="2437942">
              <a:lnSpc>
                <a:spcPct val="102099"/>
              </a:lnSpc>
              <a:spcBef>
                <a:spcPts val="172"/>
              </a:spcBef>
              <a:defRPr/>
            </a:pPr>
            <a:r>
              <a:rPr kern="0" dirty="0">
                <a:solidFill>
                  <a:sysClr val="windowText" lastClr="000000"/>
                </a:solidFill>
                <a:latin typeface="IBM Plex Sans Light"/>
                <a:cs typeface="IBM Plex Sans Light"/>
              </a:rPr>
              <a:t>but</a:t>
            </a:r>
            <a:r>
              <a:rPr kern="0" spc="-92" dirty="0">
                <a:solidFill>
                  <a:sysClr val="windowText" lastClr="000000"/>
                </a:solidFill>
                <a:latin typeface="IBM Plex Sans Light"/>
                <a:cs typeface="IBM Plex Sans Light"/>
              </a:rPr>
              <a:t> </a:t>
            </a:r>
            <a:r>
              <a:rPr kern="0" spc="-26" dirty="0">
                <a:solidFill>
                  <a:sysClr val="windowText" lastClr="000000"/>
                </a:solidFill>
                <a:latin typeface="IBM Plex Sans Light"/>
                <a:cs typeface="IBM Plex Sans Light"/>
              </a:rPr>
              <a:t>secrets</a:t>
            </a:r>
            <a:r>
              <a:rPr kern="0" spc="-12" dirty="0">
                <a:solidFill>
                  <a:sysClr val="windowText" lastClr="000000"/>
                </a:solidFill>
                <a:latin typeface="IBM Plex Sans Light"/>
                <a:cs typeface="IBM Plex Sans Light"/>
              </a:rPr>
              <a:t> </a:t>
            </a:r>
            <a:r>
              <a:rPr kern="0" dirty="0">
                <a:solidFill>
                  <a:sysClr val="windowText" lastClr="000000"/>
                </a:solidFill>
                <a:latin typeface="IBM Plex Sans Light"/>
                <a:cs typeface="IBM Plex Sans Light"/>
              </a:rPr>
              <a:t>are</a:t>
            </a:r>
            <a:r>
              <a:rPr kern="0" spc="-26" dirty="0">
                <a:solidFill>
                  <a:sysClr val="windowText" lastClr="000000"/>
                </a:solidFill>
                <a:latin typeface="IBM Plex Sans Light"/>
                <a:cs typeface="IBM Plex Sans Light"/>
              </a:rPr>
              <a:t> harvested</a:t>
            </a:r>
            <a:endParaRPr kern="0" dirty="0">
              <a:solidFill>
                <a:sysClr val="windowText" lastClr="000000"/>
              </a:solidFill>
              <a:latin typeface="IBM Plex Sans Light"/>
              <a:cs typeface="IBM Plex Sans Light"/>
            </a:endParaRPr>
          </a:p>
        </p:txBody>
      </p:sp>
      <p:sp>
        <p:nvSpPr>
          <p:cNvPr id="19" name="object 15">
            <a:extLst>
              <a:ext uri="{FF2B5EF4-FFF2-40B4-BE49-F238E27FC236}">
                <a16:creationId xmlns:a16="http://schemas.microsoft.com/office/drawing/2014/main" id="{B0EC2761-7E38-68FB-D7B0-3084FDDD99F8}"/>
              </a:ext>
            </a:extLst>
          </p:cNvPr>
          <p:cNvSpPr txBox="1"/>
          <p:nvPr/>
        </p:nvSpPr>
        <p:spPr>
          <a:xfrm>
            <a:off x="7447792" y="9522113"/>
            <a:ext cx="3921250" cy="1130072"/>
          </a:xfrm>
          <a:prstGeom prst="rect">
            <a:avLst/>
          </a:prstGeom>
        </p:spPr>
        <p:txBody>
          <a:bodyPr vert="horz" wrap="square" lIns="0" tIns="23704" rIns="0" bIns="0" rtlCol="0">
            <a:spAutoFit/>
          </a:bodyPr>
          <a:lstStyle/>
          <a:p>
            <a:pPr marL="367384" marR="13544" indent="-335216" defTabSz="2437942">
              <a:lnSpc>
                <a:spcPct val="102000"/>
              </a:lnSpc>
              <a:spcBef>
                <a:spcPts val="186"/>
              </a:spcBef>
              <a:defRPr/>
            </a:pPr>
            <a:r>
              <a:rPr kern="0" dirty="0">
                <a:solidFill>
                  <a:sysClr val="windowText" lastClr="000000"/>
                </a:solidFill>
                <a:latin typeface="IBM Plex Sans Light"/>
                <a:cs typeface="IBM Plex Sans Light"/>
              </a:rPr>
              <a:t>Few</a:t>
            </a:r>
            <a:r>
              <a:rPr kern="0" spc="-160" dirty="0">
                <a:solidFill>
                  <a:sysClr val="windowText" lastClr="000000"/>
                </a:solidFill>
                <a:latin typeface="IBM Plex Sans Light"/>
                <a:cs typeface="IBM Plex Sans Light"/>
              </a:rPr>
              <a:t> </a:t>
            </a:r>
            <a:r>
              <a:rPr kern="0" dirty="0">
                <a:solidFill>
                  <a:sysClr val="windowText" lastClr="000000"/>
                </a:solidFill>
                <a:latin typeface="IBM Plex Sans Light"/>
                <a:cs typeface="IBM Plex Sans Light"/>
              </a:rPr>
              <a:t>and</a:t>
            </a:r>
            <a:r>
              <a:rPr kern="0" spc="106" dirty="0">
                <a:solidFill>
                  <a:sysClr val="windowText" lastClr="000000"/>
                </a:solidFill>
                <a:latin typeface="IBM Plex Sans Light"/>
                <a:cs typeface="IBM Plex Sans Light"/>
              </a:rPr>
              <a:t> </a:t>
            </a:r>
            <a:r>
              <a:rPr kern="0" spc="-26" dirty="0">
                <a:solidFill>
                  <a:sysClr val="windowText" lastClr="000000"/>
                </a:solidFill>
                <a:latin typeface="IBM Plex Sans Light"/>
                <a:cs typeface="IBM Plex Sans Light"/>
              </a:rPr>
              <a:t>expensive </a:t>
            </a:r>
            <a:r>
              <a:rPr kern="0" dirty="0">
                <a:solidFill>
                  <a:sysClr val="windowText" lastClr="000000"/>
                </a:solidFill>
                <a:latin typeface="IBM Plex Sans Light"/>
                <a:cs typeface="IBM Plex Sans Light"/>
              </a:rPr>
              <a:t>quantum</a:t>
            </a:r>
            <a:r>
              <a:rPr kern="0" spc="-146" dirty="0">
                <a:solidFill>
                  <a:sysClr val="windowText" lastClr="000000"/>
                </a:solidFill>
                <a:latin typeface="IBM Plex Sans Light"/>
                <a:cs typeface="IBM Plex Sans Light"/>
              </a:rPr>
              <a:t> </a:t>
            </a:r>
            <a:r>
              <a:rPr kern="0" spc="-26" dirty="0">
                <a:solidFill>
                  <a:sysClr val="windowText" lastClr="000000"/>
                </a:solidFill>
                <a:latin typeface="IBM Plex Sans Light"/>
                <a:cs typeface="IBM Plex Sans Light"/>
              </a:rPr>
              <a:t>attacks</a:t>
            </a:r>
            <a:endParaRPr kern="0" dirty="0">
              <a:solidFill>
                <a:sysClr val="windowText" lastClr="000000"/>
              </a:solidFill>
              <a:latin typeface="IBM Plex Sans Light"/>
              <a:cs typeface="IBM Plex Sans Light"/>
            </a:endParaRPr>
          </a:p>
        </p:txBody>
      </p:sp>
      <p:sp>
        <p:nvSpPr>
          <p:cNvPr id="20" name="object 16">
            <a:extLst>
              <a:ext uri="{FF2B5EF4-FFF2-40B4-BE49-F238E27FC236}">
                <a16:creationId xmlns:a16="http://schemas.microsoft.com/office/drawing/2014/main" id="{64413661-855F-68B4-271E-C2DFBB1B573B}"/>
              </a:ext>
            </a:extLst>
          </p:cNvPr>
          <p:cNvSpPr txBox="1"/>
          <p:nvPr/>
        </p:nvSpPr>
        <p:spPr>
          <a:xfrm>
            <a:off x="13608012" y="9522112"/>
            <a:ext cx="3460722" cy="1130072"/>
          </a:xfrm>
          <a:prstGeom prst="rect">
            <a:avLst/>
          </a:prstGeom>
        </p:spPr>
        <p:txBody>
          <a:bodyPr vert="horz" wrap="square" lIns="0" tIns="23704" rIns="0" bIns="0" rtlCol="0">
            <a:spAutoFit/>
          </a:bodyPr>
          <a:lstStyle/>
          <a:p>
            <a:pPr marL="33860" marR="13544" indent="777094" defTabSz="2437942">
              <a:lnSpc>
                <a:spcPct val="102000"/>
              </a:lnSpc>
              <a:spcBef>
                <a:spcPts val="186"/>
              </a:spcBef>
              <a:defRPr/>
            </a:pPr>
            <a:r>
              <a:rPr kern="0" spc="-26" dirty="0">
                <a:solidFill>
                  <a:sysClr val="windowText" lastClr="000000"/>
                </a:solidFill>
                <a:latin typeface="IBM Plex Sans Light"/>
                <a:cs typeface="IBM Plex Sans Light"/>
              </a:rPr>
              <a:t>Low-</a:t>
            </a:r>
            <a:r>
              <a:rPr kern="0" spc="-52" dirty="0">
                <a:solidFill>
                  <a:sysClr val="windowText" lastClr="000000"/>
                </a:solidFill>
                <a:latin typeface="IBM Plex Sans Light"/>
                <a:cs typeface="IBM Plex Sans Light"/>
              </a:rPr>
              <a:t>cost </a:t>
            </a:r>
            <a:r>
              <a:rPr kern="0" dirty="0">
                <a:solidFill>
                  <a:sysClr val="windowText" lastClr="000000"/>
                </a:solidFill>
                <a:latin typeface="IBM Plex Sans Light"/>
                <a:cs typeface="IBM Plex Sans Light"/>
              </a:rPr>
              <a:t>quantum</a:t>
            </a:r>
            <a:r>
              <a:rPr kern="0" spc="-200" dirty="0">
                <a:solidFill>
                  <a:sysClr val="windowText" lastClr="000000"/>
                </a:solidFill>
                <a:latin typeface="IBM Plex Sans Light"/>
                <a:cs typeface="IBM Plex Sans Light"/>
              </a:rPr>
              <a:t> </a:t>
            </a:r>
            <a:r>
              <a:rPr kern="0" spc="-26" dirty="0">
                <a:solidFill>
                  <a:sysClr val="windowText" lastClr="000000"/>
                </a:solidFill>
                <a:latin typeface="IBM Plex Sans Light"/>
                <a:cs typeface="IBM Plex Sans Light"/>
              </a:rPr>
              <a:t>attacks</a:t>
            </a:r>
            <a:endParaRPr kern="0" dirty="0">
              <a:solidFill>
                <a:sysClr val="windowText" lastClr="000000"/>
              </a:solidFill>
              <a:latin typeface="IBM Plex Sans Light"/>
              <a:cs typeface="IBM Plex Sans Light"/>
            </a:endParaRPr>
          </a:p>
        </p:txBody>
      </p:sp>
      <p:grpSp>
        <p:nvGrpSpPr>
          <p:cNvPr id="21" name="object 17">
            <a:extLst>
              <a:ext uri="{FF2B5EF4-FFF2-40B4-BE49-F238E27FC236}">
                <a16:creationId xmlns:a16="http://schemas.microsoft.com/office/drawing/2014/main" id="{29528D29-CAC4-10FE-AED7-FE282DDDF80E}"/>
              </a:ext>
            </a:extLst>
          </p:cNvPr>
          <p:cNvGrpSpPr/>
          <p:nvPr/>
        </p:nvGrpSpPr>
        <p:grpSpPr>
          <a:xfrm>
            <a:off x="7012662" y="7315140"/>
            <a:ext cx="5180926" cy="2031736"/>
            <a:chOff x="2628900" y="2743200"/>
            <a:chExt cx="1943100" cy="762000"/>
          </a:xfrm>
        </p:grpSpPr>
        <p:sp>
          <p:nvSpPr>
            <p:cNvPr id="23" name="object 18">
              <a:extLst>
                <a:ext uri="{FF2B5EF4-FFF2-40B4-BE49-F238E27FC236}">
                  <a16:creationId xmlns:a16="http://schemas.microsoft.com/office/drawing/2014/main" id="{CF868FE0-51D2-7332-724F-B61F324A6605}"/>
                </a:ext>
              </a:extLst>
            </p:cNvPr>
            <p:cNvSpPr/>
            <p:nvPr/>
          </p:nvSpPr>
          <p:spPr>
            <a:xfrm>
              <a:off x="2628900" y="2895600"/>
              <a:ext cx="1943100" cy="400050"/>
            </a:xfrm>
            <a:custGeom>
              <a:avLst/>
              <a:gdLst/>
              <a:ahLst/>
              <a:cxnLst/>
              <a:rect l="l" t="t" r="r" b="b"/>
              <a:pathLst>
                <a:path w="1943100" h="400050">
                  <a:moveTo>
                    <a:pt x="1743075" y="0"/>
                  </a:moveTo>
                  <a:lnTo>
                    <a:pt x="1743075" y="100075"/>
                  </a:lnTo>
                  <a:lnTo>
                    <a:pt x="0" y="100075"/>
                  </a:lnTo>
                  <a:lnTo>
                    <a:pt x="0" y="300100"/>
                  </a:lnTo>
                  <a:lnTo>
                    <a:pt x="1743075" y="300100"/>
                  </a:lnTo>
                  <a:lnTo>
                    <a:pt x="1743075" y="400050"/>
                  </a:lnTo>
                  <a:lnTo>
                    <a:pt x="1943100" y="200025"/>
                  </a:lnTo>
                  <a:lnTo>
                    <a:pt x="1743075" y="0"/>
                  </a:lnTo>
                  <a:close/>
                </a:path>
              </a:pathLst>
            </a:custGeom>
            <a:solidFill>
              <a:srgbClr val="CFDFFF"/>
            </a:solidFill>
          </p:spPr>
          <p:txBody>
            <a:bodyPr wrap="square" lIns="0" tIns="0" rIns="0" bIns="0" rtlCol="0"/>
            <a:lstStyle/>
            <a:p>
              <a:pPr defTabSz="2437942">
                <a:defRPr/>
              </a:pPr>
              <a:endParaRPr sz="4800" kern="0" dirty="0">
                <a:solidFill>
                  <a:sysClr val="windowText" lastClr="000000"/>
                </a:solidFill>
                <a:latin typeface="IBM Plex Sans Light"/>
              </a:endParaRPr>
            </a:p>
          </p:txBody>
        </p:sp>
        <p:pic>
          <p:nvPicPr>
            <p:cNvPr id="24" name="object 19">
              <a:extLst>
                <a:ext uri="{FF2B5EF4-FFF2-40B4-BE49-F238E27FC236}">
                  <a16:creationId xmlns:a16="http://schemas.microsoft.com/office/drawing/2014/main" id="{06E05F9F-3D50-FF3B-F552-176F3A3CCCBA}"/>
                </a:ext>
              </a:extLst>
            </p:cNvPr>
            <p:cNvPicPr/>
            <p:nvPr/>
          </p:nvPicPr>
          <p:blipFill>
            <a:blip r:embed="rId4" cstate="print"/>
            <a:stretch>
              <a:fillRect/>
            </a:stretch>
          </p:blipFill>
          <p:spPr>
            <a:xfrm>
              <a:off x="3152775" y="2743200"/>
              <a:ext cx="685800" cy="762000"/>
            </a:xfrm>
            <a:prstGeom prst="rect">
              <a:avLst/>
            </a:prstGeom>
          </p:spPr>
        </p:pic>
      </p:grpSp>
      <p:sp>
        <p:nvSpPr>
          <p:cNvPr id="25" name="object 20">
            <a:extLst>
              <a:ext uri="{FF2B5EF4-FFF2-40B4-BE49-F238E27FC236}">
                <a16:creationId xmlns:a16="http://schemas.microsoft.com/office/drawing/2014/main" id="{B883E255-C65B-DB7D-7EA2-4315B442A495}"/>
              </a:ext>
            </a:extLst>
          </p:cNvPr>
          <p:cNvSpPr/>
          <p:nvPr/>
        </p:nvSpPr>
        <p:spPr>
          <a:xfrm>
            <a:off x="18263397" y="7670696"/>
            <a:ext cx="0" cy="1440840"/>
          </a:xfrm>
          <a:custGeom>
            <a:avLst/>
            <a:gdLst/>
            <a:ahLst/>
            <a:cxnLst/>
            <a:rect l="l" t="t" r="r" b="b"/>
            <a:pathLst>
              <a:path h="540385">
                <a:moveTo>
                  <a:pt x="0" y="0"/>
                </a:moveTo>
                <a:lnTo>
                  <a:pt x="0" y="540385"/>
                </a:lnTo>
              </a:path>
            </a:pathLst>
          </a:custGeom>
          <a:ln w="19050">
            <a:solidFill>
              <a:srgbClr val="000000"/>
            </a:solidFill>
          </a:ln>
        </p:spPr>
        <p:txBody>
          <a:bodyPr wrap="square" lIns="0" tIns="0" rIns="0" bIns="0" rtlCol="0"/>
          <a:lstStyle/>
          <a:p>
            <a:pPr defTabSz="2437942">
              <a:defRPr/>
            </a:pPr>
            <a:endParaRPr sz="4800" kern="0" dirty="0">
              <a:solidFill>
                <a:sysClr val="windowText" lastClr="000000"/>
              </a:solidFill>
              <a:latin typeface="IBM Plex Sans Light"/>
            </a:endParaRPr>
          </a:p>
        </p:txBody>
      </p:sp>
      <p:sp>
        <p:nvSpPr>
          <p:cNvPr id="26" name="object 21">
            <a:extLst>
              <a:ext uri="{FF2B5EF4-FFF2-40B4-BE49-F238E27FC236}">
                <a16:creationId xmlns:a16="http://schemas.microsoft.com/office/drawing/2014/main" id="{5F569C54-2816-9BBF-F0DC-64E485661742}"/>
              </a:ext>
            </a:extLst>
          </p:cNvPr>
          <p:cNvSpPr txBox="1"/>
          <p:nvPr/>
        </p:nvSpPr>
        <p:spPr>
          <a:xfrm>
            <a:off x="18957574" y="5676038"/>
            <a:ext cx="4280190" cy="1294174"/>
          </a:xfrm>
          <a:prstGeom prst="rect">
            <a:avLst/>
          </a:prstGeom>
        </p:spPr>
        <p:txBody>
          <a:bodyPr vert="horz" wrap="square" lIns="0" tIns="42328" rIns="0" bIns="0" rtlCol="0">
            <a:spAutoFit/>
          </a:bodyPr>
          <a:lstStyle/>
          <a:p>
            <a:pPr marL="11850" algn="ctr" defTabSz="2437942">
              <a:spcBef>
                <a:spcPts val="332"/>
              </a:spcBef>
              <a:defRPr/>
            </a:pPr>
            <a:r>
              <a:rPr sz="2932" kern="0" spc="-26" dirty="0">
                <a:solidFill>
                  <a:sysClr val="windowText" lastClr="000000"/>
                </a:solidFill>
                <a:latin typeface="IBM Plex Sans Light"/>
                <a:cs typeface="IBM Plex Sans Light"/>
              </a:rPr>
              <a:t>Capability</a:t>
            </a:r>
            <a:r>
              <a:rPr sz="2932" kern="0" spc="-106" dirty="0">
                <a:solidFill>
                  <a:sysClr val="windowText" lastClr="000000"/>
                </a:solidFill>
                <a:latin typeface="IBM Plex Sans Light"/>
                <a:cs typeface="IBM Plex Sans Light"/>
              </a:rPr>
              <a:t> </a:t>
            </a:r>
            <a:r>
              <a:rPr sz="2932" kern="0" dirty="0">
                <a:solidFill>
                  <a:sysClr val="windowText" lastClr="000000"/>
                </a:solidFill>
                <a:latin typeface="IBM Plex Sans Light"/>
                <a:cs typeface="IBM Plex Sans Light"/>
              </a:rPr>
              <a:t>Level</a:t>
            </a:r>
            <a:r>
              <a:rPr sz="2932" kern="0" spc="172" dirty="0">
                <a:solidFill>
                  <a:sysClr val="windowText" lastClr="000000"/>
                </a:solidFill>
                <a:latin typeface="IBM Plex Sans Light"/>
                <a:cs typeface="IBM Plex Sans Light"/>
              </a:rPr>
              <a:t> </a:t>
            </a:r>
            <a:r>
              <a:rPr sz="2932" kern="0" spc="-132" dirty="0">
                <a:solidFill>
                  <a:sysClr val="windowText" lastClr="000000"/>
                </a:solidFill>
                <a:latin typeface="IBM Plex Sans Light"/>
                <a:cs typeface="IBM Plex Sans Light"/>
              </a:rPr>
              <a:t>3</a:t>
            </a:r>
            <a:endParaRPr sz="2932" kern="0" dirty="0">
              <a:solidFill>
                <a:sysClr val="windowText" lastClr="000000"/>
              </a:solidFill>
              <a:latin typeface="IBM Plex Sans Light"/>
              <a:cs typeface="IBM Plex Sans Light"/>
            </a:endParaRPr>
          </a:p>
          <a:p>
            <a:pPr marL="5078" algn="ctr" defTabSz="2437942">
              <a:spcBef>
                <a:spcPts val="26"/>
              </a:spcBef>
              <a:defRPr/>
            </a:pPr>
            <a:r>
              <a:rPr sz="2400" kern="0" dirty="0">
                <a:solidFill>
                  <a:sysClr val="windowText" lastClr="000000"/>
                </a:solidFill>
                <a:latin typeface="IBM Plex Sans Light"/>
                <a:cs typeface="IBM Plex Sans Light"/>
              </a:rPr>
              <a:t>(</a:t>
            </a:r>
            <a:r>
              <a:rPr sz="2800" kern="0" dirty="0">
                <a:solidFill>
                  <a:srgbClr val="A56EFF">
                    <a:lumMod val="75000"/>
                  </a:srgbClr>
                </a:solidFill>
                <a:latin typeface="IBM Plex Sans Light"/>
                <a:cs typeface="IBM Plex Sans Light"/>
              </a:rPr>
              <a:t>fast</a:t>
            </a:r>
            <a:r>
              <a:rPr lang="en-US" sz="2800" kern="0" spc="426" dirty="0">
                <a:solidFill>
                  <a:srgbClr val="F94D55"/>
                </a:solidFill>
                <a:latin typeface="IBM Plex Sans Light"/>
                <a:cs typeface="IBM Plex Sans Light"/>
              </a:rPr>
              <a:t> </a:t>
            </a:r>
            <a:r>
              <a:rPr sz="2400" kern="0" spc="-26" dirty="0">
                <a:solidFill>
                  <a:sysClr val="windowText" lastClr="000000"/>
                </a:solidFill>
                <a:latin typeface="IBM Plex Sans Light"/>
                <a:cs typeface="IBM Plex Sans Light"/>
              </a:rPr>
              <a:t>“cryptographically</a:t>
            </a:r>
            <a:endParaRPr sz="2400" kern="0" dirty="0">
              <a:solidFill>
                <a:sysClr val="windowText" lastClr="000000"/>
              </a:solidFill>
              <a:latin typeface="IBM Plex Sans Light"/>
              <a:cs typeface="IBM Plex Sans Light"/>
            </a:endParaRPr>
          </a:p>
          <a:p>
            <a:pPr algn="ctr" defTabSz="2437942">
              <a:spcBef>
                <a:spcPts val="40"/>
              </a:spcBef>
              <a:defRPr/>
            </a:pPr>
            <a:r>
              <a:rPr sz="2400" kern="0" spc="-26" dirty="0">
                <a:solidFill>
                  <a:sysClr val="windowText" lastClr="000000"/>
                </a:solidFill>
                <a:latin typeface="IBM Plex Sans Light"/>
                <a:cs typeface="IBM Plex Sans Light"/>
              </a:rPr>
              <a:t>relevant”</a:t>
            </a:r>
            <a:r>
              <a:rPr sz="2400" kern="0" spc="12" dirty="0">
                <a:solidFill>
                  <a:sysClr val="windowText" lastClr="000000"/>
                </a:solidFill>
                <a:latin typeface="IBM Plex Sans Light"/>
                <a:cs typeface="IBM Plex Sans Light"/>
              </a:rPr>
              <a:t> </a:t>
            </a:r>
            <a:r>
              <a:rPr sz="2400" kern="0" spc="-26" dirty="0">
                <a:solidFill>
                  <a:sysClr val="windowText" lastClr="000000"/>
                </a:solidFill>
                <a:latin typeface="IBM Plex Sans Light"/>
                <a:cs typeface="IBM Plex Sans Light"/>
              </a:rPr>
              <a:t>Quantum</a:t>
            </a:r>
            <a:r>
              <a:rPr sz="2400" kern="0" spc="-12" dirty="0">
                <a:solidFill>
                  <a:sysClr val="windowText" lastClr="000000"/>
                </a:solidFill>
                <a:latin typeface="IBM Plex Sans Light"/>
                <a:cs typeface="IBM Plex Sans Light"/>
              </a:rPr>
              <a:t> </a:t>
            </a:r>
            <a:r>
              <a:rPr sz="2400" kern="0" spc="-26" dirty="0">
                <a:solidFill>
                  <a:sysClr val="windowText" lastClr="000000"/>
                </a:solidFill>
                <a:latin typeface="IBM Plex Sans Light"/>
                <a:cs typeface="IBM Plex Sans Light"/>
              </a:rPr>
              <a:t>Computers)</a:t>
            </a:r>
            <a:endParaRPr sz="2400" kern="0" dirty="0">
              <a:solidFill>
                <a:sysClr val="windowText" lastClr="000000"/>
              </a:solidFill>
              <a:latin typeface="IBM Plex Sans Light"/>
              <a:cs typeface="IBM Plex Sans Light"/>
            </a:endParaRPr>
          </a:p>
        </p:txBody>
      </p:sp>
      <p:grpSp>
        <p:nvGrpSpPr>
          <p:cNvPr id="27" name="object 22">
            <a:extLst>
              <a:ext uri="{FF2B5EF4-FFF2-40B4-BE49-F238E27FC236}">
                <a16:creationId xmlns:a16="http://schemas.microsoft.com/office/drawing/2014/main" id="{CD26A977-1040-22ED-F8FE-30A73D1AD754}"/>
              </a:ext>
            </a:extLst>
          </p:cNvPr>
          <p:cNvGrpSpPr/>
          <p:nvPr/>
        </p:nvGrpSpPr>
        <p:grpSpPr>
          <a:xfrm>
            <a:off x="18695142" y="7492919"/>
            <a:ext cx="5206322" cy="1650786"/>
            <a:chOff x="7010400" y="2809875"/>
            <a:chExt cx="1952625" cy="619125"/>
          </a:xfrm>
        </p:grpSpPr>
        <p:sp>
          <p:nvSpPr>
            <p:cNvPr id="28" name="object 23">
              <a:extLst>
                <a:ext uri="{FF2B5EF4-FFF2-40B4-BE49-F238E27FC236}">
                  <a16:creationId xmlns:a16="http://schemas.microsoft.com/office/drawing/2014/main" id="{201D0B40-4789-F3C5-AD7A-77877BAD74AA}"/>
                </a:ext>
              </a:extLst>
            </p:cNvPr>
            <p:cNvSpPr/>
            <p:nvPr/>
          </p:nvSpPr>
          <p:spPr>
            <a:xfrm>
              <a:off x="7010400" y="2905125"/>
              <a:ext cx="1952625" cy="400050"/>
            </a:xfrm>
            <a:custGeom>
              <a:avLst/>
              <a:gdLst/>
              <a:ahLst/>
              <a:cxnLst/>
              <a:rect l="l" t="t" r="r" b="b"/>
              <a:pathLst>
                <a:path w="1952625" h="400050">
                  <a:moveTo>
                    <a:pt x="1752600" y="0"/>
                  </a:moveTo>
                  <a:lnTo>
                    <a:pt x="1752600" y="99949"/>
                  </a:lnTo>
                  <a:lnTo>
                    <a:pt x="0" y="99949"/>
                  </a:lnTo>
                  <a:lnTo>
                    <a:pt x="0" y="299974"/>
                  </a:lnTo>
                  <a:lnTo>
                    <a:pt x="1752600" y="299974"/>
                  </a:lnTo>
                  <a:lnTo>
                    <a:pt x="1752600" y="400050"/>
                  </a:lnTo>
                  <a:lnTo>
                    <a:pt x="1952625" y="200025"/>
                  </a:lnTo>
                  <a:lnTo>
                    <a:pt x="1752600" y="0"/>
                  </a:lnTo>
                  <a:close/>
                </a:path>
              </a:pathLst>
            </a:custGeom>
            <a:solidFill>
              <a:srgbClr val="0E61FD"/>
            </a:solidFill>
          </p:spPr>
          <p:txBody>
            <a:bodyPr wrap="square" lIns="0" tIns="0" rIns="0" bIns="0" rtlCol="0"/>
            <a:lstStyle/>
            <a:p>
              <a:pPr defTabSz="2437942">
                <a:defRPr/>
              </a:pPr>
              <a:endParaRPr sz="4800" kern="0" dirty="0">
                <a:solidFill>
                  <a:sysClr val="windowText" lastClr="000000"/>
                </a:solidFill>
                <a:latin typeface="IBM Plex Sans Light"/>
              </a:endParaRPr>
            </a:p>
          </p:txBody>
        </p:sp>
        <p:pic>
          <p:nvPicPr>
            <p:cNvPr id="29" name="object 24">
              <a:extLst>
                <a:ext uri="{FF2B5EF4-FFF2-40B4-BE49-F238E27FC236}">
                  <a16:creationId xmlns:a16="http://schemas.microsoft.com/office/drawing/2014/main" id="{9F5D9124-D6B3-1E2C-B505-C6BA132263BF}"/>
                </a:ext>
              </a:extLst>
            </p:cNvPr>
            <p:cNvPicPr/>
            <p:nvPr/>
          </p:nvPicPr>
          <p:blipFill>
            <a:blip r:embed="rId5" cstate="print"/>
            <a:stretch>
              <a:fillRect/>
            </a:stretch>
          </p:blipFill>
          <p:spPr>
            <a:xfrm>
              <a:off x="7648575" y="2809875"/>
              <a:ext cx="581025" cy="619125"/>
            </a:xfrm>
            <a:prstGeom prst="rect">
              <a:avLst/>
            </a:prstGeom>
          </p:spPr>
        </p:pic>
      </p:grpSp>
      <p:sp>
        <p:nvSpPr>
          <p:cNvPr id="30" name="object 25">
            <a:extLst>
              <a:ext uri="{FF2B5EF4-FFF2-40B4-BE49-F238E27FC236}">
                <a16:creationId xmlns:a16="http://schemas.microsoft.com/office/drawing/2014/main" id="{65BBEDE4-12BF-D587-EA04-7EB18D723733}"/>
              </a:ext>
            </a:extLst>
          </p:cNvPr>
          <p:cNvSpPr txBox="1"/>
          <p:nvPr/>
        </p:nvSpPr>
        <p:spPr>
          <a:xfrm>
            <a:off x="19772640" y="9522112"/>
            <a:ext cx="3470882" cy="1130072"/>
          </a:xfrm>
          <a:prstGeom prst="rect">
            <a:avLst/>
          </a:prstGeom>
        </p:spPr>
        <p:txBody>
          <a:bodyPr vert="horz" wrap="square" lIns="0" tIns="23704" rIns="0" bIns="0" rtlCol="0">
            <a:spAutoFit/>
          </a:bodyPr>
          <a:lstStyle/>
          <a:p>
            <a:pPr marL="33860" marR="13544" indent="1080144" defTabSz="2437942">
              <a:lnSpc>
                <a:spcPct val="102000"/>
              </a:lnSpc>
              <a:spcBef>
                <a:spcPts val="186"/>
              </a:spcBef>
              <a:defRPr/>
            </a:pPr>
            <a:r>
              <a:rPr kern="0" spc="-26" dirty="0">
                <a:solidFill>
                  <a:sysClr val="windowText" lastClr="000000"/>
                </a:solidFill>
                <a:latin typeface="IBM Plex Sans Light"/>
                <a:cs typeface="IBM Plex Sans Light"/>
              </a:rPr>
              <a:t>Active </a:t>
            </a:r>
            <a:r>
              <a:rPr kern="0" dirty="0">
                <a:solidFill>
                  <a:sysClr val="windowText" lastClr="000000"/>
                </a:solidFill>
                <a:latin typeface="IBM Plex Sans Light"/>
                <a:cs typeface="IBM Plex Sans Light"/>
              </a:rPr>
              <a:t>quantum</a:t>
            </a:r>
            <a:r>
              <a:rPr kern="0" spc="-146" dirty="0">
                <a:solidFill>
                  <a:sysClr val="windowText" lastClr="000000"/>
                </a:solidFill>
                <a:latin typeface="IBM Plex Sans Light"/>
                <a:cs typeface="IBM Plex Sans Light"/>
              </a:rPr>
              <a:t> </a:t>
            </a:r>
            <a:r>
              <a:rPr kern="0" spc="-26" dirty="0">
                <a:solidFill>
                  <a:sysClr val="windowText" lastClr="000000"/>
                </a:solidFill>
                <a:latin typeface="IBM Plex Sans Light"/>
                <a:cs typeface="IBM Plex Sans Light"/>
              </a:rPr>
              <a:t>attacks</a:t>
            </a:r>
            <a:endParaRPr kern="0" dirty="0">
              <a:solidFill>
                <a:sysClr val="windowText" lastClr="000000"/>
              </a:solidFill>
              <a:latin typeface="IBM Plex Sans Light"/>
              <a:cs typeface="IBM Plex Sans Light"/>
            </a:endParaRPr>
          </a:p>
        </p:txBody>
      </p:sp>
      <p:sp>
        <p:nvSpPr>
          <p:cNvPr id="31" name="object 26">
            <a:extLst>
              <a:ext uri="{FF2B5EF4-FFF2-40B4-BE49-F238E27FC236}">
                <a16:creationId xmlns:a16="http://schemas.microsoft.com/office/drawing/2014/main" id="{82828344-4C55-85DB-B4E2-0A60E35D2558}"/>
              </a:ext>
            </a:extLst>
          </p:cNvPr>
          <p:cNvSpPr/>
          <p:nvPr/>
        </p:nvSpPr>
        <p:spPr>
          <a:xfrm>
            <a:off x="6555521" y="3429446"/>
            <a:ext cx="0" cy="1442532"/>
          </a:xfrm>
          <a:custGeom>
            <a:avLst/>
            <a:gdLst/>
            <a:ahLst/>
            <a:cxnLst/>
            <a:rect l="l" t="t" r="r" b="b"/>
            <a:pathLst>
              <a:path h="541019">
                <a:moveTo>
                  <a:pt x="0" y="0"/>
                </a:moveTo>
                <a:lnTo>
                  <a:pt x="0" y="540892"/>
                </a:lnTo>
              </a:path>
            </a:pathLst>
          </a:custGeom>
          <a:ln w="19050">
            <a:solidFill>
              <a:srgbClr val="000000"/>
            </a:solidFill>
          </a:ln>
        </p:spPr>
        <p:txBody>
          <a:bodyPr wrap="square" lIns="0" tIns="0" rIns="0" bIns="0" rtlCol="0"/>
          <a:lstStyle/>
          <a:p>
            <a:pPr defTabSz="2437942">
              <a:defRPr/>
            </a:pPr>
            <a:endParaRPr sz="4800" kern="0" dirty="0">
              <a:solidFill>
                <a:sysClr val="windowText" lastClr="000000"/>
              </a:solidFill>
              <a:latin typeface="IBM Plex Sans Light"/>
            </a:endParaRPr>
          </a:p>
        </p:txBody>
      </p:sp>
      <p:grpSp>
        <p:nvGrpSpPr>
          <p:cNvPr id="32" name="object 27">
            <a:extLst>
              <a:ext uri="{FF2B5EF4-FFF2-40B4-BE49-F238E27FC236}">
                <a16:creationId xmlns:a16="http://schemas.microsoft.com/office/drawing/2014/main" id="{C02C7DA0-F3ED-8F18-82CA-00339F2EDF38}"/>
              </a:ext>
            </a:extLst>
          </p:cNvPr>
          <p:cNvGrpSpPr/>
          <p:nvPr/>
        </p:nvGrpSpPr>
        <p:grpSpPr>
          <a:xfrm>
            <a:off x="6936472" y="3404051"/>
            <a:ext cx="16660230" cy="1117454"/>
            <a:chOff x="2600325" y="1276350"/>
            <a:chExt cx="6248400" cy="419100"/>
          </a:xfrm>
        </p:grpSpPr>
        <p:sp>
          <p:nvSpPr>
            <p:cNvPr id="33" name="object 28">
              <a:extLst>
                <a:ext uri="{FF2B5EF4-FFF2-40B4-BE49-F238E27FC236}">
                  <a16:creationId xmlns:a16="http://schemas.microsoft.com/office/drawing/2014/main" id="{59566C55-95DF-2D9D-EC19-CA44BE1F3ED9}"/>
                </a:ext>
              </a:extLst>
            </p:cNvPr>
            <p:cNvSpPr/>
            <p:nvPr/>
          </p:nvSpPr>
          <p:spPr>
            <a:xfrm>
              <a:off x="2609850" y="1285875"/>
              <a:ext cx="6229350" cy="400050"/>
            </a:xfrm>
            <a:custGeom>
              <a:avLst/>
              <a:gdLst/>
              <a:ahLst/>
              <a:cxnLst/>
              <a:rect l="l" t="t" r="r" b="b"/>
              <a:pathLst>
                <a:path w="6229350" h="400050">
                  <a:moveTo>
                    <a:pt x="6029325" y="0"/>
                  </a:moveTo>
                  <a:lnTo>
                    <a:pt x="6029325" y="100075"/>
                  </a:lnTo>
                  <a:lnTo>
                    <a:pt x="0" y="100075"/>
                  </a:lnTo>
                  <a:lnTo>
                    <a:pt x="0" y="300100"/>
                  </a:lnTo>
                  <a:lnTo>
                    <a:pt x="6029325" y="300100"/>
                  </a:lnTo>
                  <a:lnTo>
                    <a:pt x="6029325" y="400050"/>
                  </a:lnTo>
                  <a:lnTo>
                    <a:pt x="6229350" y="200025"/>
                  </a:lnTo>
                  <a:lnTo>
                    <a:pt x="6029325" y="0"/>
                  </a:lnTo>
                  <a:close/>
                </a:path>
              </a:pathLst>
            </a:custGeom>
            <a:solidFill>
              <a:srgbClr val="D9D9D9"/>
            </a:solidFill>
          </p:spPr>
          <p:txBody>
            <a:bodyPr wrap="square" lIns="0" tIns="0" rIns="0" bIns="0" rtlCol="0"/>
            <a:lstStyle/>
            <a:p>
              <a:pPr defTabSz="2437942">
                <a:defRPr/>
              </a:pPr>
              <a:endParaRPr sz="4800" kern="0" dirty="0">
                <a:solidFill>
                  <a:sysClr val="windowText" lastClr="000000"/>
                </a:solidFill>
                <a:latin typeface="IBM Plex Sans Light"/>
              </a:endParaRPr>
            </a:p>
          </p:txBody>
        </p:sp>
        <p:sp>
          <p:nvSpPr>
            <p:cNvPr id="34" name="object 29">
              <a:extLst>
                <a:ext uri="{FF2B5EF4-FFF2-40B4-BE49-F238E27FC236}">
                  <a16:creationId xmlns:a16="http://schemas.microsoft.com/office/drawing/2014/main" id="{BF532155-873E-C206-025F-077AB96545C0}"/>
                </a:ext>
              </a:extLst>
            </p:cNvPr>
            <p:cNvSpPr/>
            <p:nvPr/>
          </p:nvSpPr>
          <p:spPr>
            <a:xfrm>
              <a:off x="2609850" y="1285875"/>
              <a:ext cx="6229350" cy="400050"/>
            </a:xfrm>
            <a:custGeom>
              <a:avLst/>
              <a:gdLst/>
              <a:ahLst/>
              <a:cxnLst/>
              <a:rect l="l" t="t" r="r" b="b"/>
              <a:pathLst>
                <a:path w="6229350" h="400050">
                  <a:moveTo>
                    <a:pt x="0" y="100075"/>
                  </a:moveTo>
                  <a:lnTo>
                    <a:pt x="6029325" y="100075"/>
                  </a:lnTo>
                  <a:lnTo>
                    <a:pt x="6029325" y="0"/>
                  </a:lnTo>
                  <a:lnTo>
                    <a:pt x="6229350" y="200025"/>
                  </a:lnTo>
                  <a:lnTo>
                    <a:pt x="6029325" y="400050"/>
                  </a:lnTo>
                  <a:lnTo>
                    <a:pt x="6029325" y="300100"/>
                  </a:lnTo>
                  <a:lnTo>
                    <a:pt x="0" y="300100"/>
                  </a:lnTo>
                  <a:lnTo>
                    <a:pt x="0" y="100075"/>
                  </a:lnTo>
                  <a:close/>
                </a:path>
              </a:pathLst>
            </a:custGeom>
            <a:ln w="19050">
              <a:solidFill>
                <a:srgbClr val="000000"/>
              </a:solidFill>
            </a:ln>
          </p:spPr>
          <p:txBody>
            <a:bodyPr wrap="square" lIns="0" tIns="0" rIns="0" bIns="0" rtlCol="0"/>
            <a:lstStyle/>
            <a:p>
              <a:pPr defTabSz="2437942">
                <a:defRPr/>
              </a:pPr>
              <a:endParaRPr sz="4800" kern="0" dirty="0">
                <a:solidFill>
                  <a:sysClr val="windowText" lastClr="000000"/>
                </a:solidFill>
                <a:latin typeface="IBM Plex Sans Light"/>
              </a:endParaRPr>
            </a:p>
          </p:txBody>
        </p:sp>
      </p:grpSp>
      <p:sp>
        <p:nvSpPr>
          <p:cNvPr id="35" name="object 30">
            <a:extLst>
              <a:ext uri="{FF2B5EF4-FFF2-40B4-BE49-F238E27FC236}">
                <a16:creationId xmlns:a16="http://schemas.microsoft.com/office/drawing/2014/main" id="{361624C6-042B-AB9D-B754-91F213F0C553}"/>
              </a:ext>
            </a:extLst>
          </p:cNvPr>
          <p:cNvSpPr txBox="1"/>
          <p:nvPr/>
        </p:nvSpPr>
        <p:spPr>
          <a:xfrm>
            <a:off x="7144723" y="3685276"/>
            <a:ext cx="1083592" cy="465080"/>
          </a:xfrm>
          <a:prstGeom prst="rect">
            <a:avLst/>
          </a:prstGeom>
        </p:spPr>
        <p:txBody>
          <a:bodyPr vert="horz" wrap="square" lIns="0" tIns="33862" rIns="0" bIns="0" rtlCol="0">
            <a:spAutoFit/>
          </a:bodyPr>
          <a:lstStyle/>
          <a:p>
            <a:pPr marL="33860" defTabSz="2437942">
              <a:spcBef>
                <a:spcPts val="266"/>
              </a:spcBef>
              <a:defRPr/>
            </a:pPr>
            <a:r>
              <a:rPr sz="2800" kern="0" spc="-26" dirty="0">
                <a:solidFill>
                  <a:sysClr val="windowText" lastClr="000000"/>
                </a:solidFill>
                <a:latin typeface="IBM Plex Sans Light"/>
                <a:cs typeface="IBM Plex Sans Light"/>
              </a:rPr>
              <a:t>…after</a:t>
            </a:r>
            <a:endParaRPr sz="2800" kern="0" dirty="0">
              <a:solidFill>
                <a:sysClr val="windowText" lastClr="000000"/>
              </a:solidFill>
              <a:latin typeface="IBM Plex Sans Light"/>
              <a:cs typeface="IBM Plex Sans Light"/>
            </a:endParaRPr>
          </a:p>
        </p:txBody>
      </p:sp>
      <p:grpSp>
        <p:nvGrpSpPr>
          <p:cNvPr id="36" name="object 31">
            <a:extLst>
              <a:ext uri="{FF2B5EF4-FFF2-40B4-BE49-F238E27FC236}">
                <a16:creationId xmlns:a16="http://schemas.microsoft.com/office/drawing/2014/main" id="{6E2E5F4D-B22D-7FE6-A2AC-AC985985DFB5}"/>
              </a:ext>
            </a:extLst>
          </p:cNvPr>
          <p:cNvGrpSpPr/>
          <p:nvPr/>
        </p:nvGrpSpPr>
        <p:grpSpPr>
          <a:xfrm>
            <a:off x="1425390" y="3404051"/>
            <a:ext cx="4749182" cy="1117454"/>
            <a:chOff x="533400" y="1276350"/>
            <a:chExt cx="1781175" cy="419100"/>
          </a:xfrm>
        </p:grpSpPr>
        <p:sp>
          <p:nvSpPr>
            <p:cNvPr id="37" name="object 32">
              <a:extLst>
                <a:ext uri="{FF2B5EF4-FFF2-40B4-BE49-F238E27FC236}">
                  <a16:creationId xmlns:a16="http://schemas.microsoft.com/office/drawing/2014/main" id="{35098A3F-D5AF-8BC3-34DC-2F2C5F0EE0A8}"/>
                </a:ext>
              </a:extLst>
            </p:cNvPr>
            <p:cNvSpPr/>
            <p:nvPr/>
          </p:nvSpPr>
          <p:spPr>
            <a:xfrm>
              <a:off x="542925" y="1285875"/>
              <a:ext cx="1762125" cy="400050"/>
            </a:xfrm>
            <a:custGeom>
              <a:avLst/>
              <a:gdLst/>
              <a:ahLst/>
              <a:cxnLst/>
              <a:rect l="l" t="t" r="r" b="b"/>
              <a:pathLst>
                <a:path w="1762125" h="400050">
                  <a:moveTo>
                    <a:pt x="200025" y="0"/>
                  </a:moveTo>
                  <a:lnTo>
                    <a:pt x="0" y="200025"/>
                  </a:lnTo>
                  <a:lnTo>
                    <a:pt x="200025" y="400050"/>
                  </a:lnTo>
                  <a:lnTo>
                    <a:pt x="200025" y="300100"/>
                  </a:lnTo>
                  <a:lnTo>
                    <a:pt x="1762125" y="300100"/>
                  </a:lnTo>
                  <a:lnTo>
                    <a:pt x="1762125" y="99949"/>
                  </a:lnTo>
                  <a:lnTo>
                    <a:pt x="200025" y="99949"/>
                  </a:lnTo>
                  <a:lnTo>
                    <a:pt x="200025" y="0"/>
                  </a:lnTo>
                  <a:close/>
                </a:path>
              </a:pathLst>
            </a:custGeom>
            <a:solidFill>
              <a:srgbClr val="F1F1F1"/>
            </a:solidFill>
          </p:spPr>
          <p:txBody>
            <a:bodyPr wrap="square" lIns="0" tIns="0" rIns="0" bIns="0" rtlCol="0"/>
            <a:lstStyle/>
            <a:p>
              <a:pPr defTabSz="2437942">
                <a:defRPr/>
              </a:pPr>
              <a:endParaRPr sz="4800" kern="0" dirty="0">
                <a:solidFill>
                  <a:sysClr val="windowText" lastClr="000000"/>
                </a:solidFill>
                <a:latin typeface="IBM Plex Sans Light"/>
              </a:endParaRPr>
            </a:p>
          </p:txBody>
        </p:sp>
        <p:sp>
          <p:nvSpPr>
            <p:cNvPr id="38" name="object 33">
              <a:extLst>
                <a:ext uri="{FF2B5EF4-FFF2-40B4-BE49-F238E27FC236}">
                  <a16:creationId xmlns:a16="http://schemas.microsoft.com/office/drawing/2014/main" id="{25E65A1D-3D14-4056-8034-560D948C078E}"/>
                </a:ext>
              </a:extLst>
            </p:cNvPr>
            <p:cNvSpPr/>
            <p:nvPr/>
          </p:nvSpPr>
          <p:spPr>
            <a:xfrm>
              <a:off x="542925" y="1285875"/>
              <a:ext cx="1762125" cy="400050"/>
            </a:xfrm>
            <a:custGeom>
              <a:avLst/>
              <a:gdLst/>
              <a:ahLst/>
              <a:cxnLst/>
              <a:rect l="l" t="t" r="r" b="b"/>
              <a:pathLst>
                <a:path w="1762125" h="400050">
                  <a:moveTo>
                    <a:pt x="1762125" y="99949"/>
                  </a:moveTo>
                  <a:lnTo>
                    <a:pt x="200025" y="99949"/>
                  </a:lnTo>
                  <a:lnTo>
                    <a:pt x="200025" y="0"/>
                  </a:lnTo>
                  <a:lnTo>
                    <a:pt x="0" y="200025"/>
                  </a:lnTo>
                  <a:lnTo>
                    <a:pt x="200025" y="400050"/>
                  </a:lnTo>
                  <a:lnTo>
                    <a:pt x="200025" y="300100"/>
                  </a:lnTo>
                  <a:lnTo>
                    <a:pt x="1762125" y="300100"/>
                  </a:lnTo>
                  <a:lnTo>
                    <a:pt x="1762125" y="99949"/>
                  </a:lnTo>
                  <a:close/>
                </a:path>
              </a:pathLst>
            </a:custGeom>
            <a:ln w="19050">
              <a:solidFill>
                <a:srgbClr val="000000"/>
              </a:solidFill>
            </a:ln>
          </p:spPr>
          <p:txBody>
            <a:bodyPr wrap="square" lIns="0" tIns="0" rIns="0" bIns="0" rtlCol="0"/>
            <a:lstStyle/>
            <a:p>
              <a:pPr defTabSz="2437942">
                <a:defRPr/>
              </a:pPr>
              <a:endParaRPr sz="4800" kern="0" dirty="0">
                <a:solidFill>
                  <a:sysClr val="windowText" lastClr="000000"/>
                </a:solidFill>
                <a:latin typeface="IBM Plex Sans Light"/>
              </a:endParaRPr>
            </a:p>
          </p:txBody>
        </p:sp>
      </p:grpSp>
      <p:sp>
        <p:nvSpPr>
          <p:cNvPr id="39" name="object 34">
            <a:extLst>
              <a:ext uri="{FF2B5EF4-FFF2-40B4-BE49-F238E27FC236}">
                <a16:creationId xmlns:a16="http://schemas.microsoft.com/office/drawing/2014/main" id="{FA27C1CE-1010-49E5-3158-D1DE2932709E}"/>
              </a:ext>
            </a:extLst>
          </p:cNvPr>
          <p:cNvSpPr txBox="1"/>
          <p:nvPr/>
        </p:nvSpPr>
        <p:spPr>
          <a:xfrm>
            <a:off x="4608444" y="3685276"/>
            <a:ext cx="1354490" cy="465080"/>
          </a:xfrm>
          <a:prstGeom prst="rect">
            <a:avLst/>
          </a:prstGeom>
        </p:spPr>
        <p:txBody>
          <a:bodyPr vert="horz" wrap="square" lIns="0" tIns="33862" rIns="0" bIns="0" rtlCol="0">
            <a:spAutoFit/>
          </a:bodyPr>
          <a:lstStyle/>
          <a:p>
            <a:pPr marL="33860" defTabSz="2437942">
              <a:spcBef>
                <a:spcPts val="266"/>
              </a:spcBef>
              <a:defRPr/>
            </a:pPr>
            <a:r>
              <a:rPr sz="2800" kern="0" spc="-26" dirty="0">
                <a:solidFill>
                  <a:sysClr val="windowText" lastClr="000000"/>
                </a:solidFill>
                <a:latin typeface="IBM Plex Sans Light"/>
                <a:cs typeface="IBM Plex Sans Light"/>
              </a:rPr>
              <a:t>…before</a:t>
            </a:r>
            <a:endParaRPr sz="2800" kern="0" dirty="0">
              <a:solidFill>
                <a:sysClr val="windowText" lastClr="000000"/>
              </a:solidFill>
              <a:latin typeface="IBM Plex Sans Light"/>
              <a:cs typeface="IBM Plex Sans Light"/>
            </a:endParaRPr>
          </a:p>
        </p:txBody>
      </p:sp>
      <p:sp>
        <p:nvSpPr>
          <p:cNvPr id="40" name="object 35">
            <a:extLst>
              <a:ext uri="{FF2B5EF4-FFF2-40B4-BE49-F238E27FC236}">
                <a16:creationId xmlns:a16="http://schemas.microsoft.com/office/drawing/2014/main" id="{44422B79-0ECB-7AAA-1748-4F27932840BB}"/>
              </a:ext>
            </a:extLst>
          </p:cNvPr>
          <p:cNvSpPr txBox="1"/>
          <p:nvPr/>
        </p:nvSpPr>
        <p:spPr>
          <a:xfrm>
            <a:off x="8028529" y="11385982"/>
            <a:ext cx="14476116" cy="711301"/>
          </a:xfrm>
          <a:prstGeom prst="rect">
            <a:avLst/>
          </a:prstGeom>
        </p:spPr>
        <p:txBody>
          <a:bodyPr vert="horz" wrap="square" lIns="0" tIns="33862" rIns="0" bIns="0" rtlCol="0">
            <a:spAutoFit/>
          </a:bodyPr>
          <a:lstStyle/>
          <a:p>
            <a:pPr marL="33860" defTabSz="2437942">
              <a:spcBef>
                <a:spcPts val="266"/>
              </a:spcBef>
              <a:defRPr/>
            </a:pPr>
            <a:r>
              <a:rPr sz="4400" kern="0" dirty="0">
                <a:solidFill>
                  <a:srgbClr val="A56EFF">
                    <a:lumMod val="75000"/>
                  </a:srgbClr>
                </a:solidFill>
                <a:latin typeface="IBM Plex Sans Light"/>
                <a:cs typeface="IBM Plex Sans"/>
              </a:rPr>
              <a:t>Evolution</a:t>
            </a:r>
            <a:r>
              <a:rPr sz="4400" kern="0" spc="-40" dirty="0">
                <a:solidFill>
                  <a:srgbClr val="A56EFF">
                    <a:lumMod val="75000"/>
                  </a:srgbClr>
                </a:solidFill>
                <a:latin typeface="IBM Plex Sans Light"/>
                <a:cs typeface="IBM Plex Sans"/>
              </a:rPr>
              <a:t> </a:t>
            </a:r>
            <a:r>
              <a:rPr sz="4400" kern="0" dirty="0">
                <a:solidFill>
                  <a:srgbClr val="A56EFF">
                    <a:lumMod val="75000"/>
                  </a:srgbClr>
                </a:solidFill>
                <a:latin typeface="IBM Plex Sans Light"/>
                <a:cs typeface="IBM Plex Sans"/>
              </a:rPr>
              <a:t>of</a:t>
            </a:r>
            <a:r>
              <a:rPr sz="4400" kern="0" spc="-132" dirty="0">
                <a:solidFill>
                  <a:srgbClr val="A56EFF">
                    <a:lumMod val="75000"/>
                  </a:srgbClr>
                </a:solidFill>
                <a:latin typeface="IBM Plex Sans Light"/>
                <a:cs typeface="IBM Plex Sans"/>
              </a:rPr>
              <a:t> </a:t>
            </a:r>
            <a:r>
              <a:rPr sz="4400" kern="0" spc="-26" dirty="0">
                <a:solidFill>
                  <a:srgbClr val="A56EFF">
                    <a:lumMod val="75000"/>
                  </a:srgbClr>
                </a:solidFill>
                <a:latin typeface="IBM Plex Sans Light"/>
                <a:cs typeface="IBM Plex Sans"/>
              </a:rPr>
              <a:t>capabilities</a:t>
            </a:r>
            <a:r>
              <a:rPr sz="4400" kern="0" spc="-80" dirty="0">
                <a:solidFill>
                  <a:srgbClr val="A56EFF">
                    <a:lumMod val="75000"/>
                  </a:srgbClr>
                </a:solidFill>
                <a:latin typeface="IBM Plex Sans Light"/>
                <a:cs typeface="IBM Plex Sans"/>
              </a:rPr>
              <a:t> </a:t>
            </a:r>
            <a:r>
              <a:rPr sz="4400" kern="0" dirty="0">
                <a:solidFill>
                  <a:srgbClr val="A56EFF">
                    <a:lumMod val="75000"/>
                  </a:srgbClr>
                </a:solidFill>
                <a:latin typeface="IBM Plex Sans Light"/>
                <a:cs typeface="IBM Plex Sans"/>
              </a:rPr>
              <a:t>leading</a:t>
            </a:r>
            <a:r>
              <a:rPr sz="4400" kern="0" spc="-52" dirty="0">
                <a:solidFill>
                  <a:srgbClr val="A56EFF">
                    <a:lumMod val="75000"/>
                  </a:srgbClr>
                </a:solidFill>
                <a:latin typeface="IBM Plex Sans Light"/>
                <a:cs typeface="IBM Plex Sans"/>
              </a:rPr>
              <a:t> </a:t>
            </a:r>
            <a:r>
              <a:rPr sz="4400" kern="0" dirty="0">
                <a:solidFill>
                  <a:srgbClr val="A56EFF">
                    <a:lumMod val="75000"/>
                  </a:srgbClr>
                </a:solidFill>
                <a:latin typeface="IBM Plex Sans Light"/>
                <a:cs typeface="IBM Plex Sans"/>
              </a:rPr>
              <a:t>to</a:t>
            </a:r>
            <a:r>
              <a:rPr sz="4400" kern="0" spc="-186" dirty="0">
                <a:solidFill>
                  <a:srgbClr val="A56EFF">
                    <a:lumMod val="75000"/>
                  </a:srgbClr>
                </a:solidFill>
                <a:latin typeface="IBM Plex Sans Light"/>
                <a:cs typeface="IBM Plex Sans"/>
              </a:rPr>
              <a:t> </a:t>
            </a:r>
            <a:r>
              <a:rPr sz="4400" kern="0" dirty="0">
                <a:solidFill>
                  <a:srgbClr val="A56EFF">
                    <a:lumMod val="75000"/>
                  </a:srgbClr>
                </a:solidFill>
                <a:latin typeface="IBM Plex Sans Light"/>
                <a:cs typeface="IBM Plex Sans"/>
              </a:rPr>
              <a:t>different</a:t>
            </a:r>
            <a:r>
              <a:rPr sz="4400" kern="0" spc="-80" dirty="0">
                <a:solidFill>
                  <a:srgbClr val="A56EFF">
                    <a:lumMod val="75000"/>
                  </a:srgbClr>
                </a:solidFill>
                <a:latin typeface="IBM Plex Sans Light"/>
                <a:cs typeface="IBM Plex Sans"/>
              </a:rPr>
              <a:t> </a:t>
            </a:r>
            <a:r>
              <a:rPr sz="4400" kern="0" dirty="0">
                <a:solidFill>
                  <a:srgbClr val="A56EFF">
                    <a:lumMod val="75000"/>
                  </a:srgbClr>
                </a:solidFill>
                <a:latin typeface="IBM Plex Sans Light"/>
                <a:cs typeface="IBM Plex Sans"/>
              </a:rPr>
              <a:t>attack</a:t>
            </a:r>
            <a:r>
              <a:rPr sz="4400" kern="0" spc="-52" dirty="0">
                <a:solidFill>
                  <a:srgbClr val="A56EFF">
                    <a:lumMod val="75000"/>
                  </a:srgbClr>
                </a:solidFill>
                <a:latin typeface="IBM Plex Sans Light"/>
                <a:cs typeface="IBM Plex Sans"/>
              </a:rPr>
              <a:t> </a:t>
            </a:r>
            <a:r>
              <a:rPr sz="4400" kern="0" spc="-26" dirty="0">
                <a:solidFill>
                  <a:srgbClr val="A56EFF">
                    <a:lumMod val="75000"/>
                  </a:srgbClr>
                </a:solidFill>
                <a:latin typeface="IBM Plex Sans Light"/>
                <a:cs typeface="IBM Plex Sans"/>
              </a:rPr>
              <a:t>targets</a:t>
            </a:r>
            <a:endParaRPr sz="4400" kern="0" dirty="0">
              <a:solidFill>
                <a:srgbClr val="A56EFF">
                  <a:lumMod val="75000"/>
                </a:srgbClr>
              </a:solidFill>
              <a:latin typeface="IBM Plex Sans Light"/>
              <a:cs typeface="IBM Plex Sans"/>
            </a:endParaRPr>
          </a:p>
        </p:txBody>
      </p:sp>
      <p:sp>
        <p:nvSpPr>
          <p:cNvPr id="41" name="object 36">
            <a:extLst>
              <a:ext uri="{FF2B5EF4-FFF2-40B4-BE49-F238E27FC236}">
                <a16:creationId xmlns:a16="http://schemas.microsoft.com/office/drawing/2014/main" id="{2D6F8C8B-39A9-55CA-C1E7-2CADD4EABBF1}"/>
              </a:ext>
            </a:extLst>
          </p:cNvPr>
          <p:cNvSpPr txBox="1"/>
          <p:nvPr/>
        </p:nvSpPr>
        <p:spPr>
          <a:xfrm>
            <a:off x="5866425" y="2812486"/>
            <a:ext cx="12396972" cy="465080"/>
          </a:xfrm>
          <a:prstGeom prst="rect">
            <a:avLst/>
          </a:prstGeom>
        </p:spPr>
        <p:txBody>
          <a:bodyPr vert="horz" wrap="square" lIns="0" tIns="33862" rIns="0" bIns="0" rtlCol="0">
            <a:spAutoFit/>
          </a:bodyPr>
          <a:lstStyle/>
          <a:p>
            <a:pPr marL="33860" defTabSz="2437942">
              <a:spcBef>
                <a:spcPts val="266"/>
              </a:spcBef>
              <a:defRPr/>
            </a:pPr>
            <a:r>
              <a:rPr sz="2800" kern="0" spc="-26" dirty="0">
                <a:solidFill>
                  <a:sysClr val="windowText" lastClr="000000"/>
                </a:solidFill>
                <a:cs typeface="IBM Plex Sans Light"/>
              </a:rPr>
              <a:t>“Q-</a:t>
            </a:r>
            <a:r>
              <a:rPr sz="2800" kern="0" dirty="0">
                <a:solidFill>
                  <a:sysClr val="windowText" lastClr="000000"/>
                </a:solidFill>
                <a:cs typeface="IBM Plex Sans Light"/>
              </a:rPr>
              <a:t>Day”</a:t>
            </a:r>
            <a:r>
              <a:rPr sz="2800" kern="0" spc="12" dirty="0">
                <a:solidFill>
                  <a:sysClr val="windowText" lastClr="000000"/>
                </a:solidFill>
                <a:cs typeface="IBM Plex Sans Light"/>
              </a:rPr>
              <a:t> </a:t>
            </a:r>
            <a:r>
              <a:rPr sz="2800" i="1" kern="0" dirty="0">
                <a:solidFill>
                  <a:sysClr val="windowText" lastClr="000000"/>
                </a:solidFill>
                <a:cs typeface="IBM Plex Sans Light"/>
              </a:rPr>
              <a:t>–</a:t>
            </a:r>
            <a:r>
              <a:rPr sz="2800" i="1" kern="0" spc="12" dirty="0">
                <a:solidFill>
                  <a:sysClr val="windowText" lastClr="000000"/>
                </a:solidFill>
                <a:cs typeface="IBM Plex Sans Light"/>
              </a:rPr>
              <a:t> </a:t>
            </a:r>
            <a:r>
              <a:rPr sz="2800" i="1" kern="0" spc="-26" dirty="0">
                <a:solidFill>
                  <a:sysClr val="windowText" lastClr="000000"/>
                </a:solidFill>
                <a:cs typeface="IBM Plex Sans Light"/>
              </a:rPr>
              <a:t>availability</a:t>
            </a:r>
            <a:r>
              <a:rPr sz="2800" i="1" kern="0" spc="-12" dirty="0">
                <a:solidFill>
                  <a:sysClr val="windowText" lastClr="000000"/>
                </a:solidFill>
                <a:cs typeface="IBM Plex Sans Light"/>
              </a:rPr>
              <a:t> </a:t>
            </a:r>
            <a:r>
              <a:rPr sz="2800" i="1" kern="0" dirty="0">
                <a:solidFill>
                  <a:sysClr val="windowText" lastClr="000000"/>
                </a:solidFill>
                <a:cs typeface="IBM Plex Sans Light"/>
              </a:rPr>
              <a:t>of</a:t>
            </a:r>
            <a:r>
              <a:rPr sz="2800" i="1" kern="0" spc="92" dirty="0">
                <a:solidFill>
                  <a:sysClr val="windowText" lastClr="000000"/>
                </a:solidFill>
                <a:cs typeface="IBM Plex Sans Light"/>
              </a:rPr>
              <a:t> </a:t>
            </a:r>
            <a:r>
              <a:rPr sz="2800" i="1" kern="0" spc="-26" dirty="0">
                <a:solidFill>
                  <a:sysClr val="windowText" lastClr="000000"/>
                </a:solidFill>
                <a:cs typeface="IBM Plex Sans Light"/>
              </a:rPr>
              <a:t>“cryptographically</a:t>
            </a:r>
            <a:r>
              <a:rPr sz="2800" i="1" kern="0" spc="-12" dirty="0">
                <a:solidFill>
                  <a:sysClr val="windowText" lastClr="000000"/>
                </a:solidFill>
                <a:cs typeface="IBM Plex Sans Light"/>
              </a:rPr>
              <a:t> </a:t>
            </a:r>
            <a:r>
              <a:rPr sz="2800" i="1" kern="0" dirty="0">
                <a:solidFill>
                  <a:sysClr val="windowText" lastClr="000000"/>
                </a:solidFill>
                <a:cs typeface="IBM Plex Sans Light"/>
              </a:rPr>
              <a:t>relevant”</a:t>
            </a:r>
            <a:r>
              <a:rPr sz="2800" i="1" kern="0" spc="-106" dirty="0">
                <a:solidFill>
                  <a:sysClr val="windowText" lastClr="000000"/>
                </a:solidFill>
                <a:cs typeface="IBM Plex Sans Light"/>
              </a:rPr>
              <a:t> </a:t>
            </a:r>
            <a:r>
              <a:rPr sz="2800" i="1" kern="0" dirty="0">
                <a:solidFill>
                  <a:sysClr val="windowText" lastClr="000000"/>
                </a:solidFill>
                <a:cs typeface="IBM Plex Sans Light"/>
              </a:rPr>
              <a:t>Quantum</a:t>
            </a:r>
            <a:r>
              <a:rPr sz="2800" i="1" kern="0" spc="146" dirty="0">
                <a:solidFill>
                  <a:sysClr val="windowText" lastClr="000000"/>
                </a:solidFill>
                <a:cs typeface="IBM Plex Sans Light"/>
              </a:rPr>
              <a:t> </a:t>
            </a:r>
            <a:r>
              <a:rPr sz="2800" i="1" kern="0" spc="-26" dirty="0">
                <a:solidFill>
                  <a:sysClr val="windowText" lastClr="000000"/>
                </a:solidFill>
                <a:cs typeface="IBM Plex Sans Light"/>
              </a:rPr>
              <a:t>Computer</a:t>
            </a:r>
            <a:endParaRPr sz="2800" kern="0" dirty="0">
              <a:solidFill>
                <a:sysClr val="windowText" lastClr="000000"/>
              </a:solidFill>
              <a:cs typeface="IBM Plex Sans Light"/>
            </a:endParaRPr>
          </a:p>
        </p:txBody>
      </p:sp>
      <p:sp>
        <p:nvSpPr>
          <p:cNvPr id="43" name="TextBox 42">
            <a:extLst>
              <a:ext uri="{FF2B5EF4-FFF2-40B4-BE49-F238E27FC236}">
                <a16:creationId xmlns:a16="http://schemas.microsoft.com/office/drawing/2014/main" id="{E33FE763-90A2-99EB-A019-596D4B46B4BA}"/>
              </a:ext>
            </a:extLst>
          </p:cNvPr>
          <p:cNvSpPr txBox="1"/>
          <p:nvPr/>
        </p:nvSpPr>
        <p:spPr>
          <a:xfrm>
            <a:off x="460315" y="1311175"/>
            <a:ext cx="12190412" cy="64633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1829014">
              <a:defRPr/>
            </a:pPr>
            <a:r>
              <a:rPr lang="en-US" dirty="0">
                <a:solidFill>
                  <a:srgbClr val="0E61FD"/>
                </a:solidFill>
                <a:latin typeface="IBM Plex Sans Light"/>
                <a:cs typeface="IBM Plex Sans Light"/>
              </a:rPr>
              <a:t>A</a:t>
            </a:r>
            <a:r>
              <a:rPr lang="en-US" spc="-66" dirty="0">
                <a:solidFill>
                  <a:srgbClr val="0E61FD"/>
                </a:solidFill>
                <a:latin typeface="IBM Plex Sans Light"/>
                <a:cs typeface="IBM Plex Sans Light"/>
              </a:rPr>
              <a:t> </a:t>
            </a:r>
            <a:r>
              <a:rPr lang="en-US" dirty="0">
                <a:solidFill>
                  <a:srgbClr val="0E61FD"/>
                </a:solidFill>
                <a:latin typeface="IBM Plex Sans Light"/>
                <a:cs typeface="IBM Plex Sans Light"/>
              </a:rPr>
              <a:t>new</a:t>
            </a:r>
            <a:r>
              <a:rPr lang="en-US" spc="40" dirty="0">
                <a:solidFill>
                  <a:srgbClr val="0E61FD"/>
                </a:solidFill>
                <a:latin typeface="IBM Plex Sans Light"/>
                <a:cs typeface="IBM Plex Sans Light"/>
              </a:rPr>
              <a:t> </a:t>
            </a:r>
            <a:r>
              <a:rPr lang="en-US" dirty="0">
                <a:solidFill>
                  <a:srgbClr val="0E61FD"/>
                </a:solidFill>
                <a:latin typeface="IBM Plex Sans Light"/>
                <a:cs typeface="IBM Plex Sans Light"/>
              </a:rPr>
              <a:t>threat</a:t>
            </a:r>
            <a:r>
              <a:rPr lang="en-US" spc="-66" dirty="0">
                <a:solidFill>
                  <a:srgbClr val="0E61FD"/>
                </a:solidFill>
                <a:latin typeface="IBM Plex Sans Light"/>
                <a:cs typeface="IBM Plex Sans Light"/>
              </a:rPr>
              <a:t> </a:t>
            </a:r>
            <a:r>
              <a:rPr lang="en-US" spc="-52" dirty="0">
                <a:solidFill>
                  <a:srgbClr val="0E61FD"/>
                </a:solidFill>
                <a:latin typeface="IBM Plex Sans Light"/>
                <a:cs typeface="IBM Plex Sans Light"/>
              </a:rPr>
              <a:t>model</a:t>
            </a:r>
            <a:endParaRPr lang="en-US" dirty="0">
              <a:solidFill>
                <a:srgbClr val="000000"/>
              </a:solidFill>
              <a:latin typeface="IBM Plex Sans Light"/>
            </a:endParaRPr>
          </a:p>
        </p:txBody>
      </p:sp>
      <p:sp>
        <p:nvSpPr>
          <p:cNvPr id="14" name="Slide Number Placeholder 3">
            <a:extLst>
              <a:ext uri="{FF2B5EF4-FFF2-40B4-BE49-F238E27FC236}">
                <a16:creationId xmlns:a16="http://schemas.microsoft.com/office/drawing/2014/main" id="{C4CAA69F-B6A9-CA50-D0F5-7E5538979577}"/>
              </a:ext>
            </a:extLst>
          </p:cNvPr>
          <p:cNvSpPr txBox="1">
            <a:spLocks/>
          </p:cNvSpPr>
          <p:nvPr/>
        </p:nvSpPr>
        <p:spPr>
          <a:xfrm>
            <a:off x="23689158" y="13164979"/>
            <a:ext cx="12183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6</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42" name="Footer Placeholder 3">
            <a:extLst>
              <a:ext uri="{FF2B5EF4-FFF2-40B4-BE49-F238E27FC236}">
                <a16:creationId xmlns:a16="http://schemas.microsoft.com/office/drawing/2014/main" id="{71AFB3CC-D9D3-DC27-7B4E-4C73B35CF3A0}"/>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29052087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BD9D7-7E40-1EBB-FE6F-4A1173CD4F1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35CDC76-8D42-A08B-9745-B6B6F19B6C86}"/>
              </a:ext>
            </a:extLst>
          </p:cNvPr>
          <p:cNvSpPr>
            <a:spLocks noGrp="1"/>
          </p:cNvSpPr>
          <p:nvPr>
            <p:ph type="title"/>
          </p:nvPr>
        </p:nvSpPr>
        <p:spPr>
          <a:xfrm>
            <a:off x="580612" y="578528"/>
            <a:ext cx="22449562" cy="1908736"/>
          </a:xfrm>
        </p:spPr>
        <p:txBody>
          <a:bodyPr/>
          <a:lstStyle/>
          <a:p>
            <a:r>
              <a:rPr lang="en-US" sz="4400" dirty="0">
                <a:solidFill>
                  <a:schemeClr val="tx1"/>
                </a:solidFill>
                <a:latin typeface="IBM Plex Sans Light" panose="020B0403050203000203" pitchFamily="34" charset="0"/>
              </a:rPr>
              <a:t>Common question: When will the Quantum threat materialize?</a:t>
            </a:r>
            <a:br>
              <a:rPr lang="en-US" sz="4400" kern="1200" dirty="0">
                <a:solidFill>
                  <a:srgbClr val="0432FF"/>
                </a:solidFill>
                <a:latin typeface="IBM Plex Sans Light" panose="020B0403050203000203" pitchFamily="34" charset="0"/>
                <a:ea typeface="+mn-ea"/>
                <a:cs typeface="+mn-cs"/>
              </a:rPr>
            </a:br>
            <a:endParaRPr lang="en-CH" sz="4400">
              <a:solidFill>
                <a:srgbClr val="0432FF"/>
              </a:solidFill>
              <a:latin typeface="IBM Plex Sans Light" panose="020B0403050203000203" pitchFamily="34" charset="0"/>
            </a:endParaRPr>
          </a:p>
        </p:txBody>
      </p:sp>
      <p:sp>
        <p:nvSpPr>
          <p:cNvPr id="9" name="Slide Number Placeholder 3">
            <a:extLst>
              <a:ext uri="{FF2B5EF4-FFF2-40B4-BE49-F238E27FC236}">
                <a16:creationId xmlns:a16="http://schemas.microsoft.com/office/drawing/2014/main" id="{D41BACCE-1FB7-DCD9-E23A-84AEE4B3AA8C}"/>
              </a:ext>
            </a:extLst>
          </p:cNvPr>
          <p:cNvSpPr txBox="1">
            <a:spLocks/>
          </p:cNvSpPr>
          <p:nvPr/>
        </p:nvSpPr>
        <p:spPr>
          <a:xfrm>
            <a:off x="23536758" y="13164979"/>
            <a:ext cx="39163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7</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10" name="Footer Placeholder 3">
            <a:extLst>
              <a:ext uri="{FF2B5EF4-FFF2-40B4-BE49-F238E27FC236}">
                <a16:creationId xmlns:a16="http://schemas.microsoft.com/office/drawing/2014/main" id="{7700C808-F847-DE28-55A7-C235A75F01D7}"/>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grpSp>
        <p:nvGrpSpPr>
          <p:cNvPr id="7" name="Group 6">
            <a:extLst>
              <a:ext uri="{FF2B5EF4-FFF2-40B4-BE49-F238E27FC236}">
                <a16:creationId xmlns:a16="http://schemas.microsoft.com/office/drawing/2014/main" id="{5859C6B6-B47E-C206-B84E-2C4DB774CB41}"/>
              </a:ext>
            </a:extLst>
          </p:cNvPr>
          <p:cNvGrpSpPr/>
          <p:nvPr/>
        </p:nvGrpSpPr>
        <p:grpSpPr>
          <a:xfrm>
            <a:off x="0" y="2104970"/>
            <a:ext cx="24530275" cy="10531814"/>
            <a:chOff x="52252" y="2104970"/>
            <a:chExt cx="24530275" cy="10531814"/>
          </a:xfrm>
        </p:grpSpPr>
        <p:pic>
          <p:nvPicPr>
            <p:cNvPr id="4" name="Picture 3">
              <a:extLst>
                <a:ext uri="{FF2B5EF4-FFF2-40B4-BE49-F238E27FC236}">
                  <a16:creationId xmlns:a16="http://schemas.microsoft.com/office/drawing/2014/main" id="{10E212BC-5B3A-56A2-0FDA-095B56E43FAD}"/>
                </a:ext>
              </a:extLst>
            </p:cNvPr>
            <p:cNvPicPr>
              <a:picLocks noChangeAspect="1"/>
            </p:cNvPicPr>
            <p:nvPr/>
          </p:nvPicPr>
          <p:blipFill>
            <a:blip r:embed="rId3"/>
            <a:stretch>
              <a:fillRect/>
            </a:stretch>
          </p:blipFill>
          <p:spPr>
            <a:xfrm>
              <a:off x="52252" y="2104970"/>
              <a:ext cx="24218891" cy="9506060"/>
            </a:xfrm>
            <a:prstGeom prst="rect">
              <a:avLst/>
            </a:prstGeom>
          </p:spPr>
        </p:pic>
        <p:sp>
          <p:nvSpPr>
            <p:cNvPr id="5" name="TextBox 4">
              <a:extLst>
                <a:ext uri="{FF2B5EF4-FFF2-40B4-BE49-F238E27FC236}">
                  <a16:creationId xmlns:a16="http://schemas.microsoft.com/office/drawing/2014/main" id="{BCCB1AB9-5A6C-026F-58F6-4E0D32262C88}"/>
                </a:ext>
              </a:extLst>
            </p:cNvPr>
            <p:cNvSpPr txBox="1"/>
            <p:nvPr/>
          </p:nvSpPr>
          <p:spPr>
            <a:xfrm>
              <a:off x="16505327" y="11805787"/>
              <a:ext cx="8077200" cy="83099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1828800">
                <a:defRPr/>
              </a:pPr>
              <a:r>
                <a:rPr lang="en-US" sz="2400" i="1" kern="0" dirty="0">
                  <a:solidFill>
                    <a:srgbClr val="000000">
                      <a:lumMod val="50000"/>
                      <a:lumOff val="50000"/>
                    </a:srgbClr>
                  </a:solidFill>
                  <a:latin typeface="Google Sans"/>
                </a:rPr>
                <a:t>CNSA = Commercial National Security Algorithm, a set of cryptography standards for U.S. National Security Systems</a:t>
              </a:r>
              <a:endParaRPr lang="en-US" sz="2400" i="1" kern="0" dirty="0">
                <a:solidFill>
                  <a:srgbClr val="000000">
                    <a:lumMod val="50000"/>
                    <a:lumOff val="50000"/>
                  </a:srgbClr>
                </a:solidFill>
              </a:endParaRPr>
            </a:p>
          </p:txBody>
        </p:sp>
        <p:sp>
          <p:nvSpPr>
            <p:cNvPr id="3" name="TextBox 2">
              <a:extLst>
                <a:ext uri="{FF2B5EF4-FFF2-40B4-BE49-F238E27FC236}">
                  <a16:creationId xmlns:a16="http://schemas.microsoft.com/office/drawing/2014/main" id="{4242E537-A431-EBCE-4EE1-D2BA83D2371D}"/>
                </a:ext>
              </a:extLst>
            </p:cNvPr>
            <p:cNvSpPr txBox="1"/>
            <p:nvPr/>
          </p:nvSpPr>
          <p:spPr>
            <a:xfrm>
              <a:off x="10204420" y="5393472"/>
              <a:ext cx="2172901" cy="557561"/>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defTabSz="4876800">
                <a:spcBef>
                  <a:spcPts val="5800"/>
                </a:spcBef>
                <a:buSzPct val="100000"/>
                <a:defRPr/>
              </a:pPr>
              <a:r>
                <a:rPr lang="en-US" sz="3200" kern="0" dirty="0">
                  <a:solidFill>
                    <a:srgbClr val="000000"/>
                  </a:solidFill>
                  <a:ea typeface="+mj-ea"/>
                  <a:cs typeface="+mj-cs"/>
                  <a:sym typeface="IBM Plex Sans Light"/>
                </a:rPr>
                <a:t>&lt;4 Years</a:t>
              </a:r>
            </a:p>
          </p:txBody>
        </p:sp>
        <p:sp>
          <p:nvSpPr>
            <p:cNvPr id="6" name="L-Shape 5">
              <a:extLst>
                <a:ext uri="{FF2B5EF4-FFF2-40B4-BE49-F238E27FC236}">
                  <a16:creationId xmlns:a16="http://schemas.microsoft.com/office/drawing/2014/main" id="{0CB323B2-6554-ECE9-F830-07BBB6B02684}"/>
                </a:ext>
              </a:extLst>
            </p:cNvPr>
            <p:cNvSpPr/>
            <p:nvPr/>
          </p:nvSpPr>
          <p:spPr bwMode="auto">
            <a:xfrm>
              <a:off x="15152913" y="6879265"/>
              <a:ext cx="3026229" cy="3222171"/>
            </a:xfrm>
            <a:prstGeom prst="corner">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grpSp>
    </p:spTree>
    <p:extLst>
      <p:ext uri="{BB962C8B-B14F-4D97-AF65-F5344CB8AC3E}">
        <p14:creationId xmlns:p14="http://schemas.microsoft.com/office/powerpoint/2010/main" val="90344194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8FF68-BE19-70DB-CC5A-7A1ADF10CC88}"/>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6DEEEB90-6BF1-0B09-BE0F-90E1197BFFE3}"/>
              </a:ext>
            </a:extLst>
          </p:cNvPr>
          <p:cNvSpPr txBox="1">
            <a:spLocks/>
          </p:cNvSpPr>
          <p:nvPr/>
        </p:nvSpPr>
        <p:spPr>
          <a:xfrm>
            <a:off x="23536758" y="13164979"/>
            <a:ext cx="39163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8</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6" name="Footer Placeholder 3">
            <a:extLst>
              <a:ext uri="{FF2B5EF4-FFF2-40B4-BE49-F238E27FC236}">
                <a16:creationId xmlns:a16="http://schemas.microsoft.com/office/drawing/2014/main" id="{8809A6A2-236C-4A4B-187F-4CF6964CAA25}"/>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pic>
        <p:nvPicPr>
          <p:cNvPr id="2" name="Picture 1">
            <a:extLst>
              <a:ext uri="{FF2B5EF4-FFF2-40B4-BE49-F238E27FC236}">
                <a16:creationId xmlns:a16="http://schemas.microsoft.com/office/drawing/2014/main" id="{BE83551C-63B6-1BBD-4404-9649CC0588F6}"/>
              </a:ext>
            </a:extLst>
          </p:cNvPr>
          <p:cNvPicPr>
            <a:picLocks noChangeAspect="1"/>
          </p:cNvPicPr>
          <p:nvPr/>
        </p:nvPicPr>
        <p:blipFill>
          <a:blip r:embed="rId3"/>
          <a:stretch>
            <a:fillRect/>
          </a:stretch>
        </p:blipFill>
        <p:spPr>
          <a:xfrm>
            <a:off x="-1" y="-1"/>
            <a:ext cx="24387175" cy="13749511"/>
          </a:xfrm>
          <a:prstGeom prst="rect">
            <a:avLst/>
          </a:prstGeom>
        </p:spPr>
      </p:pic>
    </p:spTree>
    <p:extLst>
      <p:ext uri="{BB962C8B-B14F-4D97-AF65-F5344CB8AC3E}">
        <p14:creationId xmlns:p14="http://schemas.microsoft.com/office/powerpoint/2010/main" val="1063789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09D9-27D1-95B8-5730-94D134460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98ABE6-4D27-A352-577B-AAF8BEA95538}"/>
              </a:ext>
            </a:extLst>
          </p:cNvPr>
          <p:cNvSpPr>
            <a:spLocks noGrp="1"/>
          </p:cNvSpPr>
          <p:nvPr>
            <p:ph type="title"/>
          </p:nvPr>
        </p:nvSpPr>
        <p:spPr>
          <a:xfrm>
            <a:off x="783368" y="656971"/>
            <a:ext cx="21119702" cy="1526848"/>
          </a:xfrm>
        </p:spPr>
        <p:txBody>
          <a:bodyPr/>
          <a:lstStyle/>
          <a:p>
            <a:r>
              <a:rPr lang="en-US" sz="5400" b="1" dirty="0">
                <a:cs typeface="Arial" panose="020B0604020202020204" pitchFamily="34" charset="0"/>
              </a:rPr>
              <a:t>US Government Mandates Quantum Safe for Federal Agencies</a:t>
            </a:r>
            <a:br>
              <a:rPr lang="en-US" sz="5400" b="1" dirty="0">
                <a:cs typeface="Arial" panose="020B0604020202020204" pitchFamily="34" charset="0"/>
              </a:rPr>
            </a:br>
            <a:br>
              <a:rPr lang="en-US" sz="5400" b="1" dirty="0">
                <a:cs typeface="Arial" panose="020B0604020202020204" pitchFamily="34" charset="0"/>
              </a:rPr>
            </a:br>
            <a:br>
              <a:rPr lang="en-US" sz="5400" b="1" dirty="0">
                <a:cs typeface="Arial" panose="020B0604020202020204" pitchFamily="34" charset="0"/>
              </a:rPr>
            </a:br>
            <a:br>
              <a:rPr lang="en-US" sz="5400" b="1" dirty="0">
                <a:cs typeface="Arial" panose="020B0604020202020204" pitchFamily="34" charset="0"/>
              </a:rPr>
            </a:br>
            <a:br>
              <a:rPr lang="en-US" sz="5400" b="1" dirty="0"/>
            </a:br>
            <a:endParaRPr lang="en-US" sz="5400" b="1" dirty="0"/>
          </a:p>
        </p:txBody>
      </p:sp>
      <p:pic>
        <p:nvPicPr>
          <p:cNvPr id="57" name="object 4">
            <a:extLst>
              <a:ext uri="{FF2B5EF4-FFF2-40B4-BE49-F238E27FC236}">
                <a16:creationId xmlns:a16="http://schemas.microsoft.com/office/drawing/2014/main" id="{45A884FB-E451-3ED6-D22D-9E09159D2A08}"/>
              </a:ext>
            </a:extLst>
          </p:cNvPr>
          <p:cNvPicPr/>
          <p:nvPr/>
        </p:nvPicPr>
        <p:blipFill>
          <a:blip r:embed="rId3" cstate="print"/>
          <a:stretch>
            <a:fillRect/>
          </a:stretch>
        </p:blipFill>
        <p:spPr>
          <a:xfrm>
            <a:off x="783368" y="2296223"/>
            <a:ext cx="10394222" cy="8016182"/>
          </a:xfrm>
          <a:prstGeom prst="rect">
            <a:avLst/>
          </a:prstGeom>
        </p:spPr>
      </p:pic>
      <p:pic>
        <p:nvPicPr>
          <p:cNvPr id="58" name="object 4">
            <a:extLst>
              <a:ext uri="{FF2B5EF4-FFF2-40B4-BE49-F238E27FC236}">
                <a16:creationId xmlns:a16="http://schemas.microsoft.com/office/drawing/2014/main" id="{55E41192-2078-9713-7134-B02E1C012693}"/>
              </a:ext>
            </a:extLst>
          </p:cNvPr>
          <p:cNvPicPr/>
          <p:nvPr/>
        </p:nvPicPr>
        <p:blipFill>
          <a:blip r:embed="rId4" cstate="print"/>
          <a:stretch>
            <a:fillRect/>
          </a:stretch>
        </p:blipFill>
        <p:spPr>
          <a:xfrm>
            <a:off x="11738137" y="3975553"/>
            <a:ext cx="11865672" cy="7759250"/>
          </a:xfrm>
          <a:prstGeom prst="rect">
            <a:avLst/>
          </a:prstGeom>
        </p:spPr>
      </p:pic>
      <p:sp>
        <p:nvSpPr>
          <p:cNvPr id="60" name="TextBox 59">
            <a:extLst>
              <a:ext uri="{FF2B5EF4-FFF2-40B4-BE49-F238E27FC236}">
                <a16:creationId xmlns:a16="http://schemas.microsoft.com/office/drawing/2014/main" id="{4871B2AF-808F-07D5-C0C7-C00C90F9DBB5}"/>
              </a:ext>
            </a:extLst>
          </p:cNvPr>
          <p:cNvSpPr txBox="1"/>
          <p:nvPr/>
        </p:nvSpPr>
        <p:spPr>
          <a:xfrm>
            <a:off x="704713" y="10754957"/>
            <a:ext cx="10472877" cy="202157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2438340">
              <a:defRPr/>
            </a:pPr>
            <a:r>
              <a:rPr lang="en-US" sz="2934" i="1" kern="0" dirty="0">
                <a:solidFill>
                  <a:sysClr val="windowText" lastClr="000000"/>
                </a:solidFill>
                <a:latin typeface="IBM Plex Sans" panose="020B0503050203000203" pitchFamily="34" charset="0"/>
              </a:rPr>
              <a:t>CNSA 2.0: Quantum-safe standards are preferred for national security systems by the mid-2020s and required by the early 2030s to defend against threats.</a:t>
            </a:r>
          </a:p>
          <a:p>
            <a:pPr defTabSz="2438340">
              <a:defRPr/>
            </a:pPr>
            <a:endParaRPr lang="en-US" sz="3734" kern="0" dirty="0">
              <a:solidFill>
                <a:sysClr val="windowText" lastClr="000000"/>
              </a:solidFill>
              <a:latin typeface="IBM Plex Sans" panose="020B0503050203000203" pitchFamily="34" charset="0"/>
            </a:endParaRPr>
          </a:p>
        </p:txBody>
      </p:sp>
      <p:sp>
        <p:nvSpPr>
          <p:cNvPr id="61" name="Bent Arrow 60">
            <a:extLst>
              <a:ext uri="{FF2B5EF4-FFF2-40B4-BE49-F238E27FC236}">
                <a16:creationId xmlns:a16="http://schemas.microsoft.com/office/drawing/2014/main" id="{0F9ED030-A0D7-F9CF-594F-1A871EAF2B58}"/>
              </a:ext>
            </a:extLst>
          </p:cNvPr>
          <p:cNvSpPr/>
          <p:nvPr/>
        </p:nvSpPr>
        <p:spPr bwMode="auto">
          <a:xfrm rot="5400000">
            <a:off x="14368904" y="163236"/>
            <a:ext cx="1069146" cy="6330680"/>
          </a:xfrm>
          <a:prstGeom prst="bentArrow">
            <a:avLst>
              <a:gd name="adj1" fmla="val 25000"/>
              <a:gd name="adj2" fmla="val 25000"/>
              <a:gd name="adj3" fmla="val 25000"/>
              <a:gd name="adj4" fmla="val 43750"/>
            </a:avLst>
          </a:prstGeom>
          <a:solidFill>
            <a:srgbClr val="00B050"/>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30" tIns="91430" rIns="91430" bIns="91430" numCol="1" rtlCol="0" anchor="t" anchorCtr="0" compatLnSpc="1">
            <a:prstTxWarp prst="textNoShape">
              <a:avLst/>
            </a:prstTxWarp>
          </a:bodyPr>
          <a:lstStyle/>
          <a:p>
            <a:pPr defTabSz="914378" fontAlgn="base">
              <a:spcBef>
                <a:spcPct val="0"/>
              </a:spcBef>
              <a:spcAft>
                <a:spcPct val="0"/>
              </a:spcAft>
              <a:defRPr/>
            </a:pPr>
            <a:endParaRPr lang="en-US" sz="1400" kern="0" dirty="0">
              <a:solidFill>
                <a:srgbClr val="FFFFFF"/>
              </a:solidFill>
              <a:latin typeface="IBM Plex Sans Light"/>
            </a:endParaRPr>
          </a:p>
        </p:txBody>
      </p:sp>
      <p:sp>
        <p:nvSpPr>
          <p:cNvPr id="5" name="Slide Number Placeholder 3">
            <a:extLst>
              <a:ext uri="{FF2B5EF4-FFF2-40B4-BE49-F238E27FC236}">
                <a16:creationId xmlns:a16="http://schemas.microsoft.com/office/drawing/2014/main" id="{956F5037-8274-4ECF-99AD-F24223128B07}"/>
              </a:ext>
            </a:extLst>
          </p:cNvPr>
          <p:cNvSpPr txBox="1">
            <a:spLocks/>
          </p:cNvSpPr>
          <p:nvPr/>
        </p:nvSpPr>
        <p:spPr>
          <a:xfrm>
            <a:off x="23536758" y="13164979"/>
            <a:ext cx="39163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9</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6" name="Footer Placeholder 3">
            <a:extLst>
              <a:ext uri="{FF2B5EF4-FFF2-40B4-BE49-F238E27FC236}">
                <a16:creationId xmlns:a16="http://schemas.microsoft.com/office/drawing/2014/main" id="{E67199F3-C69D-E2C0-6698-1980C1E6561C}"/>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19246412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CB86E7-8599-DFFC-C985-058FEC5E155D}"/>
              </a:ext>
            </a:extLst>
          </p:cNvPr>
          <p:cNvSpPr>
            <a:spLocks noGrp="1"/>
          </p:cNvSpPr>
          <p:nvPr>
            <p:ph type="title"/>
          </p:nvPr>
        </p:nvSpPr>
        <p:spPr>
          <a:xfrm>
            <a:off x="561866" y="576072"/>
            <a:ext cx="4949180" cy="3995928"/>
          </a:xfrm>
        </p:spPr>
        <p:txBody>
          <a:bodyPr/>
          <a:lstStyle/>
          <a:p>
            <a:r>
              <a:rPr lang="en-US" sz="4800" kern="1200" dirty="0">
                <a:solidFill>
                  <a:srgbClr val="000000"/>
                </a:solidFill>
                <a:latin typeface="+mn-lt"/>
                <a:ea typeface="+mn-ea"/>
                <a:cs typeface="+mn-cs"/>
              </a:rPr>
              <a:t>There is global urgency to build quantum resilience across enterprises</a:t>
            </a:r>
          </a:p>
        </p:txBody>
      </p:sp>
      <p:pic>
        <p:nvPicPr>
          <p:cNvPr id="34" name="Picture Placeholder 33">
            <a:extLst>
              <a:ext uri="{FF2B5EF4-FFF2-40B4-BE49-F238E27FC236}">
                <a16:creationId xmlns:a16="http://schemas.microsoft.com/office/drawing/2014/main" id="{9548D051-9FA2-1894-6764-8D6CFE55260C}"/>
              </a:ext>
            </a:extLst>
          </p:cNvPr>
          <p:cNvPicPr>
            <a:picLocks noGrp="1" noChangeAspect="1"/>
          </p:cNvPicPr>
          <p:nvPr>
            <p:ph type="pic" sz="quarter" idx="17"/>
          </p:nvPr>
        </p:nvPicPr>
        <p:blipFill>
          <a:blip r:embed="rId3"/>
          <a:srcRect t="1159" b="1159"/>
          <a:stretch>
            <a:fillRect/>
          </a:stretch>
        </p:blipFill>
        <p:spPr>
          <a:prstGeom prst="rect">
            <a:avLst/>
          </a:prstGeom>
        </p:spPr>
      </p:pic>
      <p:sp>
        <p:nvSpPr>
          <p:cNvPr id="6" name="Text Placeholder 5">
            <a:extLst>
              <a:ext uri="{FF2B5EF4-FFF2-40B4-BE49-F238E27FC236}">
                <a16:creationId xmlns:a16="http://schemas.microsoft.com/office/drawing/2014/main" id="{113DC438-4F3C-184C-062C-CED6F27A3E4B}"/>
              </a:ext>
            </a:extLst>
          </p:cNvPr>
          <p:cNvSpPr>
            <a:spLocks noGrp="1"/>
          </p:cNvSpPr>
          <p:nvPr>
            <p:ph type="body" sz="quarter" idx="11"/>
          </p:nvPr>
        </p:nvSpPr>
        <p:spPr/>
        <p:txBody>
          <a:bodyPr/>
          <a:lstStyle/>
          <a:p>
            <a:pPr defTabSz="2437912">
              <a:defRPr/>
            </a:pPr>
            <a:r>
              <a:rPr lang="en-US" sz="3600" b="1" dirty="0">
                <a:solidFill>
                  <a:srgbClr val="0F62FE"/>
                </a:solidFill>
                <a:latin typeface="IBM Plex Sans Light"/>
              </a:rPr>
              <a:t>NIST, NSA and CISA</a:t>
            </a:r>
          </a:p>
          <a:p>
            <a:pPr defTabSz="2437912">
              <a:defRPr/>
            </a:pPr>
            <a:endParaRPr lang="en-US" dirty="0">
              <a:solidFill>
                <a:srgbClr val="000000"/>
              </a:solidFill>
              <a:latin typeface="IBM Plex Sans Light"/>
            </a:endParaRPr>
          </a:p>
          <a:p>
            <a:pPr defTabSz="2437912">
              <a:defRPr/>
            </a:pPr>
            <a:r>
              <a:rPr lang="en-US" dirty="0">
                <a:solidFill>
                  <a:srgbClr val="000000"/>
                </a:solidFill>
                <a:latin typeface="IBM Plex Sans Light"/>
              </a:rPr>
              <a:t>All recommend organizations </a:t>
            </a:r>
            <a:r>
              <a:rPr lang="en-US" b="1" dirty="0">
                <a:solidFill>
                  <a:srgbClr val="0F62FE"/>
                </a:solidFill>
                <a:latin typeface="IBM Plex Sans Light"/>
              </a:rPr>
              <a:t>create cryptographic inventories </a:t>
            </a:r>
            <a:r>
              <a:rPr lang="en-US" dirty="0">
                <a:solidFill>
                  <a:srgbClr val="000000"/>
                </a:solidFill>
                <a:latin typeface="IBM Plex Sans Light"/>
              </a:rPr>
              <a:t>and integrate them into risk assessment processes to </a:t>
            </a:r>
            <a:r>
              <a:rPr lang="en-US" b="1" dirty="0">
                <a:solidFill>
                  <a:srgbClr val="0F62FE"/>
                </a:solidFill>
                <a:latin typeface="IBM Plex Sans Light"/>
              </a:rPr>
              <a:t>prioritize quantum-safe cryptography adoption </a:t>
            </a:r>
            <a:r>
              <a:rPr lang="en-US" dirty="0">
                <a:solidFill>
                  <a:srgbClr val="000000"/>
                </a:solidFill>
                <a:latin typeface="IBM Plex Sans Light"/>
              </a:rPr>
              <a:t>as soon as possible.</a:t>
            </a:r>
            <a:r>
              <a:rPr lang="en-US" baseline="30000" dirty="0">
                <a:solidFill>
                  <a:srgbClr val="000000"/>
                </a:solidFill>
                <a:latin typeface="IBM Plex Sans Light"/>
              </a:rPr>
              <a:t>3</a:t>
            </a:r>
          </a:p>
          <a:p>
            <a:endParaRPr lang="en-US" dirty="0"/>
          </a:p>
        </p:txBody>
      </p:sp>
      <p:pic>
        <p:nvPicPr>
          <p:cNvPr id="35" name="Picture Placeholder 34">
            <a:extLst>
              <a:ext uri="{FF2B5EF4-FFF2-40B4-BE49-F238E27FC236}">
                <a16:creationId xmlns:a16="http://schemas.microsoft.com/office/drawing/2014/main" id="{BE390A6A-C7C5-B667-E98D-05E2F0D72E72}"/>
              </a:ext>
            </a:extLst>
          </p:cNvPr>
          <p:cNvPicPr>
            <a:picLocks noGrp="1" noChangeAspect="1"/>
          </p:cNvPicPr>
          <p:nvPr>
            <p:ph type="pic" sz="quarter" idx="18"/>
          </p:nvPr>
        </p:nvPicPr>
        <p:blipFill>
          <a:blip r:embed="rId4"/>
          <a:srcRect/>
          <a:stretch>
            <a:fillRect/>
          </a:stretch>
        </p:blipFill>
        <p:spPr>
          <a:prstGeom prst="rect">
            <a:avLst/>
          </a:prstGeom>
        </p:spPr>
      </p:pic>
      <p:sp>
        <p:nvSpPr>
          <p:cNvPr id="7" name="Text Placeholder 6">
            <a:extLst>
              <a:ext uri="{FF2B5EF4-FFF2-40B4-BE49-F238E27FC236}">
                <a16:creationId xmlns:a16="http://schemas.microsoft.com/office/drawing/2014/main" id="{4D63ACA9-97FB-4BF3-D14F-F5D8DD66DC16}"/>
              </a:ext>
            </a:extLst>
          </p:cNvPr>
          <p:cNvSpPr>
            <a:spLocks noGrp="1"/>
          </p:cNvSpPr>
          <p:nvPr>
            <p:ph type="body" sz="quarter" idx="12"/>
          </p:nvPr>
        </p:nvSpPr>
        <p:spPr/>
        <p:txBody>
          <a:bodyPr/>
          <a:lstStyle/>
          <a:p>
            <a:pPr defTabSz="2437912">
              <a:defRPr/>
            </a:pPr>
            <a:r>
              <a:rPr lang="en-US" sz="3600" b="1" dirty="0">
                <a:solidFill>
                  <a:srgbClr val="0F62FE"/>
                </a:solidFill>
                <a:latin typeface="IBM Plex Sans Light"/>
              </a:rPr>
              <a:t>US National Cyber Strategy &amp; EO</a:t>
            </a:r>
          </a:p>
          <a:p>
            <a:pPr defTabSz="2437912">
              <a:defRPr/>
            </a:pPr>
            <a:endParaRPr lang="en-US" dirty="0">
              <a:solidFill>
                <a:srgbClr val="000000"/>
              </a:solidFill>
              <a:latin typeface="IBM Plex Sans Light"/>
            </a:endParaRPr>
          </a:p>
          <a:p>
            <a:pPr defTabSz="2437912">
              <a:defRPr/>
            </a:pPr>
            <a:r>
              <a:rPr lang="en-US" dirty="0">
                <a:solidFill>
                  <a:srgbClr val="000000"/>
                </a:solidFill>
                <a:latin typeface="IBM Plex Sans Light"/>
              </a:rPr>
              <a:t>Signed in March 2026, </a:t>
            </a:r>
            <a:r>
              <a:rPr lang="en-US" b="1" dirty="0">
                <a:solidFill>
                  <a:srgbClr val="0F62FE"/>
                </a:solidFill>
                <a:latin typeface="IBM Plex Sans Light"/>
              </a:rPr>
              <a:t>accelerates the modernization and resilience of PQC adoption </a:t>
            </a:r>
            <a:r>
              <a:rPr lang="en-US" dirty="0">
                <a:solidFill>
                  <a:srgbClr val="000000"/>
                </a:solidFill>
                <a:latin typeface="IBM Plex Sans Light"/>
              </a:rPr>
              <a:t>by directing agencies to have visibility into cryptographic inventory in the next 2 years.</a:t>
            </a:r>
          </a:p>
          <a:p>
            <a:endParaRPr lang="en-US" dirty="0"/>
          </a:p>
        </p:txBody>
      </p:sp>
      <p:pic>
        <p:nvPicPr>
          <p:cNvPr id="36" name="Picture Placeholder 35">
            <a:extLst>
              <a:ext uri="{FF2B5EF4-FFF2-40B4-BE49-F238E27FC236}">
                <a16:creationId xmlns:a16="http://schemas.microsoft.com/office/drawing/2014/main" id="{D8C8437A-738A-AD3A-9427-14673A37CC5B}"/>
              </a:ext>
            </a:extLst>
          </p:cNvPr>
          <p:cNvPicPr>
            <a:picLocks noGrp="1" noChangeAspect="1"/>
          </p:cNvPicPr>
          <p:nvPr>
            <p:ph type="pic" sz="quarter" idx="19"/>
          </p:nvPr>
        </p:nvPicPr>
        <p:blipFill>
          <a:blip r:embed="rId5"/>
          <a:srcRect t="1159" b="1159"/>
          <a:stretch>
            <a:fillRect/>
          </a:stretch>
        </p:blipFill>
        <p:spPr>
          <a:prstGeom prst="rect">
            <a:avLst/>
          </a:prstGeom>
        </p:spPr>
      </p:pic>
      <p:sp>
        <p:nvSpPr>
          <p:cNvPr id="8" name="Text Placeholder 7">
            <a:extLst>
              <a:ext uri="{FF2B5EF4-FFF2-40B4-BE49-F238E27FC236}">
                <a16:creationId xmlns:a16="http://schemas.microsoft.com/office/drawing/2014/main" id="{50748094-BC1D-DBC4-C952-11A41888CAA7}"/>
              </a:ext>
            </a:extLst>
          </p:cNvPr>
          <p:cNvSpPr>
            <a:spLocks noGrp="1"/>
          </p:cNvSpPr>
          <p:nvPr>
            <p:ph type="body" sz="quarter" idx="13"/>
          </p:nvPr>
        </p:nvSpPr>
        <p:spPr/>
        <p:txBody>
          <a:bodyPr/>
          <a:lstStyle/>
          <a:p>
            <a:pPr defTabSz="2437912">
              <a:defRPr/>
            </a:pPr>
            <a:r>
              <a:rPr lang="en-US" sz="3600" b="1" dirty="0">
                <a:solidFill>
                  <a:srgbClr val="0F62FE"/>
                </a:solidFill>
                <a:latin typeface="IBM Plex Sans Light"/>
              </a:rPr>
              <a:t>EU Members</a:t>
            </a:r>
          </a:p>
          <a:p>
            <a:pPr defTabSz="2437912">
              <a:defRPr/>
            </a:pPr>
            <a:endParaRPr lang="en-US" dirty="0">
              <a:solidFill>
                <a:srgbClr val="000000"/>
              </a:solidFill>
              <a:latin typeface="IBM Plex Sans Light"/>
            </a:endParaRPr>
          </a:p>
          <a:p>
            <a:pPr defTabSz="2437912">
              <a:defRPr/>
            </a:pPr>
            <a:r>
              <a:rPr lang="en-US" dirty="0">
                <a:solidFill>
                  <a:srgbClr val="000000"/>
                </a:solidFill>
                <a:latin typeface="IBM Plex Sans Light"/>
              </a:rPr>
              <a:t>Guidance from 18 EU member states </a:t>
            </a:r>
            <a:r>
              <a:rPr lang="en-US" b="1" dirty="0">
                <a:solidFill>
                  <a:srgbClr val="0F62FE"/>
                </a:solidFill>
                <a:latin typeface="IBM Plex Sans Light"/>
              </a:rPr>
              <a:t>requires preparation for quantum threats</a:t>
            </a:r>
            <a:r>
              <a:rPr lang="en-US" dirty="0">
                <a:solidFill>
                  <a:srgbClr val="0F62FE"/>
                </a:solidFill>
                <a:latin typeface="IBM Plex Sans Light"/>
              </a:rPr>
              <a:t> </a:t>
            </a:r>
            <a:r>
              <a:rPr lang="en-US" dirty="0">
                <a:solidFill>
                  <a:srgbClr val="000000"/>
                </a:solidFill>
                <a:latin typeface="IBM Plex Sans Light"/>
              </a:rPr>
              <a:t>be integrated into cybersecurity risk management. </a:t>
            </a:r>
          </a:p>
          <a:p>
            <a:pPr defTabSz="2437912">
              <a:defRPr/>
            </a:pPr>
            <a:endParaRPr lang="en-US" dirty="0">
              <a:solidFill>
                <a:srgbClr val="000000"/>
              </a:solidFill>
              <a:latin typeface="IBM Plex Sans Light"/>
            </a:endParaRPr>
          </a:p>
          <a:p>
            <a:pPr defTabSz="2437912">
              <a:defRPr/>
            </a:pPr>
            <a:r>
              <a:rPr lang="en-US" dirty="0">
                <a:solidFill>
                  <a:srgbClr val="000000"/>
                </a:solidFill>
                <a:latin typeface="IBM Plex Sans Light"/>
              </a:rPr>
              <a:t>Early protection of sensitive data is critical to avoid leaving key assets exposed.</a:t>
            </a:r>
            <a:r>
              <a:rPr lang="en-US" baseline="30000" dirty="0">
                <a:solidFill>
                  <a:srgbClr val="000000"/>
                </a:solidFill>
                <a:latin typeface="IBM Plex Sans Light"/>
              </a:rPr>
              <a:t>2</a:t>
            </a:r>
          </a:p>
          <a:p>
            <a:endParaRPr lang="en-US" dirty="0"/>
          </a:p>
        </p:txBody>
      </p:sp>
      <p:pic>
        <p:nvPicPr>
          <p:cNvPr id="37" name="Picture Placeholder 36">
            <a:extLst>
              <a:ext uri="{FF2B5EF4-FFF2-40B4-BE49-F238E27FC236}">
                <a16:creationId xmlns:a16="http://schemas.microsoft.com/office/drawing/2014/main" id="{FA3869D3-3808-8D19-919E-817C2DA2DD16}"/>
              </a:ext>
            </a:extLst>
          </p:cNvPr>
          <p:cNvPicPr>
            <a:picLocks noGrp="1" noChangeAspect="1"/>
          </p:cNvPicPr>
          <p:nvPr>
            <p:ph type="pic" sz="quarter" idx="20"/>
          </p:nvPr>
        </p:nvPicPr>
        <p:blipFill>
          <a:blip r:embed="rId6"/>
          <a:srcRect l="1543" r="1543"/>
          <a:stretch>
            <a:fillRect/>
          </a:stretch>
        </p:blipFill>
        <p:spPr>
          <a:prstGeom prst="rect">
            <a:avLst/>
          </a:prstGeom>
        </p:spPr>
      </p:pic>
      <p:sp>
        <p:nvSpPr>
          <p:cNvPr id="9" name="Text Placeholder 8">
            <a:extLst>
              <a:ext uri="{FF2B5EF4-FFF2-40B4-BE49-F238E27FC236}">
                <a16:creationId xmlns:a16="http://schemas.microsoft.com/office/drawing/2014/main" id="{220CF175-0E7A-0A08-B953-9ACFA9B7755C}"/>
              </a:ext>
            </a:extLst>
          </p:cNvPr>
          <p:cNvSpPr>
            <a:spLocks noGrp="1"/>
          </p:cNvSpPr>
          <p:nvPr>
            <p:ph type="body" sz="quarter" idx="14"/>
          </p:nvPr>
        </p:nvSpPr>
        <p:spPr/>
        <p:txBody>
          <a:bodyPr/>
          <a:lstStyle/>
          <a:p>
            <a:pPr defTabSz="2437912">
              <a:defRPr/>
            </a:pPr>
            <a:r>
              <a:rPr lang="en-US" sz="3600" b="1" dirty="0">
                <a:solidFill>
                  <a:srgbClr val="0F62FE"/>
                </a:solidFill>
                <a:latin typeface="IBM Plex Sans Light"/>
              </a:rPr>
              <a:t>Singapore Financial Institutions</a:t>
            </a:r>
          </a:p>
          <a:p>
            <a:pPr defTabSz="2437912">
              <a:defRPr/>
            </a:pPr>
            <a:endParaRPr lang="en-US" dirty="0">
              <a:solidFill>
                <a:srgbClr val="000000"/>
              </a:solidFill>
              <a:latin typeface="IBM Plex Sans Light"/>
            </a:endParaRPr>
          </a:p>
          <a:p>
            <a:pPr defTabSz="2437912">
              <a:defRPr/>
            </a:pPr>
            <a:r>
              <a:rPr lang="en-US" dirty="0">
                <a:solidFill>
                  <a:srgbClr val="000000"/>
                </a:solidFill>
                <a:latin typeface="IBM Plex Sans Light"/>
              </a:rPr>
              <a:t>The Monetary Authority of Singapore issued an advisory to urging financial institutions to prepare for the </a:t>
            </a:r>
            <a:r>
              <a:rPr lang="en-US" b="1" dirty="0">
                <a:solidFill>
                  <a:srgbClr val="0F62FE"/>
                </a:solidFill>
                <a:latin typeface="IBM Plex Sans Light"/>
              </a:rPr>
              <a:t>transition to post-quantum cryptography.</a:t>
            </a:r>
            <a:r>
              <a:rPr lang="en-US" baseline="30000" dirty="0">
                <a:solidFill>
                  <a:srgbClr val="000000"/>
                </a:solidFill>
                <a:latin typeface="IBM Plex Sans Light"/>
              </a:rPr>
              <a:t>4</a:t>
            </a:r>
          </a:p>
          <a:p>
            <a:endParaRPr lang="en-US" dirty="0"/>
          </a:p>
        </p:txBody>
      </p:sp>
      <p:pic>
        <p:nvPicPr>
          <p:cNvPr id="38" name="Picture Placeholder 43" descr="Lock outline">
            <a:extLst>
              <a:ext uri="{FF2B5EF4-FFF2-40B4-BE49-F238E27FC236}">
                <a16:creationId xmlns:a16="http://schemas.microsoft.com/office/drawing/2014/main" id="{D58AB822-E867-2401-8320-CC527BD48D7A}"/>
              </a:ext>
            </a:extLst>
          </p:cNvPr>
          <p:cNvPicPr>
            <a:picLocks noGrp="1" noChangeAspect="1"/>
          </p:cNvPicPr>
          <p:nvPr>
            <p:ph type="pic" sz="quarter" idx="21"/>
          </p:nvPr>
        </p:nvPicPr>
        <p:blipFill>
          <a:blip>
            <a:extLst>
              <a:ext uri="{96DAC541-7B7A-43D3-8B79-37D633B846F1}">
                <asvg:svgBlip xmlns:asvg="http://schemas.microsoft.com/office/drawing/2016/SVG/main" r:embed="rId7"/>
              </a:ext>
            </a:extLst>
          </a:blip>
          <a:srcRect/>
          <a:stretch>
            <a:fillRect/>
          </a:stretch>
        </p:blipFill>
        <p:spPr/>
      </p:pic>
      <p:sp>
        <p:nvSpPr>
          <p:cNvPr id="10" name="Text Placeholder 9">
            <a:extLst>
              <a:ext uri="{FF2B5EF4-FFF2-40B4-BE49-F238E27FC236}">
                <a16:creationId xmlns:a16="http://schemas.microsoft.com/office/drawing/2014/main" id="{F811A82D-D3D4-BB5E-E804-886E44EA771E}"/>
              </a:ext>
            </a:extLst>
          </p:cNvPr>
          <p:cNvSpPr>
            <a:spLocks noGrp="1"/>
          </p:cNvSpPr>
          <p:nvPr>
            <p:ph type="body" sz="quarter" idx="15"/>
          </p:nvPr>
        </p:nvSpPr>
        <p:spPr/>
        <p:txBody>
          <a:bodyPr/>
          <a:lstStyle/>
          <a:p>
            <a:pPr defTabSz="2437912">
              <a:defRPr/>
            </a:pPr>
            <a:r>
              <a:rPr lang="en-US" sz="3600" b="1" dirty="0">
                <a:solidFill>
                  <a:srgbClr val="0F62FE"/>
                </a:solidFill>
                <a:latin typeface="IBM Plex Sans Light"/>
              </a:rPr>
              <a:t>India Telecommunications</a:t>
            </a:r>
          </a:p>
          <a:p>
            <a:pPr defTabSz="2437912">
              <a:defRPr/>
            </a:pPr>
            <a:endParaRPr lang="en-US" dirty="0">
              <a:solidFill>
                <a:srgbClr val="000000"/>
              </a:solidFill>
              <a:latin typeface="IBM Plex Sans Light"/>
            </a:endParaRPr>
          </a:p>
          <a:p>
            <a:pPr defTabSz="2437912">
              <a:defRPr/>
            </a:pPr>
            <a:r>
              <a:rPr lang="en-US" dirty="0">
                <a:solidFill>
                  <a:srgbClr val="000000"/>
                </a:solidFill>
                <a:latin typeface="IBM Plex Sans Light"/>
              </a:rPr>
              <a:t>India’s Telecommunication Engineering Centre (TEC) published a technical report on </a:t>
            </a:r>
            <a:r>
              <a:rPr lang="en-US" b="1" dirty="0">
                <a:solidFill>
                  <a:srgbClr val="0F62FE"/>
                </a:solidFill>
                <a:latin typeface="IBM Plex Sans Light"/>
              </a:rPr>
              <a:t>migration to post-quantum cryptography</a:t>
            </a:r>
            <a:r>
              <a:rPr lang="en-US" dirty="0">
                <a:solidFill>
                  <a:srgbClr val="000000"/>
                </a:solidFill>
                <a:latin typeface="IBM Plex Sans Light"/>
              </a:rPr>
              <a:t>.</a:t>
            </a:r>
            <a:r>
              <a:rPr lang="en-US" baseline="30000" dirty="0">
                <a:solidFill>
                  <a:srgbClr val="000000"/>
                </a:solidFill>
                <a:latin typeface="IBM Plex Sans Light"/>
              </a:rPr>
              <a:t>5</a:t>
            </a:r>
          </a:p>
          <a:p>
            <a:endParaRPr lang="en-US" dirty="0"/>
          </a:p>
        </p:txBody>
      </p:sp>
      <p:pic>
        <p:nvPicPr>
          <p:cNvPr id="39" name="Picture Placeholder 38">
            <a:extLst>
              <a:ext uri="{FF2B5EF4-FFF2-40B4-BE49-F238E27FC236}">
                <a16:creationId xmlns:a16="http://schemas.microsoft.com/office/drawing/2014/main" id="{41B41705-5C36-12BF-8020-A45A22A990D8}"/>
              </a:ext>
            </a:extLst>
          </p:cNvPr>
          <p:cNvPicPr>
            <a:picLocks noGrp="1" noChangeAspect="1"/>
          </p:cNvPicPr>
          <p:nvPr>
            <p:ph type="pic" sz="quarter" idx="22"/>
          </p:nvPr>
        </p:nvPicPr>
        <p:blipFill>
          <a:blip r:embed="rId8"/>
          <a:srcRect l="1543" r="1543"/>
          <a:stretch>
            <a:fillRect/>
          </a:stretch>
        </p:blipFill>
        <p:spPr>
          <a:prstGeom prst="rect">
            <a:avLst/>
          </a:prstGeom>
        </p:spPr>
      </p:pic>
      <p:sp>
        <p:nvSpPr>
          <p:cNvPr id="11" name="Text Placeholder 10">
            <a:extLst>
              <a:ext uri="{FF2B5EF4-FFF2-40B4-BE49-F238E27FC236}">
                <a16:creationId xmlns:a16="http://schemas.microsoft.com/office/drawing/2014/main" id="{87288DCC-2C6B-9106-F584-E67B1D598A4D}"/>
              </a:ext>
            </a:extLst>
          </p:cNvPr>
          <p:cNvSpPr>
            <a:spLocks noGrp="1"/>
          </p:cNvSpPr>
          <p:nvPr>
            <p:ph type="body" sz="quarter" idx="16"/>
          </p:nvPr>
        </p:nvSpPr>
        <p:spPr/>
        <p:txBody>
          <a:bodyPr/>
          <a:lstStyle/>
          <a:p>
            <a:pPr defTabSz="2437912">
              <a:defRPr/>
            </a:pPr>
            <a:r>
              <a:rPr lang="en-US" sz="3600" b="1" dirty="0">
                <a:solidFill>
                  <a:srgbClr val="0F62FE"/>
                </a:solidFill>
                <a:latin typeface="IBM Plex Sans Light"/>
              </a:rPr>
              <a:t>Indonesia Defense University</a:t>
            </a:r>
          </a:p>
          <a:p>
            <a:pPr defTabSz="2437912">
              <a:defRPr/>
            </a:pPr>
            <a:endParaRPr lang="en-US" dirty="0">
              <a:solidFill>
                <a:srgbClr val="000000"/>
              </a:solidFill>
              <a:latin typeface="IBM Plex Sans Light"/>
            </a:endParaRPr>
          </a:p>
          <a:p>
            <a:pPr defTabSz="2437912">
              <a:defRPr/>
            </a:pPr>
            <a:r>
              <a:rPr lang="en-US" dirty="0">
                <a:solidFill>
                  <a:srgbClr val="000000"/>
                </a:solidFill>
                <a:latin typeface="IBM Plex Sans Light"/>
              </a:rPr>
              <a:t>The university’s Center for Quantum Security Ecosystem (CQSE) introduced a roadmap for the development of a national </a:t>
            </a:r>
            <a:r>
              <a:rPr lang="en-US" b="1" dirty="0">
                <a:solidFill>
                  <a:srgbClr val="0F62FE"/>
                </a:solidFill>
                <a:latin typeface="IBM Plex Sans Light"/>
              </a:rPr>
              <a:t>quantum security system</a:t>
            </a:r>
            <a:r>
              <a:rPr lang="en-US" dirty="0">
                <a:solidFill>
                  <a:srgbClr val="000000"/>
                </a:solidFill>
                <a:latin typeface="IBM Plex Sans Light"/>
              </a:rPr>
              <a:t>.</a:t>
            </a:r>
            <a:r>
              <a:rPr lang="en-US" baseline="30000" dirty="0">
                <a:solidFill>
                  <a:srgbClr val="000000"/>
                </a:solidFill>
                <a:latin typeface="IBM Plex Sans Light"/>
              </a:rPr>
              <a:t>6</a:t>
            </a:r>
          </a:p>
          <a:p>
            <a:endParaRPr lang="en-US" dirty="0"/>
          </a:p>
        </p:txBody>
      </p:sp>
      <p:sp>
        <p:nvSpPr>
          <p:cNvPr id="4" name="Slide Number Placeholder 3">
            <a:extLst>
              <a:ext uri="{FF2B5EF4-FFF2-40B4-BE49-F238E27FC236}">
                <a16:creationId xmlns:a16="http://schemas.microsoft.com/office/drawing/2014/main" id="{DF8C35D8-8394-A661-BEDA-C6CF2AFF9C73}"/>
              </a:ext>
            </a:extLst>
          </p:cNvPr>
          <p:cNvSpPr>
            <a:spLocks noGrp="1"/>
          </p:cNvSpPr>
          <p:nvPr>
            <p:ph type="sldNum" sz="quarter" idx="4"/>
          </p:nvPr>
        </p:nvSpPr>
        <p:spPr>
          <a:xfrm>
            <a:off x="47504743" y="26026186"/>
            <a:ext cx="123432" cy="246221"/>
          </a:xfrm>
        </p:spPr>
        <p:txBody>
          <a:bodyPr/>
          <a:lstStyle/>
          <a:p>
            <a:pPr defTabSz="1828800">
              <a:defRPr/>
            </a:pPr>
            <a:fld id="{86CB4B4D-7CA3-9044-876B-883B54F8677D}" type="slidenum">
              <a:rPr lang="en-US">
                <a:solidFill>
                  <a:srgbClr val="000000"/>
                </a:solidFill>
              </a:rPr>
              <a:pPr defTabSz="1828800">
                <a:defRPr/>
              </a:pPr>
              <a:t>10</a:t>
            </a:fld>
            <a:endParaRPr lang="en-US" dirty="0">
              <a:solidFill>
                <a:srgbClr val="000000"/>
              </a:solidFill>
            </a:endParaRPr>
          </a:p>
        </p:txBody>
      </p:sp>
      <p:sp>
        <p:nvSpPr>
          <p:cNvPr id="40" name="Text Placeholder 3">
            <a:extLst>
              <a:ext uri="{FF2B5EF4-FFF2-40B4-BE49-F238E27FC236}">
                <a16:creationId xmlns:a16="http://schemas.microsoft.com/office/drawing/2014/main" id="{582E0729-624E-F52A-EAC1-EA195ADFCCC1}"/>
              </a:ext>
            </a:extLst>
          </p:cNvPr>
          <p:cNvSpPr txBox="1">
            <a:spLocks/>
          </p:cNvSpPr>
          <p:nvPr/>
        </p:nvSpPr>
        <p:spPr>
          <a:xfrm>
            <a:off x="6668221" y="12283524"/>
            <a:ext cx="4950768" cy="8300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400" b="0" i="0" u="none" strike="noStrike" cap="none" spc="0" baseline="0">
                <a:solidFill>
                  <a:schemeClr val="tx1"/>
                </a:solidFill>
                <a:uFillTx/>
                <a:latin typeface="+mj-lt"/>
                <a:ea typeface="+mj-ea"/>
                <a:cs typeface="+mj-cs"/>
                <a:sym typeface="IBM Plex Sans Light"/>
              </a:defRPr>
            </a:lvl1pPr>
            <a:lvl2pPr marL="219456" marR="0" indent="-219456" algn="l" defTabSz="2438400" rtl="0" eaLnBrk="1" latinLnBrk="0" hangingPunct="1">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2pPr>
            <a:lvl3pPr marL="438912" marR="0" indent="-219456" algn="l" defTabSz="2438400" rtl="0" eaLnBrk="1" latinLnBrk="0" hangingPunct="1">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3pPr>
            <a:lvl4pPr marL="658368" marR="0" indent="-219456" algn="l" defTabSz="2438400" rtl="0" eaLnBrk="1" latinLnBrk="0" hangingPunct="1">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4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342832" indent="-342832" defTabSz="4876800">
              <a:buFontTx/>
              <a:buAutoNum type="arabicPeriod"/>
              <a:defRPr/>
            </a:pPr>
            <a:r>
              <a:rPr lang="en-US" sz="1400" kern="0" dirty="0">
                <a:solidFill>
                  <a:srgbClr val="000000"/>
                </a:solidFill>
                <a:latin typeface="IBM Plex Sans Light"/>
                <a:hlinkClick r:id="rId9"/>
              </a:rPr>
              <a:t>National Security Memorandum 10</a:t>
            </a:r>
            <a:r>
              <a:rPr lang="en-US" sz="1400" kern="0" dirty="0">
                <a:solidFill>
                  <a:srgbClr val="000000"/>
                </a:solidFill>
                <a:latin typeface="IBM Plex Sans Light"/>
              </a:rPr>
              <a:t>, Young, 2022</a:t>
            </a:r>
          </a:p>
          <a:p>
            <a:pPr marL="342832" indent="-342832" defTabSz="4876800">
              <a:buFontTx/>
              <a:buAutoNum type="arabicPeriod"/>
              <a:defRPr/>
            </a:pPr>
            <a:r>
              <a:rPr lang="en-US" sz="1400" kern="0" dirty="0">
                <a:solidFill>
                  <a:srgbClr val="000000"/>
                </a:solidFill>
                <a:latin typeface="IBM Plex Sans Light"/>
              </a:rPr>
              <a:t>2. </a:t>
            </a:r>
            <a:r>
              <a:rPr lang="en-US" sz="1400" kern="0" dirty="0">
                <a:solidFill>
                  <a:srgbClr val="000000"/>
                </a:solidFill>
                <a:latin typeface="IBM Plex Sans Light"/>
                <a:hlinkClick r:id="rId10"/>
              </a:rPr>
              <a:t>Securing Tomorrow, Today: Transitioning to Post-Quantum Cryptography</a:t>
            </a:r>
            <a:r>
              <a:rPr lang="en-US" sz="1400" kern="0" dirty="0">
                <a:solidFill>
                  <a:srgbClr val="000000"/>
                </a:solidFill>
                <a:latin typeface="IBM Plex Sans Light"/>
              </a:rPr>
              <a:t>, BSI, 2024</a:t>
            </a:r>
          </a:p>
          <a:p>
            <a:pPr marL="342832" indent="-342832" defTabSz="4876800">
              <a:buFontTx/>
              <a:buAutoNum type="arabicPeriod"/>
              <a:defRPr/>
            </a:pPr>
            <a:endParaRPr lang="en-US" sz="1400" kern="0" dirty="0">
              <a:solidFill>
                <a:srgbClr val="000000"/>
              </a:solidFill>
              <a:latin typeface="IBM Plex Sans Light"/>
            </a:endParaRPr>
          </a:p>
        </p:txBody>
      </p:sp>
      <p:sp>
        <p:nvSpPr>
          <p:cNvPr id="41" name="Text Placeholder 3">
            <a:extLst>
              <a:ext uri="{FF2B5EF4-FFF2-40B4-BE49-F238E27FC236}">
                <a16:creationId xmlns:a16="http://schemas.microsoft.com/office/drawing/2014/main" id="{170E598F-F39F-0608-14D1-EEFBABCE6738}"/>
              </a:ext>
            </a:extLst>
          </p:cNvPr>
          <p:cNvSpPr txBox="1">
            <a:spLocks/>
          </p:cNvSpPr>
          <p:nvPr/>
        </p:nvSpPr>
        <p:spPr>
          <a:xfrm>
            <a:off x="12766750" y="12253597"/>
            <a:ext cx="5266874" cy="10344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400" b="0" i="0" u="none" strike="noStrike" cap="none" spc="0" baseline="0">
                <a:solidFill>
                  <a:schemeClr val="tx1"/>
                </a:solidFill>
                <a:uFillTx/>
                <a:latin typeface="+mj-lt"/>
                <a:ea typeface="+mj-ea"/>
                <a:cs typeface="+mj-cs"/>
                <a:sym typeface="IBM Plex Sans Light"/>
              </a:defRPr>
            </a:lvl1pPr>
            <a:lvl2pPr marL="219456" marR="0" indent="-219456" algn="l" defTabSz="2438400" rtl="0" eaLnBrk="1" latinLnBrk="0" hangingPunct="1">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2pPr>
            <a:lvl3pPr marL="438912" marR="0" indent="-219456" algn="l" defTabSz="2438400" rtl="0" eaLnBrk="1" latinLnBrk="0" hangingPunct="1">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3pPr>
            <a:lvl4pPr marL="658368" marR="0" indent="-219456" algn="l" defTabSz="2438400" rtl="0" eaLnBrk="1" latinLnBrk="0" hangingPunct="1">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4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342832" indent="-342832" defTabSz="4876800">
              <a:buFont typeface="+mj-lt"/>
              <a:buAutoNum type="arabicPeriod" startAt="3"/>
              <a:defRPr/>
            </a:pPr>
            <a:r>
              <a:rPr lang="en-US" sz="1400" kern="0" dirty="0">
                <a:solidFill>
                  <a:srgbClr val="000000"/>
                </a:solidFill>
                <a:latin typeface="IBM Plex Sans Light"/>
                <a:hlinkClick r:id="rId11"/>
              </a:rPr>
              <a:t>Quantum-Readiness: Migration to Post-Quantum Cryptography</a:t>
            </a:r>
            <a:r>
              <a:rPr lang="en-US" sz="1400" kern="0" dirty="0">
                <a:solidFill>
                  <a:srgbClr val="000000"/>
                </a:solidFill>
                <a:latin typeface="IBM Plex Sans Light"/>
              </a:rPr>
              <a:t>, CISA, 2023</a:t>
            </a:r>
          </a:p>
          <a:p>
            <a:pPr marL="342832" indent="-342832" defTabSz="4876800">
              <a:buFont typeface="+mj-lt"/>
              <a:buAutoNum type="arabicPeriod" startAt="3"/>
              <a:defRPr/>
            </a:pPr>
            <a:r>
              <a:rPr lang="en-US" sz="1400" kern="0" dirty="0">
                <a:solidFill>
                  <a:srgbClr val="000000"/>
                </a:solidFill>
                <a:latin typeface="IBM Plex Sans Light"/>
                <a:hlinkClick r:id="rId12"/>
              </a:rPr>
              <a:t>Advisory on Addressing the Cybersecurity Risks Associated with Quantum</a:t>
            </a:r>
            <a:r>
              <a:rPr lang="en-US" sz="1400" kern="0" dirty="0">
                <a:solidFill>
                  <a:srgbClr val="000000"/>
                </a:solidFill>
                <a:latin typeface="IBM Plex Sans Light"/>
              </a:rPr>
              <a:t>, Monetary Authority of Singapore, 2024</a:t>
            </a:r>
          </a:p>
          <a:p>
            <a:pPr marL="342832" indent="-342832" defTabSz="4876800">
              <a:buFont typeface="+mj-lt"/>
              <a:buAutoNum type="arabicPeriod" startAt="3"/>
              <a:defRPr/>
            </a:pPr>
            <a:endParaRPr lang="en-US" sz="1400" kern="0" dirty="0">
              <a:solidFill>
                <a:srgbClr val="000000"/>
              </a:solidFill>
              <a:latin typeface="IBM Plex Sans Light"/>
            </a:endParaRPr>
          </a:p>
        </p:txBody>
      </p:sp>
      <p:sp>
        <p:nvSpPr>
          <p:cNvPr id="42" name="Text Placeholder 3">
            <a:extLst>
              <a:ext uri="{FF2B5EF4-FFF2-40B4-BE49-F238E27FC236}">
                <a16:creationId xmlns:a16="http://schemas.microsoft.com/office/drawing/2014/main" id="{C18A2E25-4CB6-D7E0-FCB1-47793123508D}"/>
              </a:ext>
            </a:extLst>
          </p:cNvPr>
          <p:cNvSpPr txBox="1">
            <a:spLocks/>
          </p:cNvSpPr>
          <p:nvPr/>
        </p:nvSpPr>
        <p:spPr>
          <a:xfrm>
            <a:off x="18858634" y="12236730"/>
            <a:ext cx="5266874" cy="12388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400" b="0" i="0" u="none" strike="noStrike" cap="none" spc="0" baseline="0">
                <a:solidFill>
                  <a:schemeClr val="tx1"/>
                </a:solidFill>
                <a:uFillTx/>
                <a:latin typeface="+mj-lt"/>
                <a:ea typeface="+mj-ea"/>
                <a:cs typeface="+mj-cs"/>
                <a:sym typeface="IBM Plex Sans Light"/>
              </a:defRPr>
            </a:lvl1pPr>
            <a:lvl2pPr marL="219456" marR="0" indent="-219456" algn="l" defTabSz="2438400" rtl="0" eaLnBrk="1" latinLnBrk="0" hangingPunct="1">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2pPr>
            <a:lvl3pPr marL="438912" marR="0" indent="-219456" algn="l" defTabSz="2438400" rtl="0" eaLnBrk="1" latinLnBrk="0" hangingPunct="1">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3pPr>
            <a:lvl4pPr marL="658368" marR="0" indent="-219456" algn="l" defTabSz="2438400" rtl="0" eaLnBrk="1" latinLnBrk="0" hangingPunct="1">
              <a:lnSpc>
                <a:spcPct val="110000"/>
              </a:lnSpc>
              <a:spcBef>
                <a:spcPts val="0"/>
              </a:spcBef>
              <a:spcAft>
                <a:spcPts val="0"/>
              </a:spcAft>
              <a:buClrTx/>
              <a:buSzPct val="100000"/>
              <a:buFontTx/>
              <a:buChar char="–"/>
              <a:tabLst/>
              <a:defRPr sz="24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4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342832" indent="-342832" defTabSz="4876800">
              <a:buFont typeface="+mj-lt"/>
              <a:buAutoNum type="arabicPeriod" startAt="5"/>
              <a:defRPr/>
            </a:pPr>
            <a:r>
              <a:rPr lang="en-US" sz="1400" kern="0" dirty="0">
                <a:solidFill>
                  <a:srgbClr val="000000"/>
                </a:solidFill>
                <a:latin typeface="IBM Plex Sans Light"/>
                <a:hlinkClick r:id="rId13"/>
              </a:rPr>
              <a:t>Migration to POST QUANTUM CRYPTOGRAPHY</a:t>
            </a:r>
            <a:r>
              <a:rPr lang="en-US" sz="1400" kern="0" dirty="0">
                <a:solidFill>
                  <a:srgbClr val="000000"/>
                </a:solidFill>
                <a:latin typeface="IBM Plex Sans Light"/>
              </a:rPr>
              <a:t>, Telecommunication Engineering Centre, 2025</a:t>
            </a:r>
          </a:p>
          <a:p>
            <a:pPr marL="342832" indent="-342832" defTabSz="4876800">
              <a:buFont typeface="+mj-lt"/>
              <a:buAutoNum type="arabicPeriod" startAt="5"/>
              <a:defRPr/>
            </a:pPr>
            <a:r>
              <a:rPr lang="en-US" sz="1400" kern="0" dirty="0">
                <a:solidFill>
                  <a:srgbClr val="000000"/>
                </a:solidFill>
                <a:latin typeface="IBM Plex Sans Light"/>
                <a:hlinkClick r:id="rId14"/>
              </a:rPr>
              <a:t>Indonesia Defense University Launches Center for Quantum Security, Strengthening National Cyber Sovereignty</a:t>
            </a:r>
            <a:r>
              <a:rPr lang="en-US" sz="1400" kern="0" dirty="0">
                <a:solidFill>
                  <a:srgbClr val="000000"/>
                </a:solidFill>
                <a:latin typeface="IBM Plex Sans Light"/>
              </a:rPr>
              <a:t>, Intimedia, 2025</a:t>
            </a:r>
          </a:p>
          <a:p>
            <a:pPr marL="342832" indent="-342832" defTabSz="4876800">
              <a:buFont typeface="+mj-lt"/>
              <a:buAutoNum type="arabicPeriod" startAt="5"/>
              <a:defRPr/>
            </a:pPr>
            <a:endParaRPr lang="en-US" sz="1400" kern="0" dirty="0">
              <a:solidFill>
                <a:srgbClr val="000000"/>
              </a:solidFill>
              <a:latin typeface="IBM Plex Sans Light"/>
            </a:endParaRPr>
          </a:p>
        </p:txBody>
      </p:sp>
      <p:sp>
        <p:nvSpPr>
          <p:cNvPr id="2" name="Slide Number Placeholder 3">
            <a:extLst>
              <a:ext uri="{FF2B5EF4-FFF2-40B4-BE49-F238E27FC236}">
                <a16:creationId xmlns:a16="http://schemas.microsoft.com/office/drawing/2014/main" id="{05618FC4-E840-4CF9-940A-331D6FFB581A}"/>
              </a:ext>
            </a:extLst>
          </p:cNvPr>
          <p:cNvSpPr txBox="1">
            <a:spLocks/>
          </p:cNvSpPr>
          <p:nvPr/>
        </p:nvSpPr>
        <p:spPr>
          <a:xfrm>
            <a:off x="23349098" y="13186244"/>
            <a:ext cx="461890" cy="246221"/>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10</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13" name="Footer Placeholder 3">
            <a:extLst>
              <a:ext uri="{FF2B5EF4-FFF2-40B4-BE49-F238E27FC236}">
                <a16:creationId xmlns:a16="http://schemas.microsoft.com/office/drawing/2014/main" id="{97ECD784-FF10-CB1B-1A00-F698D4EBC8C7}"/>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208663378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0844D-F23E-65E4-012D-C1D354446643}"/>
              </a:ext>
            </a:extLst>
          </p:cNvPr>
          <p:cNvSpPr>
            <a:spLocks noGrp="1"/>
          </p:cNvSpPr>
          <p:nvPr>
            <p:ph type="title"/>
          </p:nvPr>
        </p:nvSpPr>
        <p:spPr>
          <a:xfrm>
            <a:off x="576072" y="501090"/>
            <a:ext cx="23236428" cy="1527048"/>
          </a:xfrm>
        </p:spPr>
        <p:txBody>
          <a:bodyPr/>
          <a:lstStyle/>
          <a:p>
            <a:r>
              <a:rPr lang="en-US" sz="6000" dirty="0">
                <a:latin typeface="IBM Plex Sans" panose="020B0503050203000203" pitchFamily="34" charset="0"/>
              </a:rPr>
              <a:t>Post-Quantum Cryptography</a:t>
            </a:r>
            <a:br>
              <a:rPr lang="en-US" sz="5400" dirty="0">
                <a:latin typeface="IBM Plex Sans" panose="020B0503050203000203" pitchFamily="34" charset="0"/>
              </a:rPr>
            </a:br>
            <a:r>
              <a:rPr lang="en-US" sz="4000" dirty="0">
                <a:solidFill>
                  <a:srgbClr val="0432FF"/>
                </a:solidFill>
                <a:latin typeface="IBM Plex Sans" panose="020B0503050203000203" pitchFamily="34" charset="0"/>
              </a:rPr>
              <a:t>a.k.a. Quantum Safe Cryptography or Quantum Resistant Cryptography</a:t>
            </a:r>
            <a:endParaRPr lang="en-US" sz="5400" dirty="0">
              <a:solidFill>
                <a:srgbClr val="0432FF"/>
              </a:solidFill>
              <a:latin typeface="IBM Plex Sans" panose="020B0503050203000203" pitchFamily="34" charset="0"/>
            </a:endParaRPr>
          </a:p>
        </p:txBody>
      </p:sp>
      <p:sp>
        <p:nvSpPr>
          <p:cNvPr id="8" name="TextBox 7">
            <a:extLst>
              <a:ext uri="{FF2B5EF4-FFF2-40B4-BE49-F238E27FC236}">
                <a16:creationId xmlns:a16="http://schemas.microsoft.com/office/drawing/2014/main" id="{3456B541-D9B5-64F7-36B9-132927645F65}"/>
              </a:ext>
            </a:extLst>
          </p:cNvPr>
          <p:cNvSpPr txBox="1"/>
          <p:nvPr/>
        </p:nvSpPr>
        <p:spPr>
          <a:xfrm>
            <a:off x="796060" y="4469273"/>
            <a:ext cx="12312423" cy="683264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r>
              <a:rPr lang="en-US" sz="4400" dirty="0"/>
              <a:t>Traditional public-key cryptography relies upon mathematical problems that are difficult to solve on classical computers.</a:t>
            </a:r>
          </a:p>
          <a:p>
            <a:endParaRPr lang="en-US" sz="5400" dirty="0">
              <a:solidFill>
                <a:srgbClr val="8A3FFC"/>
              </a:solidFill>
            </a:endParaRPr>
          </a:p>
          <a:p>
            <a:r>
              <a:rPr lang="en-US" sz="4800" dirty="0">
                <a:solidFill>
                  <a:srgbClr val="8A3FFC"/>
                </a:solidFill>
              </a:rPr>
              <a:t>Quantum-safe cryptography includes </a:t>
            </a:r>
            <a:r>
              <a:rPr lang="en-US" sz="4800" b="1" dirty="0">
                <a:solidFill>
                  <a:srgbClr val="8A3FFC"/>
                </a:solidFill>
              </a:rPr>
              <a:t>a suite of algorithms and systems that are resistant to attacks by both classical and quantum computers</a:t>
            </a:r>
            <a:r>
              <a:rPr lang="en-US" sz="4800" dirty="0">
                <a:solidFill>
                  <a:srgbClr val="8A3FFC"/>
                </a:solidFill>
              </a:rPr>
              <a:t>. </a:t>
            </a:r>
          </a:p>
          <a:p>
            <a:endParaRPr lang="en-US" sz="6000" dirty="0"/>
          </a:p>
        </p:txBody>
      </p:sp>
      <p:pic>
        <p:nvPicPr>
          <p:cNvPr id="14" name="Picture 13" descr="A diagram of a diamond with dots and lines&#10;&#10;Description automatically generated">
            <a:extLst>
              <a:ext uri="{FF2B5EF4-FFF2-40B4-BE49-F238E27FC236}">
                <a16:creationId xmlns:a16="http://schemas.microsoft.com/office/drawing/2014/main" id="{58DA0F70-381B-A7A9-F581-5FB44AD49E76}"/>
              </a:ext>
            </a:extLst>
          </p:cNvPr>
          <p:cNvPicPr>
            <a:picLocks noChangeAspect="1"/>
          </p:cNvPicPr>
          <p:nvPr/>
        </p:nvPicPr>
        <p:blipFill>
          <a:blip r:embed="rId2"/>
          <a:stretch>
            <a:fillRect/>
          </a:stretch>
        </p:blipFill>
        <p:spPr>
          <a:xfrm>
            <a:off x="13108483" y="4675854"/>
            <a:ext cx="11278692" cy="6344264"/>
          </a:xfrm>
          <a:prstGeom prst="rect">
            <a:avLst/>
          </a:prstGeom>
        </p:spPr>
      </p:pic>
      <p:sp>
        <p:nvSpPr>
          <p:cNvPr id="4" name="Slide Number Placeholder 3">
            <a:extLst>
              <a:ext uri="{FF2B5EF4-FFF2-40B4-BE49-F238E27FC236}">
                <a16:creationId xmlns:a16="http://schemas.microsoft.com/office/drawing/2014/main" id="{ABC805BB-4A19-CFC5-551D-FD122E437AA0}"/>
              </a:ext>
            </a:extLst>
          </p:cNvPr>
          <p:cNvSpPr txBox="1">
            <a:spLocks/>
          </p:cNvSpPr>
          <p:nvPr/>
        </p:nvSpPr>
        <p:spPr>
          <a:xfrm>
            <a:off x="23136447" y="13164979"/>
            <a:ext cx="677863" cy="246221"/>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11</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6" name="Footer Placeholder 3">
            <a:extLst>
              <a:ext uri="{FF2B5EF4-FFF2-40B4-BE49-F238E27FC236}">
                <a16:creationId xmlns:a16="http://schemas.microsoft.com/office/drawing/2014/main" id="{C4428D34-DEB5-B523-1BF6-6A1A99C22032}"/>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242198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0844D-F23E-65E4-012D-C1D354446643}"/>
              </a:ext>
            </a:extLst>
          </p:cNvPr>
          <p:cNvSpPr>
            <a:spLocks noGrp="1"/>
          </p:cNvSpPr>
          <p:nvPr>
            <p:ph type="title"/>
          </p:nvPr>
        </p:nvSpPr>
        <p:spPr>
          <a:xfrm>
            <a:off x="576072" y="501090"/>
            <a:ext cx="19949802" cy="1527048"/>
          </a:xfrm>
        </p:spPr>
        <p:txBody>
          <a:bodyPr/>
          <a:lstStyle/>
          <a:p>
            <a:r>
              <a:rPr lang="en-US" sz="5400" dirty="0">
                <a:latin typeface="IBM Plex Sans" panose="020B0503050203000203" pitchFamily="34" charset="0"/>
              </a:rPr>
              <a:t>Quantum Safe Cryptography</a:t>
            </a:r>
            <a:br>
              <a:rPr lang="en-US" sz="4800" dirty="0">
                <a:latin typeface="IBM Plex Sans" panose="020B0503050203000203" pitchFamily="34" charset="0"/>
              </a:rPr>
            </a:br>
            <a:r>
              <a:rPr lang="en-US" sz="4000" dirty="0">
                <a:solidFill>
                  <a:schemeClr val="accent1"/>
                </a:solidFill>
                <a:latin typeface="IBM Plex Sans" panose="020B0503050203000203" pitchFamily="34" charset="0"/>
              </a:rPr>
              <a:t>Primarily Lattice-Based </a:t>
            </a:r>
            <a:endParaRPr lang="en-US" sz="4800" dirty="0">
              <a:solidFill>
                <a:schemeClr val="accent1"/>
              </a:solidFill>
              <a:latin typeface="IBM Plex Sans" panose="020B0503050203000203" pitchFamily="34" charset="0"/>
            </a:endParaRPr>
          </a:p>
        </p:txBody>
      </p:sp>
      <p:pic>
        <p:nvPicPr>
          <p:cNvPr id="6" name="Picture 5" descr="A blue background with white dots and lines&#10;&#10;Description automatically generated">
            <a:extLst>
              <a:ext uri="{FF2B5EF4-FFF2-40B4-BE49-F238E27FC236}">
                <a16:creationId xmlns:a16="http://schemas.microsoft.com/office/drawing/2014/main" id="{BEF9DF36-692F-811B-D433-84128EE1C42B}"/>
              </a:ext>
            </a:extLst>
          </p:cNvPr>
          <p:cNvPicPr>
            <a:picLocks noChangeAspect="1"/>
          </p:cNvPicPr>
          <p:nvPr/>
        </p:nvPicPr>
        <p:blipFill>
          <a:blip r:embed="rId3"/>
          <a:stretch>
            <a:fillRect/>
          </a:stretch>
        </p:blipFill>
        <p:spPr>
          <a:xfrm>
            <a:off x="16416670" y="4060530"/>
            <a:ext cx="7395830" cy="7163058"/>
          </a:xfrm>
          <a:prstGeom prst="rect">
            <a:avLst/>
          </a:prstGeom>
        </p:spPr>
      </p:pic>
      <p:sp>
        <p:nvSpPr>
          <p:cNvPr id="10" name="Text Placeholder 2">
            <a:extLst>
              <a:ext uri="{FF2B5EF4-FFF2-40B4-BE49-F238E27FC236}">
                <a16:creationId xmlns:a16="http://schemas.microsoft.com/office/drawing/2014/main" id="{9C8C3C96-D00B-BF31-D28C-C11868D2C7A6}"/>
              </a:ext>
            </a:extLst>
          </p:cNvPr>
          <p:cNvSpPr txBox="1">
            <a:spLocks/>
          </p:cNvSpPr>
          <p:nvPr/>
        </p:nvSpPr>
        <p:spPr>
          <a:xfrm>
            <a:off x="574675" y="5104712"/>
            <a:ext cx="15535601" cy="8110198"/>
          </a:xfrm>
          <a:prstGeom prst="rect">
            <a:avLst/>
          </a:prstGeom>
        </p:spPr>
        <p:txBody>
          <a:bodyPr/>
          <a:lstStyle>
            <a:lvl1pPr marL="0" marR="0" indent="0" algn="l" defTabSz="2438400" rtl="0" eaLnBrk="1" fontAlgn="base" latinLnBrk="0" hangingPunct="1">
              <a:lnSpc>
                <a:spcPct val="110000"/>
              </a:lnSpc>
              <a:spcBef>
                <a:spcPts val="1100"/>
              </a:spcBef>
              <a:spcAft>
                <a:spcPct val="0"/>
              </a:spcAft>
              <a:buClr>
                <a:srgbClr val="6D6E70"/>
              </a:buClr>
              <a:buSzPct val="90000"/>
              <a:buFont typeface="Wingdings" pitchFamily="2" charset="2"/>
              <a:buNone/>
              <a:tabLst/>
              <a:defRPr sz="1400" b="0" i="0" u="none" strike="noStrike" cap="none" spc="0" baseline="0">
                <a:solidFill>
                  <a:schemeClr val="tx1"/>
                </a:solidFill>
                <a:uFillTx/>
                <a:latin typeface="IBM Plex Sans" panose="020B0503050203000203" pitchFamily="34" charset="0"/>
                <a:ea typeface="IBM Plex Sans" panose="020B0503050203000203" pitchFamily="34" charset="0"/>
                <a:cs typeface="IBM Plex Sans" panose="020B0503050203000203" pitchFamily="34" charset="0"/>
                <a:sym typeface="IBM Plex Sans Light"/>
              </a:defRPr>
            </a:lvl1pPr>
            <a:lvl2pPr marL="137160" marR="0" indent="-137160" algn="l" defTabSz="2438400" rtl="0" eaLnBrk="1" fontAlgn="base" latinLnBrk="0" hangingPunct="1">
              <a:lnSpc>
                <a:spcPct val="110000"/>
              </a:lnSpc>
              <a:spcBef>
                <a:spcPts val="1100"/>
              </a:spcBef>
              <a:spcAft>
                <a:spcPct val="0"/>
              </a:spcAft>
              <a:buClrTx/>
              <a:buSzPct val="80000"/>
              <a:buFont typeface="System Font Regular"/>
              <a:buChar char="–"/>
              <a:tabLst/>
              <a:defRPr sz="1400" b="0" i="0" u="none" strike="noStrike" cap="none" spc="0" baseline="0">
                <a:solidFill>
                  <a:schemeClr val="tx1"/>
                </a:solidFill>
                <a:uFillTx/>
                <a:latin typeface="IBM Plex Sans" panose="020B0503050203000203" pitchFamily="34" charset="0"/>
                <a:ea typeface="IBM Plex Sans" panose="020B0503050203000203" pitchFamily="34" charset="0"/>
                <a:cs typeface="IBM Plex Sans" panose="020B0503050203000203" pitchFamily="34" charset="0"/>
                <a:sym typeface="IBM Plex Sans Light"/>
              </a:defRPr>
            </a:lvl2pPr>
            <a:lvl3pPr marL="283464" marR="0" indent="-100584" algn="l" defTabSz="2438400" rtl="0" eaLnBrk="1" fontAlgn="base" latinLnBrk="0" hangingPunct="1">
              <a:lnSpc>
                <a:spcPct val="110000"/>
              </a:lnSpc>
              <a:spcBef>
                <a:spcPts val="1100"/>
              </a:spcBef>
              <a:spcAft>
                <a:spcPct val="0"/>
              </a:spcAft>
              <a:buClrTx/>
              <a:buSzPct val="80000"/>
              <a:buFont typeface="Arial" panose="020B0604020202020204" pitchFamily="34" charset="0"/>
              <a:buChar char="•"/>
              <a:tabLst/>
              <a:defRPr sz="1400" b="0" i="0" u="none" strike="noStrike" cap="none" spc="0" baseline="0">
                <a:solidFill>
                  <a:schemeClr val="tx1"/>
                </a:solidFill>
                <a:uFillTx/>
                <a:latin typeface="IBM Plex Sans" panose="020B0503050203000203" pitchFamily="34" charset="0"/>
                <a:ea typeface="IBM Plex Sans" panose="020B0503050203000203" pitchFamily="34" charset="0"/>
                <a:cs typeface="IBM Plex Sans" panose="020B0503050203000203" pitchFamily="34" charset="0"/>
                <a:sym typeface="IBM Plex Sans Light"/>
              </a:defRPr>
            </a:lvl3pPr>
            <a:lvl4pPr marL="512064" marR="0" indent="-137160" algn="l" defTabSz="2438400" rtl="0" eaLnBrk="1" fontAlgn="base" latinLnBrk="0" hangingPunct="1">
              <a:lnSpc>
                <a:spcPct val="110000"/>
              </a:lnSpc>
              <a:spcBef>
                <a:spcPts val="1100"/>
              </a:spcBef>
              <a:spcAft>
                <a:spcPct val="0"/>
              </a:spcAft>
              <a:buClrTx/>
              <a:buSzPct val="80000"/>
              <a:buFont typeface=".AppleSystemUIFont" charset="-120"/>
              <a:buChar char="–"/>
              <a:tabLst/>
              <a:defRPr sz="1400" b="0" i="0" u="none" strike="noStrike" cap="none" spc="0" baseline="0">
                <a:solidFill>
                  <a:schemeClr val="tx1"/>
                </a:solidFill>
                <a:uFillTx/>
                <a:latin typeface="IBM Plex Sans" panose="020B0503050203000203" pitchFamily="34" charset="0"/>
                <a:ea typeface="IBM Plex Sans" panose="020B0503050203000203" pitchFamily="34" charset="0"/>
                <a:cs typeface="IBM Plex Sans" panose="020B0503050203000203" pitchFamily="34" charset="0"/>
                <a:sym typeface="IBM Plex Sans Light"/>
              </a:defRPr>
            </a:lvl4pPr>
            <a:lvl5pPr marL="182880" marR="0" indent="-164592" algn="l" defTabSz="2438400" rtl="0" eaLnBrk="1" fontAlgn="base" latinLnBrk="0" hangingPunct="1">
              <a:lnSpc>
                <a:spcPct val="110000"/>
              </a:lnSpc>
              <a:spcBef>
                <a:spcPts val="1100"/>
              </a:spcBef>
              <a:spcAft>
                <a:spcPct val="0"/>
              </a:spcAft>
              <a:buClrTx/>
              <a:buSzPct val="80000"/>
              <a:buFontTx/>
              <a:buNone/>
              <a:tabLst/>
              <a:defRPr lang="en-US" sz="1400" b="0" i="0" u="none" strike="noStrike" cap="none" spc="0" baseline="0" dirty="0">
                <a:solidFill>
                  <a:schemeClr val="tx1"/>
                </a:solidFill>
                <a:uFillTx/>
                <a:latin typeface="IBM Plex Sans" panose="020B0503050203000203" pitchFamily="34" charset="0"/>
                <a:ea typeface="IBM Plex Sans" panose="020B0503050203000203" pitchFamily="34" charset="0"/>
                <a:cs typeface="IBM Plex Sans" panose="020B0503050203000203" pitchFamily="34" charset="0"/>
                <a:sym typeface="IBM Plex Sans Light"/>
              </a:defRPr>
            </a:lvl5pPr>
            <a:lvl6pPr marL="1583721" marR="0" indent="-129670" algn="l" defTabSz="2438400" rtl="0" eaLnBrk="1" fontAlgn="base" latinLnBrk="0" hangingPunct="1">
              <a:lnSpc>
                <a:spcPct val="100000"/>
              </a:lnSpc>
              <a:spcBef>
                <a:spcPct val="20000"/>
              </a:spcBef>
              <a:spcAft>
                <a:spcPct val="0"/>
              </a:spcAft>
              <a:buClr>
                <a:schemeClr val="bg1"/>
              </a:buClr>
              <a:buSzPct val="100000"/>
              <a:buFontTx/>
              <a:buChar char="»"/>
              <a:tabLst/>
              <a:defRPr sz="1269" b="0" i="0" u="none" strike="noStrike" cap="none" spc="0" baseline="0">
                <a:solidFill>
                  <a:schemeClr val="bg1"/>
                </a:solidFill>
                <a:uFillTx/>
                <a:latin typeface="Arial" charset="0"/>
                <a:ea typeface="+mj-ea"/>
                <a:cs typeface="+mj-cs"/>
                <a:sym typeface="IBM Plex Sans Light"/>
              </a:defRPr>
            </a:lvl6pPr>
            <a:lvl7pPr marL="1946291" marR="0" indent="-129670" algn="l" defTabSz="2438400" rtl="0" eaLnBrk="1" fontAlgn="base" latinLnBrk="0" hangingPunct="1">
              <a:lnSpc>
                <a:spcPct val="100000"/>
              </a:lnSpc>
              <a:spcBef>
                <a:spcPct val="20000"/>
              </a:spcBef>
              <a:spcAft>
                <a:spcPct val="0"/>
              </a:spcAft>
              <a:buClr>
                <a:schemeClr val="bg1"/>
              </a:buClr>
              <a:buSzPct val="100000"/>
              <a:buFontTx/>
              <a:buChar char="»"/>
              <a:tabLst/>
              <a:defRPr sz="1269" b="0" i="0" u="none" strike="noStrike" cap="none" spc="0" baseline="0">
                <a:solidFill>
                  <a:schemeClr val="bg1"/>
                </a:solidFill>
                <a:uFillTx/>
                <a:latin typeface="Arial" charset="0"/>
                <a:ea typeface="+mj-ea"/>
                <a:cs typeface="+mj-cs"/>
                <a:sym typeface="IBM Plex Sans Light"/>
              </a:defRPr>
            </a:lvl7pPr>
            <a:lvl8pPr marL="2308860" marR="0" indent="-129670" algn="l" defTabSz="2438400" rtl="0" eaLnBrk="1" fontAlgn="base" latinLnBrk="0" hangingPunct="1">
              <a:lnSpc>
                <a:spcPct val="100000"/>
              </a:lnSpc>
              <a:spcBef>
                <a:spcPct val="20000"/>
              </a:spcBef>
              <a:spcAft>
                <a:spcPct val="0"/>
              </a:spcAft>
              <a:buClr>
                <a:schemeClr val="bg1"/>
              </a:buClr>
              <a:buSzPct val="100000"/>
              <a:buFontTx/>
              <a:buChar char="»"/>
              <a:tabLst/>
              <a:defRPr sz="1269" b="0" i="0" u="none" strike="noStrike" cap="none" spc="0" baseline="0">
                <a:solidFill>
                  <a:schemeClr val="bg1"/>
                </a:solidFill>
                <a:uFillTx/>
                <a:latin typeface="Arial" charset="0"/>
                <a:ea typeface="+mj-ea"/>
                <a:cs typeface="+mj-cs"/>
                <a:sym typeface="IBM Plex Sans Light"/>
              </a:defRPr>
            </a:lvl8pPr>
            <a:lvl9pPr marL="2671430" marR="0" indent="-129670" algn="l" defTabSz="2438400" rtl="0" eaLnBrk="1" fontAlgn="base" latinLnBrk="0" hangingPunct="1">
              <a:lnSpc>
                <a:spcPct val="100000"/>
              </a:lnSpc>
              <a:spcBef>
                <a:spcPct val="20000"/>
              </a:spcBef>
              <a:spcAft>
                <a:spcPct val="0"/>
              </a:spcAft>
              <a:buClr>
                <a:schemeClr val="bg1"/>
              </a:buClr>
              <a:buSzPct val="100000"/>
              <a:buFontTx/>
              <a:buChar char="»"/>
              <a:tabLst/>
              <a:defRPr sz="1269" b="0" i="0" u="none" strike="noStrike" cap="none" spc="0" baseline="0">
                <a:solidFill>
                  <a:schemeClr val="bg1"/>
                </a:solidFill>
                <a:uFillTx/>
                <a:latin typeface="Arial" charset="0"/>
                <a:ea typeface="+mj-ea"/>
                <a:cs typeface="+mj-cs"/>
                <a:sym typeface="IBM Plex Sans Light"/>
              </a:defRPr>
            </a:lvl9pPr>
          </a:lstStyle>
          <a:p>
            <a:pPr defTabSz="1217997">
              <a:lnSpc>
                <a:spcPct val="100000"/>
              </a:lnSpc>
            </a:pPr>
            <a:r>
              <a:rPr lang="en-US" sz="4800" kern="0" dirty="0">
                <a:solidFill>
                  <a:srgbClr val="8A3FFC"/>
                </a:solidFill>
              </a:rPr>
              <a:t>Key differentiations with lattice cryptography</a:t>
            </a:r>
          </a:p>
          <a:p>
            <a:pPr defTabSz="1217997">
              <a:lnSpc>
                <a:spcPct val="100000"/>
              </a:lnSpc>
            </a:pPr>
            <a:endParaRPr lang="en-US" sz="4800" kern="0" dirty="0">
              <a:solidFill>
                <a:schemeClr val="accent1"/>
              </a:solidFill>
            </a:endParaRPr>
          </a:p>
          <a:p>
            <a:pPr marL="456750" indent="-456750" defTabSz="1217997">
              <a:lnSpc>
                <a:spcPct val="100000"/>
              </a:lnSpc>
              <a:spcBef>
                <a:spcPts val="2931"/>
              </a:spcBef>
              <a:buClr>
                <a:srgbClr val="C6C6C6"/>
              </a:buClr>
              <a:buSzPct val="100000"/>
              <a:buFont typeface="Arial" panose="020B0604020202020204" pitchFamily="34" charset="0"/>
              <a:buChar char="•"/>
            </a:pPr>
            <a:r>
              <a:rPr lang="en-US" sz="4000" kern="0" dirty="0"/>
              <a:t>Efficient and fast implementations compared to RSA</a:t>
            </a:r>
          </a:p>
          <a:p>
            <a:pPr marL="456750" indent="-456750" defTabSz="1217997">
              <a:lnSpc>
                <a:spcPct val="100000"/>
              </a:lnSpc>
              <a:spcBef>
                <a:spcPts val="2931"/>
              </a:spcBef>
              <a:buClr>
                <a:srgbClr val="C6C6C6"/>
              </a:buClr>
              <a:buSzPct val="100000"/>
              <a:buFont typeface="Arial" panose="020B0604020202020204" pitchFamily="34" charset="0"/>
              <a:buChar char="•"/>
            </a:pPr>
            <a:r>
              <a:rPr lang="en-US" sz="4000" kern="0" dirty="0"/>
              <a:t>Support wide range of applicability for hybrid cloud &amp; edge</a:t>
            </a:r>
          </a:p>
          <a:p>
            <a:pPr marL="456750" indent="-456750" defTabSz="1217997">
              <a:lnSpc>
                <a:spcPct val="100000"/>
              </a:lnSpc>
              <a:spcBef>
                <a:spcPts val="2931"/>
              </a:spcBef>
              <a:buClr>
                <a:srgbClr val="C6C6C6"/>
              </a:buClr>
              <a:buSzPct val="100000"/>
              <a:buFont typeface="Arial" panose="020B0604020202020204" pitchFamily="34" charset="0"/>
              <a:buChar char="•"/>
            </a:pPr>
            <a:r>
              <a:rPr lang="en-US" sz="4000" kern="0" dirty="0"/>
              <a:t>Building block for advanced crypto schema </a:t>
            </a:r>
            <a:br>
              <a:rPr lang="en-US" sz="4000" kern="0" dirty="0"/>
            </a:br>
            <a:r>
              <a:rPr lang="en-US" sz="3200" i="1" kern="0" dirty="0"/>
              <a:t>(i.e., Fully Homomorphic Encryption, Zero Knowledge Proofs, ID based encryption)</a:t>
            </a:r>
            <a:endParaRPr lang="en-US" sz="4000" i="1" kern="0" dirty="0"/>
          </a:p>
        </p:txBody>
      </p:sp>
      <p:sp>
        <p:nvSpPr>
          <p:cNvPr id="4" name="Slide Number Placeholder 3">
            <a:extLst>
              <a:ext uri="{FF2B5EF4-FFF2-40B4-BE49-F238E27FC236}">
                <a16:creationId xmlns:a16="http://schemas.microsoft.com/office/drawing/2014/main" id="{A0446D25-E2F3-ED7C-F572-D6B02E8A61AD}"/>
              </a:ext>
            </a:extLst>
          </p:cNvPr>
          <p:cNvSpPr txBox="1">
            <a:spLocks/>
          </p:cNvSpPr>
          <p:nvPr/>
        </p:nvSpPr>
        <p:spPr>
          <a:xfrm>
            <a:off x="23136447" y="13164979"/>
            <a:ext cx="677863" cy="246221"/>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12</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7" name="Footer Placeholder 3">
            <a:extLst>
              <a:ext uri="{FF2B5EF4-FFF2-40B4-BE49-F238E27FC236}">
                <a16:creationId xmlns:a16="http://schemas.microsoft.com/office/drawing/2014/main" id="{0F7E82F8-D1AE-A796-72C0-1B35D086D94B}"/>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2261146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8B779-40D5-35E8-6064-4CC32116F6F0}"/>
              </a:ext>
            </a:extLst>
          </p:cNvPr>
          <p:cNvSpPr>
            <a:spLocks noGrp="1"/>
          </p:cNvSpPr>
          <p:nvPr>
            <p:ph type="title"/>
          </p:nvPr>
        </p:nvSpPr>
        <p:spPr>
          <a:xfrm>
            <a:off x="537972" y="570932"/>
            <a:ext cx="16556228" cy="2229691"/>
          </a:xfrm>
        </p:spPr>
        <p:txBody>
          <a:bodyPr/>
          <a:lstStyle/>
          <a:p>
            <a:r>
              <a:rPr lang="en-US" sz="4800" dirty="0">
                <a:latin typeface="+mn-lt"/>
              </a:rPr>
              <a:t>The NIST Post-Quantum Cryptography (PQC) Standard</a:t>
            </a:r>
          </a:p>
        </p:txBody>
      </p:sp>
      <p:sp>
        <p:nvSpPr>
          <p:cNvPr id="3" name="Text Placeholder 2">
            <a:extLst>
              <a:ext uri="{FF2B5EF4-FFF2-40B4-BE49-F238E27FC236}">
                <a16:creationId xmlns:a16="http://schemas.microsoft.com/office/drawing/2014/main" id="{69F3E94E-3D0D-BFF3-CD84-A0F38B77D365}"/>
              </a:ext>
            </a:extLst>
          </p:cNvPr>
          <p:cNvSpPr>
            <a:spLocks noGrp="1"/>
          </p:cNvSpPr>
          <p:nvPr>
            <p:ph type="body" sz="quarter" idx="11"/>
          </p:nvPr>
        </p:nvSpPr>
        <p:spPr>
          <a:xfrm>
            <a:off x="576071" y="4835671"/>
            <a:ext cx="7143747" cy="5143499"/>
          </a:xfrm>
        </p:spPr>
        <p:txBody>
          <a:bodyPr/>
          <a:lstStyle/>
          <a:p>
            <a:r>
              <a:rPr lang="en-US" sz="3200" dirty="0">
                <a:solidFill>
                  <a:schemeClr val="accent1"/>
                </a:solidFill>
              </a:rPr>
              <a:t>FIPS 203: Module-Lattice-Based Key-Encapsulation Mechanism (ML-KEM)</a:t>
            </a:r>
            <a:r>
              <a:rPr lang="en-US" sz="3200" dirty="0"/>
              <a:t>, formerly known as CRYSTALS-KYBER*</a:t>
            </a:r>
          </a:p>
          <a:p>
            <a:endParaRPr lang="en-US" sz="3200" dirty="0"/>
          </a:p>
          <a:p>
            <a:pPr marL="571500" indent="-571500">
              <a:buFontTx/>
              <a:buChar char="-"/>
            </a:pPr>
            <a:r>
              <a:rPr lang="en-CA" sz="3200" b="1" dirty="0"/>
              <a:t>Primary algorithm for key encapsulation (key exchange)</a:t>
            </a:r>
          </a:p>
          <a:p>
            <a:pPr marL="571500" indent="-571500">
              <a:buFontTx/>
              <a:buChar char="-"/>
            </a:pPr>
            <a:endParaRPr lang="en-CA" sz="3200" b="1" dirty="0"/>
          </a:p>
          <a:p>
            <a:pPr marL="571500" indent="-571500">
              <a:buFontTx/>
              <a:buChar char="-"/>
            </a:pPr>
            <a:r>
              <a:rPr lang="en-CA" sz="3200" dirty="0"/>
              <a:t>Can be used by two parties to establish a shared secret key over a public channel</a:t>
            </a:r>
          </a:p>
        </p:txBody>
      </p:sp>
      <p:sp>
        <p:nvSpPr>
          <p:cNvPr id="4" name="Text Placeholder 3">
            <a:extLst>
              <a:ext uri="{FF2B5EF4-FFF2-40B4-BE49-F238E27FC236}">
                <a16:creationId xmlns:a16="http://schemas.microsoft.com/office/drawing/2014/main" id="{740679FD-4AF9-55F2-0A73-420533CDAABC}"/>
              </a:ext>
            </a:extLst>
          </p:cNvPr>
          <p:cNvSpPr>
            <a:spLocks noGrp="1"/>
          </p:cNvSpPr>
          <p:nvPr>
            <p:ph type="body" sz="quarter" idx="12"/>
          </p:nvPr>
        </p:nvSpPr>
        <p:spPr>
          <a:xfrm>
            <a:off x="8705848" y="4835671"/>
            <a:ext cx="7143751" cy="5143499"/>
          </a:xfrm>
        </p:spPr>
        <p:txBody>
          <a:bodyPr/>
          <a:lstStyle/>
          <a:p>
            <a:r>
              <a:rPr lang="en-CA" sz="3200" dirty="0">
                <a:solidFill>
                  <a:schemeClr val="accent1"/>
                </a:solidFill>
              </a:rPr>
              <a:t>FIPS 204: Module-Lattice-Based Digital Signature Algorithm (ML-DSA)</a:t>
            </a:r>
            <a:r>
              <a:rPr lang="en-US" sz="3200" dirty="0"/>
              <a:t>, formerly known as CRYSTALS-DILITHIUM*</a:t>
            </a:r>
          </a:p>
          <a:p>
            <a:endParaRPr lang="en-US" sz="3200" dirty="0"/>
          </a:p>
          <a:p>
            <a:pPr marL="571500" indent="-571500">
              <a:buFontTx/>
              <a:buChar char="-"/>
            </a:pPr>
            <a:r>
              <a:rPr lang="en-US" sz="3200" b="1" dirty="0"/>
              <a:t>Primary algorithm for digital signatures</a:t>
            </a:r>
          </a:p>
          <a:p>
            <a:pPr marL="571500" indent="-571500">
              <a:buFontTx/>
              <a:buChar char="-"/>
            </a:pPr>
            <a:endParaRPr lang="en-US" sz="3200" b="1" dirty="0"/>
          </a:p>
          <a:p>
            <a:pPr marL="571500" indent="-571500">
              <a:buFontTx/>
              <a:buChar char="-"/>
            </a:pPr>
            <a:r>
              <a:rPr lang="en-US" sz="3200" dirty="0"/>
              <a:t>Can be used to generate and verify digital signatures</a:t>
            </a:r>
          </a:p>
        </p:txBody>
      </p:sp>
      <p:sp>
        <p:nvSpPr>
          <p:cNvPr id="5" name="Text Placeholder 4">
            <a:extLst>
              <a:ext uri="{FF2B5EF4-FFF2-40B4-BE49-F238E27FC236}">
                <a16:creationId xmlns:a16="http://schemas.microsoft.com/office/drawing/2014/main" id="{99E31FDC-6988-B170-0218-34917800DF88}"/>
              </a:ext>
            </a:extLst>
          </p:cNvPr>
          <p:cNvSpPr>
            <a:spLocks noGrp="1"/>
          </p:cNvSpPr>
          <p:nvPr>
            <p:ph type="body" sz="quarter" idx="13"/>
          </p:nvPr>
        </p:nvSpPr>
        <p:spPr>
          <a:xfrm>
            <a:off x="16835628" y="4835671"/>
            <a:ext cx="6976872" cy="5143499"/>
          </a:xfrm>
        </p:spPr>
        <p:txBody>
          <a:bodyPr/>
          <a:lstStyle/>
          <a:p>
            <a:r>
              <a:rPr lang="en-US" sz="3200" dirty="0">
                <a:solidFill>
                  <a:schemeClr val="accent1"/>
                </a:solidFill>
              </a:rPr>
              <a:t>FIPS 205: Stateless Hash-Based Digital Signature Algorithm (SLH-DSA)</a:t>
            </a:r>
            <a:r>
              <a:rPr lang="en-US" sz="3200" dirty="0"/>
              <a:t>, formerly known as </a:t>
            </a:r>
            <a:r>
              <a:rPr lang="en-CA" sz="3200" dirty="0"/>
              <a:t>SPHINCS</a:t>
            </a:r>
            <a:r>
              <a:rPr lang="en-CA" sz="3200" baseline="30000" dirty="0"/>
              <a:t>+</a:t>
            </a:r>
          </a:p>
          <a:p>
            <a:endParaRPr lang="en-CA" sz="3200" baseline="30000" dirty="0"/>
          </a:p>
          <a:p>
            <a:pPr marL="571500" indent="-571500">
              <a:buFontTx/>
              <a:buChar char="-"/>
            </a:pPr>
            <a:r>
              <a:rPr lang="en-US" sz="3200" b="1" dirty="0"/>
              <a:t>Stateless hash-based algorithm for digital signatures</a:t>
            </a:r>
          </a:p>
          <a:p>
            <a:pPr marL="571500" indent="-571500">
              <a:buFontTx/>
              <a:buChar char="-"/>
            </a:pPr>
            <a:endParaRPr lang="en-US" sz="3200" b="1" dirty="0"/>
          </a:p>
          <a:p>
            <a:pPr marL="571500" indent="-571500">
              <a:buFontTx/>
              <a:buChar char="-"/>
            </a:pPr>
            <a:r>
              <a:rPr lang="en-US" sz="3200" dirty="0"/>
              <a:t>Can be used to generate and verify digital signatures</a:t>
            </a:r>
          </a:p>
          <a:p>
            <a:endParaRPr lang="en-US" sz="3200" dirty="0"/>
          </a:p>
        </p:txBody>
      </p:sp>
      <p:sp>
        <p:nvSpPr>
          <p:cNvPr id="7" name="Slide Number Placeholder 6">
            <a:extLst>
              <a:ext uri="{FF2B5EF4-FFF2-40B4-BE49-F238E27FC236}">
                <a16:creationId xmlns:a16="http://schemas.microsoft.com/office/drawing/2014/main" id="{F50A371C-FC1D-BEA9-BF53-73B11D519F0A}"/>
              </a:ext>
            </a:extLst>
          </p:cNvPr>
          <p:cNvSpPr>
            <a:spLocks noGrp="1"/>
          </p:cNvSpPr>
          <p:nvPr>
            <p:ph type="sldNum" sz="quarter" idx="4294967295"/>
          </p:nvPr>
        </p:nvSpPr>
        <p:spPr>
          <a:xfrm>
            <a:off x="23541592" y="12938838"/>
            <a:ext cx="270908"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13</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grpSp>
        <p:nvGrpSpPr>
          <p:cNvPr id="11" name="Group 10">
            <a:extLst>
              <a:ext uri="{FF2B5EF4-FFF2-40B4-BE49-F238E27FC236}">
                <a16:creationId xmlns:a16="http://schemas.microsoft.com/office/drawing/2014/main" id="{7A799F87-92A6-6A36-4D05-2EE3F9B590C4}"/>
              </a:ext>
            </a:extLst>
          </p:cNvPr>
          <p:cNvGrpSpPr/>
          <p:nvPr/>
        </p:nvGrpSpPr>
        <p:grpSpPr>
          <a:xfrm>
            <a:off x="576071" y="2933719"/>
            <a:ext cx="1216152" cy="1216152"/>
            <a:chOff x="576072" y="576072"/>
            <a:chExt cx="1216152" cy="1216152"/>
          </a:xfrm>
        </p:grpSpPr>
        <p:sp>
          <p:nvSpPr>
            <p:cNvPr id="12" name="Freeform: Shape 11">
              <a:extLst>
                <a:ext uri="{FF2B5EF4-FFF2-40B4-BE49-F238E27FC236}">
                  <a16:creationId xmlns:a16="http://schemas.microsoft.com/office/drawing/2014/main" id="{64BB1F61-7E00-4D16-6C1C-999452F66176}"/>
                </a:ext>
              </a:extLst>
            </p:cNvPr>
            <p:cNvSpPr/>
            <p:nvPr/>
          </p:nvSpPr>
          <p:spPr>
            <a:xfrm>
              <a:off x="637829" y="598874"/>
              <a:ext cx="1092636" cy="1170546"/>
            </a:xfrm>
            <a:custGeom>
              <a:avLst/>
              <a:gdLst>
                <a:gd name="connsiteX0" fmla="*/ 622328 w 1092636"/>
                <a:gd name="connsiteY0" fmla="*/ 1170546 h 1170546"/>
                <a:gd name="connsiteX1" fmla="*/ 470309 w 1092636"/>
                <a:gd name="connsiteY1" fmla="*/ 1170546 h 1170546"/>
                <a:gd name="connsiteX2" fmla="*/ 458907 w 1092636"/>
                <a:gd name="connsiteY2" fmla="*/ 1162945 h 1170546"/>
                <a:gd name="connsiteX3" fmla="*/ 382898 w 1092636"/>
                <a:gd name="connsiteY3" fmla="*/ 1029929 h 1170546"/>
                <a:gd name="connsiteX4" fmla="*/ 382898 w 1092636"/>
                <a:gd name="connsiteY4" fmla="*/ 1014727 h 1170546"/>
                <a:gd name="connsiteX5" fmla="*/ 458907 w 1092636"/>
                <a:gd name="connsiteY5" fmla="*/ 881710 h 1170546"/>
                <a:gd name="connsiteX6" fmla="*/ 470309 w 1092636"/>
                <a:gd name="connsiteY6" fmla="*/ 874109 h 1170546"/>
                <a:gd name="connsiteX7" fmla="*/ 614727 w 1092636"/>
                <a:gd name="connsiteY7" fmla="*/ 874109 h 1170546"/>
                <a:gd name="connsiteX8" fmla="*/ 724941 w 1092636"/>
                <a:gd name="connsiteY8" fmla="*/ 684086 h 1170546"/>
                <a:gd name="connsiteX9" fmla="*/ 743943 w 1092636"/>
                <a:gd name="connsiteY9" fmla="*/ 680285 h 1170546"/>
                <a:gd name="connsiteX10" fmla="*/ 747743 w 1092636"/>
                <a:gd name="connsiteY10" fmla="*/ 699287 h 1170546"/>
                <a:gd name="connsiteX11" fmla="*/ 637530 w 1092636"/>
                <a:gd name="connsiteY11" fmla="*/ 889311 h 1170546"/>
                <a:gd name="connsiteX12" fmla="*/ 709739 w 1092636"/>
                <a:gd name="connsiteY12" fmla="*/ 1014727 h 1170546"/>
                <a:gd name="connsiteX13" fmla="*/ 709739 w 1092636"/>
                <a:gd name="connsiteY13" fmla="*/ 1029929 h 1170546"/>
                <a:gd name="connsiteX14" fmla="*/ 633729 w 1092636"/>
                <a:gd name="connsiteY14" fmla="*/ 1162945 h 1170546"/>
                <a:gd name="connsiteX15" fmla="*/ 622328 w 1092636"/>
                <a:gd name="connsiteY15" fmla="*/ 1170546 h 1170546"/>
                <a:gd name="connsiteX16" fmla="*/ 477910 w 1092636"/>
                <a:gd name="connsiteY16" fmla="*/ 1140143 h 1170546"/>
                <a:gd name="connsiteX17" fmla="*/ 614727 w 1092636"/>
                <a:gd name="connsiteY17" fmla="*/ 1140143 h 1170546"/>
                <a:gd name="connsiteX18" fmla="*/ 683135 w 1092636"/>
                <a:gd name="connsiteY18" fmla="*/ 1022328 h 1170546"/>
                <a:gd name="connsiteX19" fmla="*/ 614727 w 1092636"/>
                <a:gd name="connsiteY19" fmla="*/ 904513 h 1170546"/>
                <a:gd name="connsiteX20" fmla="*/ 477910 w 1092636"/>
                <a:gd name="connsiteY20" fmla="*/ 904513 h 1170546"/>
                <a:gd name="connsiteX21" fmla="*/ 409501 w 1092636"/>
                <a:gd name="connsiteY21" fmla="*/ 1022328 h 1170546"/>
                <a:gd name="connsiteX22" fmla="*/ 477910 w 1092636"/>
                <a:gd name="connsiteY22" fmla="*/ 1140143 h 1170546"/>
                <a:gd name="connsiteX23" fmla="*/ 1002375 w 1092636"/>
                <a:gd name="connsiteY23" fmla="*/ 950119 h 1170546"/>
                <a:gd name="connsiteX24" fmla="*/ 850356 w 1092636"/>
                <a:gd name="connsiteY24" fmla="*/ 950119 h 1170546"/>
                <a:gd name="connsiteX25" fmla="*/ 838955 w 1092636"/>
                <a:gd name="connsiteY25" fmla="*/ 942518 h 1170546"/>
                <a:gd name="connsiteX26" fmla="*/ 762945 w 1092636"/>
                <a:gd name="connsiteY26" fmla="*/ 809501 h 1170546"/>
                <a:gd name="connsiteX27" fmla="*/ 762945 w 1092636"/>
                <a:gd name="connsiteY27" fmla="*/ 794299 h 1170546"/>
                <a:gd name="connsiteX28" fmla="*/ 835154 w 1092636"/>
                <a:gd name="connsiteY28" fmla="*/ 668884 h 1170546"/>
                <a:gd name="connsiteX29" fmla="*/ 724941 w 1092636"/>
                <a:gd name="connsiteY29" fmla="*/ 478860 h 1170546"/>
                <a:gd name="connsiteX30" fmla="*/ 728741 w 1092636"/>
                <a:gd name="connsiteY30" fmla="*/ 459857 h 1170546"/>
                <a:gd name="connsiteX31" fmla="*/ 747743 w 1092636"/>
                <a:gd name="connsiteY31" fmla="*/ 463658 h 1170546"/>
                <a:gd name="connsiteX32" fmla="*/ 857957 w 1092636"/>
                <a:gd name="connsiteY32" fmla="*/ 653682 h 1170546"/>
                <a:gd name="connsiteX33" fmla="*/ 1002375 w 1092636"/>
                <a:gd name="connsiteY33" fmla="*/ 653682 h 1170546"/>
                <a:gd name="connsiteX34" fmla="*/ 1013777 w 1092636"/>
                <a:gd name="connsiteY34" fmla="*/ 661283 h 1170546"/>
                <a:gd name="connsiteX35" fmla="*/ 1089786 w 1092636"/>
                <a:gd name="connsiteY35" fmla="*/ 794299 h 1170546"/>
                <a:gd name="connsiteX36" fmla="*/ 1089786 w 1092636"/>
                <a:gd name="connsiteY36" fmla="*/ 809501 h 1170546"/>
                <a:gd name="connsiteX37" fmla="*/ 1013777 w 1092636"/>
                <a:gd name="connsiteY37" fmla="*/ 942518 h 1170546"/>
                <a:gd name="connsiteX38" fmla="*/ 1002375 w 1092636"/>
                <a:gd name="connsiteY38" fmla="*/ 950119 h 1170546"/>
                <a:gd name="connsiteX39" fmla="*/ 857957 w 1092636"/>
                <a:gd name="connsiteY39" fmla="*/ 923515 h 1170546"/>
                <a:gd name="connsiteX40" fmla="*/ 994774 w 1092636"/>
                <a:gd name="connsiteY40" fmla="*/ 923515 h 1170546"/>
                <a:gd name="connsiteX41" fmla="*/ 1063183 w 1092636"/>
                <a:gd name="connsiteY41" fmla="*/ 805701 h 1170546"/>
                <a:gd name="connsiteX42" fmla="*/ 994774 w 1092636"/>
                <a:gd name="connsiteY42" fmla="*/ 687886 h 1170546"/>
                <a:gd name="connsiteX43" fmla="*/ 857957 w 1092636"/>
                <a:gd name="connsiteY43" fmla="*/ 687886 h 1170546"/>
                <a:gd name="connsiteX44" fmla="*/ 789549 w 1092636"/>
                <a:gd name="connsiteY44" fmla="*/ 805701 h 1170546"/>
                <a:gd name="connsiteX45" fmla="*/ 857957 w 1092636"/>
                <a:gd name="connsiteY45" fmla="*/ 923515 h 1170546"/>
                <a:gd name="connsiteX46" fmla="*/ 242280 w 1092636"/>
                <a:gd name="connsiteY46" fmla="*/ 950119 h 1170546"/>
                <a:gd name="connsiteX47" fmla="*/ 90261 w 1092636"/>
                <a:gd name="connsiteY47" fmla="*/ 950119 h 1170546"/>
                <a:gd name="connsiteX48" fmla="*/ 78860 w 1092636"/>
                <a:gd name="connsiteY48" fmla="*/ 942518 h 1170546"/>
                <a:gd name="connsiteX49" fmla="*/ 2850 w 1092636"/>
                <a:gd name="connsiteY49" fmla="*/ 809501 h 1170546"/>
                <a:gd name="connsiteX50" fmla="*/ 2850 w 1092636"/>
                <a:gd name="connsiteY50" fmla="*/ 794299 h 1170546"/>
                <a:gd name="connsiteX51" fmla="*/ 78860 w 1092636"/>
                <a:gd name="connsiteY51" fmla="*/ 661283 h 1170546"/>
                <a:gd name="connsiteX52" fmla="*/ 90261 w 1092636"/>
                <a:gd name="connsiteY52" fmla="*/ 657482 h 1170546"/>
                <a:gd name="connsiteX53" fmla="*/ 242280 w 1092636"/>
                <a:gd name="connsiteY53" fmla="*/ 657482 h 1170546"/>
                <a:gd name="connsiteX54" fmla="*/ 253682 w 1092636"/>
                <a:gd name="connsiteY54" fmla="*/ 665083 h 1170546"/>
                <a:gd name="connsiteX55" fmla="*/ 325891 w 1092636"/>
                <a:gd name="connsiteY55" fmla="*/ 790499 h 1170546"/>
                <a:gd name="connsiteX56" fmla="*/ 546318 w 1092636"/>
                <a:gd name="connsiteY56" fmla="*/ 790499 h 1170546"/>
                <a:gd name="connsiteX57" fmla="*/ 561520 w 1092636"/>
                <a:gd name="connsiteY57" fmla="*/ 805701 h 1170546"/>
                <a:gd name="connsiteX58" fmla="*/ 546318 w 1092636"/>
                <a:gd name="connsiteY58" fmla="*/ 820903 h 1170546"/>
                <a:gd name="connsiteX59" fmla="*/ 325891 w 1092636"/>
                <a:gd name="connsiteY59" fmla="*/ 820903 h 1170546"/>
                <a:gd name="connsiteX60" fmla="*/ 253682 w 1092636"/>
                <a:gd name="connsiteY60" fmla="*/ 946318 h 1170546"/>
                <a:gd name="connsiteX61" fmla="*/ 242280 w 1092636"/>
                <a:gd name="connsiteY61" fmla="*/ 950119 h 1170546"/>
                <a:gd name="connsiteX62" fmla="*/ 97862 w 1092636"/>
                <a:gd name="connsiteY62" fmla="*/ 923515 h 1170546"/>
                <a:gd name="connsiteX63" fmla="*/ 234679 w 1092636"/>
                <a:gd name="connsiteY63" fmla="*/ 923515 h 1170546"/>
                <a:gd name="connsiteX64" fmla="*/ 303088 w 1092636"/>
                <a:gd name="connsiteY64" fmla="*/ 805701 h 1170546"/>
                <a:gd name="connsiteX65" fmla="*/ 234679 w 1092636"/>
                <a:gd name="connsiteY65" fmla="*/ 687886 h 1170546"/>
                <a:gd name="connsiteX66" fmla="*/ 97862 w 1092636"/>
                <a:gd name="connsiteY66" fmla="*/ 687886 h 1170546"/>
                <a:gd name="connsiteX67" fmla="*/ 29454 w 1092636"/>
                <a:gd name="connsiteY67" fmla="*/ 805701 h 1170546"/>
                <a:gd name="connsiteX68" fmla="*/ 97862 w 1092636"/>
                <a:gd name="connsiteY68" fmla="*/ 923515 h 1170546"/>
                <a:gd name="connsiteX69" fmla="*/ 356295 w 1092636"/>
                <a:gd name="connsiteY69" fmla="*/ 710689 h 1170546"/>
                <a:gd name="connsiteX70" fmla="*/ 344893 w 1092636"/>
                <a:gd name="connsiteY70" fmla="*/ 703088 h 1170546"/>
                <a:gd name="connsiteX71" fmla="*/ 234679 w 1092636"/>
                <a:gd name="connsiteY71" fmla="*/ 513064 h 1170546"/>
                <a:gd name="connsiteX72" fmla="*/ 90261 w 1092636"/>
                <a:gd name="connsiteY72" fmla="*/ 513064 h 1170546"/>
                <a:gd name="connsiteX73" fmla="*/ 78860 w 1092636"/>
                <a:gd name="connsiteY73" fmla="*/ 505463 h 1170546"/>
                <a:gd name="connsiteX74" fmla="*/ 2850 w 1092636"/>
                <a:gd name="connsiteY74" fmla="*/ 372447 h 1170546"/>
                <a:gd name="connsiteX75" fmla="*/ 2850 w 1092636"/>
                <a:gd name="connsiteY75" fmla="*/ 357245 h 1170546"/>
                <a:gd name="connsiteX76" fmla="*/ 78860 w 1092636"/>
                <a:gd name="connsiteY76" fmla="*/ 224228 h 1170546"/>
                <a:gd name="connsiteX77" fmla="*/ 90261 w 1092636"/>
                <a:gd name="connsiteY77" fmla="*/ 220428 h 1170546"/>
                <a:gd name="connsiteX78" fmla="*/ 242280 w 1092636"/>
                <a:gd name="connsiteY78" fmla="*/ 220428 h 1170546"/>
                <a:gd name="connsiteX79" fmla="*/ 253682 w 1092636"/>
                <a:gd name="connsiteY79" fmla="*/ 228029 h 1170546"/>
                <a:gd name="connsiteX80" fmla="*/ 329691 w 1092636"/>
                <a:gd name="connsiteY80" fmla="*/ 361045 h 1170546"/>
                <a:gd name="connsiteX81" fmla="*/ 329691 w 1092636"/>
                <a:gd name="connsiteY81" fmla="*/ 376247 h 1170546"/>
                <a:gd name="connsiteX82" fmla="*/ 257482 w 1092636"/>
                <a:gd name="connsiteY82" fmla="*/ 501663 h 1170546"/>
                <a:gd name="connsiteX83" fmla="*/ 367696 w 1092636"/>
                <a:gd name="connsiteY83" fmla="*/ 691686 h 1170546"/>
                <a:gd name="connsiteX84" fmla="*/ 363895 w 1092636"/>
                <a:gd name="connsiteY84" fmla="*/ 710689 h 1170546"/>
                <a:gd name="connsiteX85" fmla="*/ 356295 w 1092636"/>
                <a:gd name="connsiteY85" fmla="*/ 710689 h 1170546"/>
                <a:gd name="connsiteX86" fmla="*/ 97862 w 1092636"/>
                <a:gd name="connsiteY86" fmla="*/ 482660 h 1170546"/>
                <a:gd name="connsiteX87" fmla="*/ 234679 w 1092636"/>
                <a:gd name="connsiteY87" fmla="*/ 482660 h 1170546"/>
                <a:gd name="connsiteX88" fmla="*/ 303088 w 1092636"/>
                <a:gd name="connsiteY88" fmla="*/ 364846 h 1170546"/>
                <a:gd name="connsiteX89" fmla="*/ 234679 w 1092636"/>
                <a:gd name="connsiteY89" fmla="*/ 247031 h 1170546"/>
                <a:gd name="connsiteX90" fmla="*/ 97862 w 1092636"/>
                <a:gd name="connsiteY90" fmla="*/ 247031 h 1170546"/>
                <a:gd name="connsiteX91" fmla="*/ 29454 w 1092636"/>
                <a:gd name="connsiteY91" fmla="*/ 364846 h 1170546"/>
                <a:gd name="connsiteX92" fmla="*/ 97862 w 1092636"/>
                <a:gd name="connsiteY92" fmla="*/ 482660 h 1170546"/>
                <a:gd name="connsiteX93" fmla="*/ 1002375 w 1092636"/>
                <a:gd name="connsiteY93" fmla="*/ 513064 h 1170546"/>
                <a:gd name="connsiteX94" fmla="*/ 850356 w 1092636"/>
                <a:gd name="connsiteY94" fmla="*/ 513064 h 1170546"/>
                <a:gd name="connsiteX95" fmla="*/ 838955 w 1092636"/>
                <a:gd name="connsiteY95" fmla="*/ 505463 h 1170546"/>
                <a:gd name="connsiteX96" fmla="*/ 766746 w 1092636"/>
                <a:gd name="connsiteY96" fmla="*/ 380048 h 1170546"/>
                <a:gd name="connsiteX97" fmla="*/ 546318 w 1092636"/>
                <a:gd name="connsiteY97" fmla="*/ 380048 h 1170546"/>
                <a:gd name="connsiteX98" fmla="*/ 531116 w 1092636"/>
                <a:gd name="connsiteY98" fmla="*/ 364846 h 1170546"/>
                <a:gd name="connsiteX99" fmla="*/ 546318 w 1092636"/>
                <a:gd name="connsiteY99" fmla="*/ 349644 h 1170546"/>
                <a:gd name="connsiteX100" fmla="*/ 766746 w 1092636"/>
                <a:gd name="connsiteY100" fmla="*/ 349644 h 1170546"/>
                <a:gd name="connsiteX101" fmla="*/ 838955 w 1092636"/>
                <a:gd name="connsiteY101" fmla="*/ 224228 h 1170546"/>
                <a:gd name="connsiteX102" fmla="*/ 850356 w 1092636"/>
                <a:gd name="connsiteY102" fmla="*/ 216627 h 1170546"/>
                <a:gd name="connsiteX103" fmla="*/ 1002375 w 1092636"/>
                <a:gd name="connsiteY103" fmla="*/ 216627 h 1170546"/>
                <a:gd name="connsiteX104" fmla="*/ 1013777 w 1092636"/>
                <a:gd name="connsiteY104" fmla="*/ 224228 h 1170546"/>
                <a:gd name="connsiteX105" fmla="*/ 1089786 w 1092636"/>
                <a:gd name="connsiteY105" fmla="*/ 357245 h 1170546"/>
                <a:gd name="connsiteX106" fmla="*/ 1089786 w 1092636"/>
                <a:gd name="connsiteY106" fmla="*/ 372447 h 1170546"/>
                <a:gd name="connsiteX107" fmla="*/ 1013777 w 1092636"/>
                <a:gd name="connsiteY107" fmla="*/ 505463 h 1170546"/>
                <a:gd name="connsiteX108" fmla="*/ 1002375 w 1092636"/>
                <a:gd name="connsiteY108" fmla="*/ 513064 h 1170546"/>
                <a:gd name="connsiteX109" fmla="*/ 857957 w 1092636"/>
                <a:gd name="connsiteY109" fmla="*/ 482660 h 1170546"/>
                <a:gd name="connsiteX110" fmla="*/ 994774 w 1092636"/>
                <a:gd name="connsiteY110" fmla="*/ 482660 h 1170546"/>
                <a:gd name="connsiteX111" fmla="*/ 1063183 w 1092636"/>
                <a:gd name="connsiteY111" fmla="*/ 364846 h 1170546"/>
                <a:gd name="connsiteX112" fmla="*/ 994774 w 1092636"/>
                <a:gd name="connsiteY112" fmla="*/ 247031 h 1170546"/>
                <a:gd name="connsiteX113" fmla="*/ 857957 w 1092636"/>
                <a:gd name="connsiteY113" fmla="*/ 247031 h 1170546"/>
                <a:gd name="connsiteX114" fmla="*/ 789549 w 1092636"/>
                <a:gd name="connsiteY114" fmla="*/ 364846 h 1170546"/>
                <a:gd name="connsiteX115" fmla="*/ 857957 w 1092636"/>
                <a:gd name="connsiteY115" fmla="*/ 482660 h 1170546"/>
                <a:gd name="connsiteX116" fmla="*/ 356295 w 1092636"/>
                <a:gd name="connsiteY116" fmla="*/ 490261 h 1170546"/>
                <a:gd name="connsiteX117" fmla="*/ 348694 w 1092636"/>
                <a:gd name="connsiteY117" fmla="*/ 490261 h 1170546"/>
                <a:gd name="connsiteX118" fmla="*/ 344893 w 1092636"/>
                <a:gd name="connsiteY118" fmla="*/ 471259 h 1170546"/>
                <a:gd name="connsiteX119" fmla="*/ 455107 w 1092636"/>
                <a:gd name="connsiteY119" fmla="*/ 281235 h 1170546"/>
                <a:gd name="connsiteX120" fmla="*/ 382898 w 1092636"/>
                <a:gd name="connsiteY120" fmla="*/ 155819 h 1170546"/>
                <a:gd name="connsiteX121" fmla="*/ 382898 w 1092636"/>
                <a:gd name="connsiteY121" fmla="*/ 140618 h 1170546"/>
                <a:gd name="connsiteX122" fmla="*/ 458907 w 1092636"/>
                <a:gd name="connsiteY122" fmla="*/ 7601 h 1170546"/>
                <a:gd name="connsiteX123" fmla="*/ 470309 w 1092636"/>
                <a:gd name="connsiteY123" fmla="*/ 0 h 1170546"/>
                <a:gd name="connsiteX124" fmla="*/ 622328 w 1092636"/>
                <a:gd name="connsiteY124" fmla="*/ 0 h 1170546"/>
                <a:gd name="connsiteX125" fmla="*/ 633729 w 1092636"/>
                <a:gd name="connsiteY125" fmla="*/ 7601 h 1170546"/>
                <a:gd name="connsiteX126" fmla="*/ 709739 w 1092636"/>
                <a:gd name="connsiteY126" fmla="*/ 140618 h 1170546"/>
                <a:gd name="connsiteX127" fmla="*/ 709739 w 1092636"/>
                <a:gd name="connsiteY127" fmla="*/ 155819 h 1170546"/>
                <a:gd name="connsiteX128" fmla="*/ 633729 w 1092636"/>
                <a:gd name="connsiteY128" fmla="*/ 288836 h 1170546"/>
                <a:gd name="connsiteX129" fmla="*/ 622328 w 1092636"/>
                <a:gd name="connsiteY129" fmla="*/ 296437 h 1170546"/>
                <a:gd name="connsiteX130" fmla="*/ 477910 w 1092636"/>
                <a:gd name="connsiteY130" fmla="*/ 296437 h 1170546"/>
                <a:gd name="connsiteX131" fmla="*/ 367696 w 1092636"/>
                <a:gd name="connsiteY131" fmla="*/ 486461 h 1170546"/>
                <a:gd name="connsiteX132" fmla="*/ 356295 w 1092636"/>
                <a:gd name="connsiteY132" fmla="*/ 490261 h 1170546"/>
                <a:gd name="connsiteX133" fmla="*/ 477910 w 1092636"/>
                <a:gd name="connsiteY133" fmla="*/ 266033 h 1170546"/>
                <a:gd name="connsiteX134" fmla="*/ 614727 w 1092636"/>
                <a:gd name="connsiteY134" fmla="*/ 266033 h 1170546"/>
                <a:gd name="connsiteX135" fmla="*/ 683135 w 1092636"/>
                <a:gd name="connsiteY135" fmla="*/ 148219 h 1170546"/>
                <a:gd name="connsiteX136" fmla="*/ 614727 w 1092636"/>
                <a:gd name="connsiteY136" fmla="*/ 30404 h 1170546"/>
                <a:gd name="connsiteX137" fmla="*/ 477910 w 1092636"/>
                <a:gd name="connsiteY137" fmla="*/ 30404 h 1170546"/>
                <a:gd name="connsiteX138" fmla="*/ 409501 w 1092636"/>
                <a:gd name="connsiteY138" fmla="*/ 148219 h 1170546"/>
                <a:gd name="connsiteX139" fmla="*/ 477910 w 1092636"/>
                <a:gd name="connsiteY139" fmla="*/ 266033 h 1170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092636" h="1170546">
                  <a:moveTo>
                    <a:pt x="622328" y="1170546"/>
                  </a:moveTo>
                  <a:lnTo>
                    <a:pt x="470309" y="1170546"/>
                  </a:lnTo>
                  <a:cubicBezTo>
                    <a:pt x="466508" y="1170546"/>
                    <a:pt x="462708" y="1166746"/>
                    <a:pt x="458907" y="1162945"/>
                  </a:cubicBezTo>
                  <a:lnTo>
                    <a:pt x="382898" y="1029929"/>
                  </a:lnTo>
                  <a:cubicBezTo>
                    <a:pt x="379097" y="1026128"/>
                    <a:pt x="379097" y="1022328"/>
                    <a:pt x="382898" y="1014727"/>
                  </a:cubicBezTo>
                  <a:lnTo>
                    <a:pt x="458907" y="881710"/>
                  </a:lnTo>
                  <a:cubicBezTo>
                    <a:pt x="462708" y="877910"/>
                    <a:pt x="466508" y="874109"/>
                    <a:pt x="470309" y="874109"/>
                  </a:cubicBezTo>
                  <a:lnTo>
                    <a:pt x="614727" y="874109"/>
                  </a:lnTo>
                  <a:lnTo>
                    <a:pt x="724941" y="684086"/>
                  </a:lnTo>
                  <a:cubicBezTo>
                    <a:pt x="728741" y="676485"/>
                    <a:pt x="736342" y="676485"/>
                    <a:pt x="743943" y="680285"/>
                  </a:cubicBezTo>
                  <a:cubicBezTo>
                    <a:pt x="751544" y="684086"/>
                    <a:pt x="751544" y="691686"/>
                    <a:pt x="747743" y="699287"/>
                  </a:cubicBezTo>
                  <a:lnTo>
                    <a:pt x="637530" y="889311"/>
                  </a:lnTo>
                  <a:lnTo>
                    <a:pt x="709739" y="1014727"/>
                  </a:lnTo>
                  <a:cubicBezTo>
                    <a:pt x="713539" y="1018527"/>
                    <a:pt x="713539" y="1022328"/>
                    <a:pt x="709739" y="1029929"/>
                  </a:cubicBezTo>
                  <a:lnTo>
                    <a:pt x="633729" y="1162945"/>
                  </a:lnTo>
                  <a:cubicBezTo>
                    <a:pt x="629929" y="1166746"/>
                    <a:pt x="626128" y="1170546"/>
                    <a:pt x="622328" y="1170546"/>
                  </a:cubicBezTo>
                  <a:close/>
                  <a:moveTo>
                    <a:pt x="477910" y="1140143"/>
                  </a:moveTo>
                  <a:lnTo>
                    <a:pt x="614727" y="1140143"/>
                  </a:lnTo>
                  <a:lnTo>
                    <a:pt x="683135" y="1022328"/>
                  </a:lnTo>
                  <a:lnTo>
                    <a:pt x="614727" y="904513"/>
                  </a:lnTo>
                  <a:lnTo>
                    <a:pt x="477910" y="904513"/>
                  </a:lnTo>
                  <a:lnTo>
                    <a:pt x="409501" y="1022328"/>
                  </a:lnTo>
                  <a:lnTo>
                    <a:pt x="477910" y="1140143"/>
                  </a:lnTo>
                  <a:close/>
                  <a:moveTo>
                    <a:pt x="1002375" y="950119"/>
                  </a:moveTo>
                  <a:lnTo>
                    <a:pt x="850356" y="950119"/>
                  </a:lnTo>
                  <a:cubicBezTo>
                    <a:pt x="846556" y="950119"/>
                    <a:pt x="842755" y="946318"/>
                    <a:pt x="838955" y="942518"/>
                  </a:cubicBezTo>
                  <a:lnTo>
                    <a:pt x="762945" y="809501"/>
                  </a:lnTo>
                  <a:cubicBezTo>
                    <a:pt x="759145" y="805701"/>
                    <a:pt x="759145" y="801900"/>
                    <a:pt x="762945" y="794299"/>
                  </a:cubicBezTo>
                  <a:lnTo>
                    <a:pt x="835154" y="668884"/>
                  </a:lnTo>
                  <a:lnTo>
                    <a:pt x="724941" y="478860"/>
                  </a:lnTo>
                  <a:cubicBezTo>
                    <a:pt x="721140" y="471259"/>
                    <a:pt x="724941" y="463658"/>
                    <a:pt x="728741" y="459857"/>
                  </a:cubicBezTo>
                  <a:cubicBezTo>
                    <a:pt x="736342" y="456057"/>
                    <a:pt x="743943" y="459857"/>
                    <a:pt x="747743" y="463658"/>
                  </a:cubicBezTo>
                  <a:lnTo>
                    <a:pt x="857957" y="653682"/>
                  </a:lnTo>
                  <a:lnTo>
                    <a:pt x="1002375" y="653682"/>
                  </a:lnTo>
                  <a:cubicBezTo>
                    <a:pt x="1006176" y="653682"/>
                    <a:pt x="1009976" y="657482"/>
                    <a:pt x="1013777" y="661283"/>
                  </a:cubicBezTo>
                  <a:lnTo>
                    <a:pt x="1089786" y="794299"/>
                  </a:lnTo>
                  <a:cubicBezTo>
                    <a:pt x="1093587" y="798100"/>
                    <a:pt x="1093587" y="801900"/>
                    <a:pt x="1089786" y="809501"/>
                  </a:cubicBezTo>
                  <a:lnTo>
                    <a:pt x="1013777" y="942518"/>
                  </a:lnTo>
                  <a:cubicBezTo>
                    <a:pt x="1009976" y="946318"/>
                    <a:pt x="1006176" y="950119"/>
                    <a:pt x="1002375" y="950119"/>
                  </a:cubicBezTo>
                  <a:close/>
                  <a:moveTo>
                    <a:pt x="857957" y="923515"/>
                  </a:moveTo>
                  <a:lnTo>
                    <a:pt x="994774" y="923515"/>
                  </a:lnTo>
                  <a:lnTo>
                    <a:pt x="1063183" y="805701"/>
                  </a:lnTo>
                  <a:lnTo>
                    <a:pt x="994774" y="687886"/>
                  </a:lnTo>
                  <a:lnTo>
                    <a:pt x="857957" y="687886"/>
                  </a:lnTo>
                  <a:lnTo>
                    <a:pt x="789549" y="805701"/>
                  </a:lnTo>
                  <a:lnTo>
                    <a:pt x="857957" y="923515"/>
                  </a:lnTo>
                  <a:close/>
                  <a:moveTo>
                    <a:pt x="242280" y="950119"/>
                  </a:moveTo>
                  <a:lnTo>
                    <a:pt x="90261" y="950119"/>
                  </a:lnTo>
                  <a:cubicBezTo>
                    <a:pt x="86461" y="950119"/>
                    <a:pt x="82660" y="946318"/>
                    <a:pt x="78860" y="942518"/>
                  </a:cubicBezTo>
                  <a:lnTo>
                    <a:pt x="2850" y="809501"/>
                  </a:lnTo>
                  <a:cubicBezTo>
                    <a:pt x="-950" y="805701"/>
                    <a:pt x="-950" y="801900"/>
                    <a:pt x="2850" y="794299"/>
                  </a:cubicBezTo>
                  <a:lnTo>
                    <a:pt x="78860" y="661283"/>
                  </a:lnTo>
                  <a:cubicBezTo>
                    <a:pt x="82660" y="661283"/>
                    <a:pt x="86461" y="657482"/>
                    <a:pt x="90261" y="657482"/>
                  </a:cubicBezTo>
                  <a:lnTo>
                    <a:pt x="242280" y="657482"/>
                  </a:lnTo>
                  <a:cubicBezTo>
                    <a:pt x="246081" y="657482"/>
                    <a:pt x="249881" y="661283"/>
                    <a:pt x="253682" y="665083"/>
                  </a:cubicBezTo>
                  <a:lnTo>
                    <a:pt x="325891" y="790499"/>
                  </a:lnTo>
                  <a:lnTo>
                    <a:pt x="546318" y="790499"/>
                  </a:lnTo>
                  <a:cubicBezTo>
                    <a:pt x="553919" y="790499"/>
                    <a:pt x="561520" y="798100"/>
                    <a:pt x="561520" y="805701"/>
                  </a:cubicBezTo>
                  <a:cubicBezTo>
                    <a:pt x="561520" y="813302"/>
                    <a:pt x="553919" y="820903"/>
                    <a:pt x="546318" y="820903"/>
                  </a:cubicBezTo>
                  <a:lnTo>
                    <a:pt x="325891" y="820903"/>
                  </a:lnTo>
                  <a:lnTo>
                    <a:pt x="253682" y="946318"/>
                  </a:lnTo>
                  <a:cubicBezTo>
                    <a:pt x="249881" y="946318"/>
                    <a:pt x="246081" y="950119"/>
                    <a:pt x="242280" y="950119"/>
                  </a:cubicBezTo>
                  <a:close/>
                  <a:moveTo>
                    <a:pt x="97862" y="923515"/>
                  </a:moveTo>
                  <a:lnTo>
                    <a:pt x="234679" y="923515"/>
                  </a:lnTo>
                  <a:lnTo>
                    <a:pt x="303088" y="805701"/>
                  </a:lnTo>
                  <a:lnTo>
                    <a:pt x="234679" y="687886"/>
                  </a:lnTo>
                  <a:lnTo>
                    <a:pt x="97862" y="687886"/>
                  </a:lnTo>
                  <a:lnTo>
                    <a:pt x="29454" y="805701"/>
                  </a:lnTo>
                  <a:lnTo>
                    <a:pt x="97862" y="923515"/>
                  </a:lnTo>
                  <a:close/>
                  <a:moveTo>
                    <a:pt x="356295" y="710689"/>
                  </a:moveTo>
                  <a:cubicBezTo>
                    <a:pt x="352494" y="710689"/>
                    <a:pt x="348694" y="706888"/>
                    <a:pt x="344893" y="703088"/>
                  </a:cubicBezTo>
                  <a:lnTo>
                    <a:pt x="234679" y="513064"/>
                  </a:lnTo>
                  <a:lnTo>
                    <a:pt x="90261" y="513064"/>
                  </a:lnTo>
                  <a:cubicBezTo>
                    <a:pt x="86461" y="513064"/>
                    <a:pt x="82660" y="509264"/>
                    <a:pt x="78860" y="505463"/>
                  </a:cubicBezTo>
                  <a:lnTo>
                    <a:pt x="2850" y="372447"/>
                  </a:lnTo>
                  <a:cubicBezTo>
                    <a:pt x="-950" y="368646"/>
                    <a:pt x="-950" y="364846"/>
                    <a:pt x="2850" y="357245"/>
                  </a:cubicBezTo>
                  <a:lnTo>
                    <a:pt x="78860" y="224228"/>
                  </a:lnTo>
                  <a:cubicBezTo>
                    <a:pt x="82660" y="224228"/>
                    <a:pt x="86461" y="220428"/>
                    <a:pt x="90261" y="220428"/>
                  </a:cubicBezTo>
                  <a:lnTo>
                    <a:pt x="242280" y="220428"/>
                  </a:lnTo>
                  <a:cubicBezTo>
                    <a:pt x="246081" y="220428"/>
                    <a:pt x="249881" y="224228"/>
                    <a:pt x="253682" y="228029"/>
                  </a:cubicBezTo>
                  <a:lnTo>
                    <a:pt x="329691" y="361045"/>
                  </a:lnTo>
                  <a:cubicBezTo>
                    <a:pt x="333492" y="364846"/>
                    <a:pt x="333492" y="368646"/>
                    <a:pt x="329691" y="376247"/>
                  </a:cubicBezTo>
                  <a:lnTo>
                    <a:pt x="257482" y="501663"/>
                  </a:lnTo>
                  <a:lnTo>
                    <a:pt x="367696" y="691686"/>
                  </a:lnTo>
                  <a:cubicBezTo>
                    <a:pt x="371496" y="699287"/>
                    <a:pt x="367696" y="706888"/>
                    <a:pt x="363895" y="710689"/>
                  </a:cubicBezTo>
                  <a:cubicBezTo>
                    <a:pt x="360095" y="706888"/>
                    <a:pt x="360095" y="710689"/>
                    <a:pt x="356295" y="710689"/>
                  </a:cubicBezTo>
                  <a:close/>
                  <a:moveTo>
                    <a:pt x="97862" y="482660"/>
                  </a:moveTo>
                  <a:lnTo>
                    <a:pt x="234679" y="482660"/>
                  </a:lnTo>
                  <a:lnTo>
                    <a:pt x="303088" y="364846"/>
                  </a:lnTo>
                  <a:lnTo>
                    <a:pt x="234679" y="247031"/>
                  </a:lnTo>
                  <a:lnTo>
                    <a:pt x="97862" y="247031"/>
                  </a:lnTo>
                  <a:lnTo>
                    <a:pt x="29454" y="364846"/>
                  </a:lnTo>
                  <a:lnTo>
                    <a:pt x="97862" y="482660"/>
                  </a:lnTo>
                  <a:close/>
                  <a:moveTo>
                    <a:pt x="1002375" y="513064"/>
                  </a:moveTo>
                  <a:lnTo>
                    <a:pt x="850356" y="513064"/>
                  </a:lnTo>
                  <a:cubicBezTo>
                    <a:pt x="846556" y="513064"/>
                    <a:pt x="842755" y="509264"/>
                    <a:pt x="838955" y="505463"/>
                  </a:cubicBezTo>
                  <a:lnTo>
                    <a:pt x="766746" y="380048"/>
                  </a:lnTo>
                  <a:lnTo>
                    <a:pt x="546318" y="380048"/>
                  </a:lnTo>
                  <a:cubicBezTo>
                    <a:pt x="538717" y="380048"/>
                    <a:pt x="531116" y="372447"/>
                    <a:pt x="531116" y="364846"/>
                  </a:cubicBezTo>
                  <a:cubicBezTo>
                    <a:pt x="531116" y="357245"/>
                    <a:pt x="538717" y="349644"/>
                    <a:pt x="546318" y="349644"/>
                  </a:cubicBezTo>
                  <a:lnTo>
                    <a:pt x="766746" y="349644"/>
                  </a:lnTo>
                  <a:lnTo>
                    <a:pt x="838955" y="224228"/>
                  </a:lnTo>
                  <a:cubicBezTo>
                    <a:pt x="842755" y="220428"/>
                    <a:pt x="846556" y="216627"/>
                    <a:pt x="850356" y="216627"/>
                  </a:cubicBezTo>
                  <a:lnTo>
                    <a:pt x="1002375" y="216627"/>
                  </a:lnTo>
                  <a:cubicBezTo>
                    <a:pt x="1006176" y="216627"/>
                    <a:pt x="1009976" y="220428"/>
                    <a:pt x="1013777" y="224228"/>
                  </a:cubicBezTo>
                  <a:lnTo>
                    <a:pt x="1089786" y="357245"/>
                  </a:lnTo>
                  <a:cubicBezTo>
                    <a:pt x="1093587" y="361045"/>
                    <a:pt x="1093587" y="364846"/>
                    <a:pt x="1089786" y="372447"/>
                  </a:cubicBezTo>
                  <a:lnTo>
                    <a:pt x="1013777" y="505463"/>
                  </a:lnTo>
                  <a:cubicBezTo>
                    <a:pt x="1009976" y="509264"/>
                    <a:pt x="1006176" y="513064"/>
                    <a:pt x="1002375" y="513064"/>
                  </a:cubicBezTo>
                  <a:close/>
                  <a:moveTo>
                    <a:pt x="857957" y="482660"/>
                  </a:moveTo>
                  <a:lnTo>
                    <a:pt x="994774" y="482660"/>
                  </a:lnTo>
                  <a:lnTo>
                    <a:pt x="1063183" y="364846"/>
                  </a:lnTo>
                  <a:lnTo>
                    <a:pt x="994774" y="247031"/>
                  </a:lnTo>
                  <a:lnTo>
                    <a:pt x="857957" y="247031"/>
                  </a:lnTo>
                  <a:lnTo>
                    <a:pt x="789549" y="364846"/>
                  </a:lnTo>
                  <a:lnTo>
                    <a:pt x="857957" y="482660"/>
                  </a:lnTo>
                  <a:close/>
                  <a:moveTo>
                    <a:pt x="356295" y="490261"/>
                  </a:moveTo>
                  <a:cubicBezTo>
                    <a:pt x="352494" y="490261"/>
                    <a:pt x="352494" y="490261"/>
                    <a:pt x="348694" y="490261"/>
                  </a:cubicBezTo>
                  <a:cubicBezTo>
                    <a:pt x="341093" y="486461"/>
                    <a:pt x="341093" y="478860"/>
                    <a:pt x="344893" y="471259"/>
                  </a:cubicBezTo>
                  <a:lnTo>
                    <a:pt x="455107" y="281235"/>
                  </a:lnTo>
                  <a:lnTo>
                    <a:pt x="382898" y="155819"/>
                  </a:lnTo>
                  <a:cubicBezTo>
                    <a:pt x="379097" y="152019"/>
                    <a:pt x="379097" y="148219"/>
                    <a:pt x="382898" y="140618"/>
                  </a:cubicBezTo>
                  <a:lnTo>
                    <a:pt x="458907" y="7601"/>
                  </a:lnTo>
                  <a:cubicBezTo>
                    <a:pt x="462708" y="3800"/>
                    <a:pt x="466508" y="0"/>
                    <a:pt x="470309" y="0"/>
                  </a:cubicBezTo>
                  <a:lnTo>
                    <a:pt x="622328" y="0"/>
                  </a:lnTo>
                  <a:cubicBezTo>
                    <a:pt x="626128" y="0"/>
                    <a:pt x="629929" y="3800"/>
                    <a:pt x="633729" y="7601"/>
                  </a:cubicBezTo>
                  <a:lnTo>
                    <a:pt x="709739" y="140618"/>
                  </a:lnTo>
                  <a:cubicBezTo>
                    <a:pt x="713539" y="144418"/>
                    <a:pt x="713539" y="148219"/>
                    <a:pt x="709739" y="155819"/>
                  </a:cubicBezTo>
                  <a:lnTo>
                    <a:pt x="633729" y="288836"/>
                  </a:lnTo>
                  <a:cubicBezTo>
                    <a:pt x="629929" y="292637"/>
                    <a:pt x="626128" y="296437"/>
                    <a:pt x="622328" y="296437"/>
                  </a:cubicBezTo>
                  <a:lnTo>
                    <a:pt x="477910" y="296437"/>
                  </a:lnTo>
                  <a:lnTo>
                    <a:pt x="367696" y="486461"/>
                  </a:lnTo>
                  <a:cubicBezTo>
                    <a:pt x="363895" y="486461"/>
                    <a:pt x="360095" y="490261"/>
                    <a:pt x="356295" y="490261"/>
                  </a:cubicBezTo>
                  <a:close/>
                  <a:moveTo>
                    <a:pt x="477910" y="266033"/>
                  </a:moveTo>
                  <a:lnTo>
                    <a:pt x="614727" y="266033"/>
                  </a:lnTo>
                  <a:lnTo>
                    <a:pt x="683135" y="148219"/>
                  </a:lnTo>
                  <a:lnTo>
                    <a:pt x="614727" y="30404"/>
                  </a:lnTo>
                  <a:lnTo>
                    <a:pt x="477910" y="30404"/>
                  </a:lnTo>
                  <a:lnTo>
                    <a:pt x="409501" y="148219"/>
                  </a:lnTo>
                  <a:lnTo>
                    <a:pt x="477910" y="266033"/>
                  </a:lnTo>
                  <a:close/>
                </a:path>
              </a:pathLst>
            </a:custGeom>
            <a:solidFill>
              <a:schemeClr val="tx1"/>
            </a:solidFill>
            <a:ln w="37802" cap="flat">
              <a:noFill/>
              <a:prstDash val="solid"/>
              <a:miter/>
            </a:ln>
          </p:spPr>
          <p:txBody>
            <a:bodyPr rtlCol="0" anchor="ctr"/>
            <a:lstStyle/>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13" name="Freeform: Shape 12">
              <a:extLst>
                <a:ext uri="{FF2B5EF4-FFF2-40B4-BE49-F238E27FC236}">
                  <a16:creationId xmlns:a16="http://schemas.microsoft.com/office/drawing/2014/main" id="{856E5E9B-C0C8-61B8-6BDE-F1148B2094D7}"/>
                </a:ext>
              </a:extLst>
            </p:cNvPr>
            <p:cNvSpPr/>
            <p:nvPr/>
          </p:nvSpPr>
          <p:spPr>
            <a:xfrm>
              <a:off x="576072" y="576072"/>
              <a:ext cx="1216152" cy="1216152"/>
            </a:xfrm>
            <a:custGeom>
              <a:avLst/>
              <a:gdLst>
                <a:gd name="connsiteX0" fmla="*/ 0 w 1216152"/>
                <a:gd name="connsiteY0" fmla="*/ 0 h 1216152"/>
                <a:gd name="connsiteX1" fmla="*/ 1216152 w 1216152"/>
                <a:gd name="connsiteY1" fmla="*/ 0 h 1216152"/>
                <a:gd name="connsiteX2" fmla="*/ 1216152 w 1216152"/>
                <a:gd name="connsiteY2" fmla="*/ 1216152 h 1216152"/>
                <a:gd name="connsiteX3" fmla="*/ 0 w 1216152"/>
                <a:gd name="connsiteY3" fmla="*/ 1216152 h 1216152"/>
              </a:gdLst>
              <a:ahLst/>
              <a:cxnLst>
                <a:cxn ang="0">
                  <a:pos x="connsiteX0" y="connsiteY0"/>
                </a:cxn>
                <a:cxn ang="0">
                  <a:pos x="connsiteX1" y="connsiteY1"/>
                </a:cxn>
                <a:cxn ang="0">
                  <a:pos x="connsiteX2" y="connsiteY2"/>
                </a:cxn>
                <a:cxn ang="0">
                  <a:pos x="connsiteX3" y="connsiteY3"/>
                </a:cxn>
              </a:cxnLst>
              <a:rect l="l" t="t" r="r" b="b"/>
              <a:pathLst>
                <a:path w="1216152" h="1216152">
                  <a:moveTo>
                    <a:pt x="0" y="0"/>
                  </a:moveTo>
                  <a:lnTo>
                    <a:pt x="1216152" y="0"/>
                  </a:lnTo>
                  <a:lnTo>
                    <a:pt x="1216152" y="1216152"/>
                  </a:lnTo>
                  <a:lnTo>
                    <a:pt x="0" y="1216152"/>
                  </a:lnTo>
                  <a:close/>
                </a:path>
              </a:pathLst>
            </a:custGeom>
            <a:noFill/>
            <a:ln w="37802" cap="flat">
              <a:noFill/>
              <a:prstDash val="solid"/>
              <a:miter/>
            </a:ln>
          </p:spPr>
          <p:txBody>
            <a:bodyPr rtlCol="0" anchor="ctr"/>
            <a:lstStyle/>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grpSp>
      <p:grpSp>
        <p:nvGrpSpPr>
          <p:cNvPr id="14" name="Group 13">
            <a:extLst>
              <a:ext uri="{FF2B5EF4-FFF2-40B4-BE49-F238E27FC236}">
                <a16:creationId xmlns:a16="http://schemas.microsoft.com/office/drawing/2014/main" id="{560E6AB9-934E-4380-1187-8F4DB6B3E8C8}"/>
              </a:ext>
            </a:extLst>
          </p:cNvPr>
          <p:cNvGrpSpPr/>
          <p:nvPr/>
        </p:nvGrpSpPr>
        <p:grpSpPr>
          <a:xfrm>
            <a:off x="8705849" y="2933719"/>
            <a:ext cx="1216152" cy="1216152"/>
            <a:chOff x="12763500" y="576072"/>
            <a:chExt cx="1216152" cy="1216152"/>
          </a:xfrm>
        </p:grpSpPr>
        <p:sp>
          <p:nvSpPr>
            <p:cNvPr id="15" name="Freeform: Shape 14">
              <a:extLst>
                <a:ext uri="{FF2B5EF4-FFF2-40B4-BE49-F238E27FC236}">
                  <a16:creationId xmlns:a16="http://schemas.microsoft.com/office/drawing/2014/main" id="{2CB20224-5DF2-808C-9197-51517605A39A}"/>
                </a:ext>
              </a:extLst>
            </p:cNvPr>
            <p:cNvSpPr/>
            <p:nvPr/>
          </p:nvSpPr>
          <p:spPr>
            <a:xfrm>
              <a:off x="12786302" y="598874"/>
              <a:ext cx="1170546" cy="1170546"/>
            </a:xfrm>
            <a:custGeom>
              <a:avLst/>
              <a:gdLst>
                <a:gd name="connsiteX0" fmla="*/ 718290 w 1170546"/>
                <a:gd name="connsiteY0" fmla="*/ 1170546 h 1170546"/>
                <a:gd name="connsiteX1" fmla="*/ 452257 w 1170546"/>
                <a:gd name="connsiteY1" fmla="*/ 1170546 h 1170546"/>
                <a:gd name="connsiteX2" fmla="*/ 437055 w 1170546"/>
                <a:gd name="connsiteY2" fmla="*/ 1155344 h 1170546"/>
                <a:gd name="connsiteX3" fmla="*/ 437055 w 1170546"/>
                <a:gd name="connsiteY3" fmla="*/ 889311 h 1170546"/>
                <a:gd name="connsiteX4" fmla="*/ 452257 w 1170546"/>
                <a:gd name="connsiteY4" fmla="*/ 874109 h 1170546"/>
                <a:gd name="connsiteX5" fmla="*/ 570071 w 1170546"/>
                <a:gd name="connsiteY5" fmla="*/ 874109 h 1170546"/>
                <a:gd name="connsiteX6" fmla="*/ 570071 w 1170546"/>
                <a:gd name="connsiteY6" fmla="*/ 729691 h 1170546"/>
                <a:gd name="connsiteX7" fmla="*/ 490261 w 1170546"/>
                <a:gd name="connsiteY7" fmla="*/ 695487 h 1170546"/>
                <a:gd name="connsiteX8" fmla="*/ 262233 w 1170546"/>
                <a:gd name="connsiteY8" fmla="*/ 927316 h 1170546"/>
                <a:gd name="connsiteX9" fmla="*/ 296437 w 1170546"/>
                <a:gd name="connsiteY9" fmla="*/ 1022328 h 1170546"/>
                <a:gd name="connsiteX10" fmla="*/ 148219 w 1170546"/>
                <a:gd name="connsiteY10" fmla="*/ 1170546 h 1170546"/>
                <a:gd name="connsiteX11" fmla="*/ 0 w 1170546"/>
                <a:gd name="connsiteY11" fmla="*/ 1022328 h 1170546"/>
                <a:gd name="connsiteX12" fmla="*/ 148219 w 1170546"/>
                <a:gd name="connsiteY12" fmla="*/ 874109 h 1170546"/>
                <a:gd name="connsiteX13" fmla="*/ 243230 w 1170546"/>
                <a:gd name="connsiteY13" fmla="*/ 908314 h 1170546"/>
                <a:gd name="connsiteX14" fmla="*/ 475059 w 1170546"/>
                <a:gd name="connsiteY14" fmla="*/ 676485 h 1170546"/>
                <a:gd name="connsiteX15" fmla="*/ 440855 w 1170546"/>
                <a:gd name="connsiteY15" fmla="*/ 596675 h 1170546"/>
                <a:gd name="connsiteX16" fmla="*/ 300238 w 1170546"/>
                <a:gd name="connsiteY16" fmla="*/ 596675 h 1170546"/>
                <a:gd name="connsiteX17" fmla="*/ 133017 w 1170546"/>
                <a:gd name="connsiteY17" fmla="*/ 429454 h 1170546"/>
                <a:gd name="connsiteX18" fmla="*/ 133017 w 1170546"/>
                <a:gd name="connsiteY18" fmla="*/ 296437 h 1170546"/>
                <a:gd name="connsiteX19" fmla="*/ 15202 w 1170546"/>
                <a:gd name="connsiteY19" fmla="*/ 296437 h 1170546"/>
                <a:gd name="connsiteX20" fmla="*/ 0 w 1170546"/>
                <a:gd name="connsiteY20" fmla="*/ 281235 h 1170546"/>
                <a:gd name="connsiteX21" fmla="*/ 0 w 1170546"/>
                <a:gd name="connsiteY21" fmla="*/ 15202 h 1170546"/>
                <a:gd name="connsiteX22" fmla="*/ 15202 w 1170546"/>
                <a:gd name="connsiteY22" fmla="*/ 0 h 1170546"/>
                <a:gd name="connsiteX23" fmla="*/ 281235 w 1170546"/>
                <a:gd name="connsiteY23" fmla="*/ 0 h 1170546"/>
                <a:gd name="connsiteX24" fmla="*/ 296437 w 1170546"/>
                <a:gd name="connsiteY24" fmla="*/ 15202 h 1170546"/>
                <a:gd name="connsiteX25" fmla="*/ 296437 w 1170546"/>
                <a:gd name="connsiteY25" fmla="*/ 133017 h 1170546"/>
                <a:gd name="connsiteX26" fmla="*/ 497862 w 1170546"/>
                <a:gd name="connsiteY26" fmla="*/ 133017 h 1170546"/>
                <a:gd name="connsiteX27" fmla="*/ 497862 w 1170546"/>
                <a:gd name="connsiteY27" fmla="*/ 15202 h 1170546"/>
                <a:gd name="connsiteX28" fmla="*/ 505463 w 1170546"/>
                <a:gd name="connsiteY28" fmla="*/ 3800 h 1170546"/>
                <a:gd name="connsiteX29" fmla="*/ 520665 w 1170546"/>
                <a:gd name="connsiteY29" fmla="*/ 3800 h 1170546"/>
                <a:gd name="connsiteX30" fmla="*/ 748694 w 1170546"/>
                <a:gd name="connsiteY30" fmla="*/ 136817 h 1170546"/>
                <a:gd name="connsiteX31" fmla="*/ 756295 w 1170546"/>
                <a:gd name="connsiteY31" fmla="*/ 148219 h 1170546"/>
                <a:gd name="connsiteX32" fmla="*/ 748694 w 1170546"/>
                <a:gd name="connsiteY32" fmla="*/ 159620 h 1170546"/>
                <a:gd name="connsiteX33" fmla="*/ 520665 w 1170546"/>
                <a:gd name="connsiteY33" fmla="*/ 292637 h 1170546"/>
                <a:gd name="connsiteX34" fmla="*/ 505463 w 1170546"/>
                <a:gd name="connsiteY34" fmla="*/ 292637 h 1170546"/>
                <a:gd name="connsiteX35" fmla="*/ 497862 w 1170546"/>
                <a:gd name="connsiteY35" fmla="*/ 281235 h 1170546"/>
                <a:gd name="connsiteX36" fmla="*/ 497862 w 1170546"/>
                <a:gd name="connsiteY36" fmla="*/ 163420 h 1170546"/>
                <a:gd name="connsiteX37" fmla="*/ 296437 w 1170546"/>
                <a:gd name="connsiteY37" fmla="*/ 163420 h 1170546"/>
                <a:gd name="connsiteX38" fmla="*/ 296437 w 1170546"/>
                <a:gd name="connsiteY38" fmla="*/ 281235 h 1170546"/>
                <a:gd name="connsiteX39" fmla="*/ 281235 w 1170546"/>
                <a:gd name="connsiteY39" fmla="*/ 296437 h 1170546"/>
                <a:gd name="connsiteX40" fmla="*/ 163420 w 1170546"/>
                <a:gd name="connsiteY40" fmla="*/ 296437 h 1170546"/>
                <a:gd name="connsiteX41" fmla="*/ 163420 w 1170546"/>
                <a:gd name="connsiteY41" fmla="*/ 433254 h 1170546"/>
                <a:gd name="connsiteX42" fmla="*/ 300238 w 1170546"/>
                <a:gd name="connsiteY42" fmla="*/ 570071 h 1170546"/>
                <a:gd name="connsiteX43" fmla="*/ 440855 w 1170546"/>
                <a:gd name="connsiteY43" fmla="*/ 570071 h 1170546"/>
                <a:gd name="connsiteX44" fmla="*/ 585273 w 1170546"/>
                <a:gd name="connsiteY44" fmla="*/ 437055 h 1170546"/>
                <a:gd name="connsiteX45" fmla="*/ 729691 w 1170546"/>
                <a:gd name="connsiteY45" fmla="*/ 570071 h 1170546"/>
                <a:gd name="connsiteX46" fmla="*/ 874109 w 1170546"/>
                <a:gd name="connsiteY46" fmla="*/ 570071 h 1170546"/>
                <a:gd name="connsiteX47" fmla="*/ 874109 w 1170546"/>
                <a:gd name="connsiteY47" fmla="*/ 452257 h 1170546"/>
                <a:gd name="connsiteX48" fmla="*/ 889311 w 1170546"/>
                <a:gd name="connsiteY48" fmla="*/ 437055 h 1170546"/>
                <a:gd name="connsiteX49" fmla="*/ 1007126 w 1170546"/>
                <a:gd name="connsiteY49" fmla="*/ 437055 h 1170546"/>
                <a:gd name="connsiteX50" fmla="*/ 1007126 w 1170546"/>
                <a:gd name="connsiteY50" fmla="*/ 292637 h 1170546"/>
                <a:gd name="connsiteX51" fmla="*/ 874109 w 1170546"/>
                <a:gd name="connsiteY51" fmla="*/ 148219 h 1170546"/>
                <a:gd name="connsiteX52" fmla="*/ 1022328 w 1170546"/>
                <a:gd name="connsiteY52" fmla="*/ 0 h 1170546"/>
                <a:gd name="connsiteX53" fmla="*/ 1170546 w 1170546"/>
                <a:gd name="connsiteY53" fmla="*/ 148219 h 1170546"/>
                <a:gd name="connsiteX54" fmla="*/ 1037530 w 1170546"/>
                <a:gd name="connsiteY54" fmla="*/ 292637 h 1170546"/>
                <a:gd name="connsiteX55" fmla="*/ 1037530 w 1170546"/>
                <a:gd name="connsiteY55" fmla="*/ 437055 h 1170546"/>
                <a:gd name="connsiteX56" fmla="*/ 1155344 w 1170546"/>
                <a:gd name="connsiteY56" fmla="*/ 437055 h 1170546"/>
                <a:gd name="connsiteX57" fmla="*/ 1170546 w 1170546"/>
                <a:gd name="connsiteY57" fmla="*/ 452257 h 1170546"/>
                <a:gd name="connsiteX58" fmla="*/ 1170546 w 1170546"/>
                <a:gd name="connsiteY58" fmla="*/ 718290 h 1170546"/>
                <a:gd name="connsiteX59" fmla="*/ 1155344 w 1170546"/>
                <a:gd name="connsiteY59" fmla="*/ 733492 h 1170546"/>
                <a:gd name="connsiteX60" fmla="*/ 1037530 w 1170546"/>
                <a:gd name="connsiteY60" fmla="*/ 733492 h 1170546"/>
                <a:gd name="connsiteX61" fmla="*/ 1037530 w 1170546"/>
                <a:gd name="connsiteY61" fmla="*/ 908314 h 1170546"/>
                <a:gd name="connsiteX62" fmla="*/ 870309 w 1170546"/>
                <a:gd name="connsiteY62" fmla="*/ 1075534 h 1170546"/>
                <a:gd name="connsiteX63" fmla="*/ 733492 w 1170546"/>
                <a:gd name="connsiteY63" fmla="*/ 1075534 h 1170546"/>
                <a:gd name="connsiteX64" fmla="*/ 733492 w 1170546"/>
                <a:gd name="connsiteY64" fmla="*/ 1155344 h 1170546"/>
                <a:gd name="connsiteX65" fmla="*/ 718290 w 1170546"/>
                <a:gd name="connsiteY65" fmla="*/ 1170546 h 1170546"/>
                <a:gd name="connsiteX66" fmla="*/ 467458 w 1170546"/>
                <a:gd name="connsiteY66" fmla="*/ 1140143 h 1170546"/>
                <a:gd name="connsiteX67" fmla="*/ 706888 w 1170546"/>
                <a:gd name="connsiteY67" fmla="*/ 1140143 h 1170546"/>
                <a:gd name="connsiteX68" fmla="*/ 706888 w 1170546"/>
                <a:gd name="connsiteY68" fmla="*/ 900713 h 1170546"/>
                <a:gd name="connsiteX69" fmla="*/ 467458 w 1170546"/>
                <a:gd name="connsiteY69" fmla="*/ 900713 h 1170546"/>
                <a:gd name="connsiteX70" fmla="*/ 467458 w 1170546"/>
                <a:gd name="connsiteY70" fmla="*/ 1140143 h 1170546"/>
                <a:gd name="connsiteX71" fmla="*/ 148219 w 1170546"/>
                <a:gd name="connsiteY71" fmla="*/ 904513 h 1170546"/>
                <a:gd name="connsiteX72" fmla="*/ 30404 w 1170546"/>
                <a:gd name="connsiteY72" fmla="*/ 1022328 h 1170546"/>
                <a:gd name="connsiteX73" fmla="*/ 148219 w 1170546"/>
                <a:gd name="connsiteY73" fmla="*/ 1140143 h 1170546"/>
                <a:gd name="connsiteX74" fmla="*/ 266033 w 1170546"/>
                <a:gd name="connsiteY74" fmla="*/ 1022328 h 1170546"/>
                <a:gd name="connsiteX75" fmla="*/ 148219 w 1170546"/>
                <a:gd name="connsiteY75" fmla="*/ 904513 h 1170546"/>
                <a:gd name="connsiteX76" fmla="*/ 733492 w 1170546"/>
                <a:gd name="connsiteY76" fmla="*/ 1045131 h 1170546"/>
                <a:gd name="connsiteX77" fmla="*/ 870309 w 1170546"/>
                <a:gd name="connsiteY77" fmla="*/ 1045131 h 1170546"/>
                <a:gd name="connsiteX78" fmla="*/ 1007126 w 1170546"/>
                <a:gd name="connsiteY78" fmla="*/ 908314 h 1170546"/>
                <a:gd name="connsiteX79" fmla="*/ 1007126 w 1170546"/>
                <a:gd name="connsiteY79" fmla="*/ 733492 h 1170546"/>
                <a:gd name="connsiteX80" fmla="*/ 889311 w 1170546"/>
                <a:gd name="connsiteY80" fmla="*/ 733492 h 1170546"/>
                <a:gd name="connsiteX81" fmla="*/ 874109 w 1170546"/>
                <a:gd name="connsiteY81" fmla="*/ 718290 h 1170546"/>
                <a:gd name="connsiteX82" fmla="*/ 874109 w 1170546"/>
                <a:gd name="connsiteY82" fmla="*/ 600475 h 1170546"/>
                <a:gd name="connsiteX83" fmla="*/ 729691 w 1170546"/>
                <a:gd name="connsiteY83" fmla="*/ 600475 h 1170546"/>
                <a:gd name="connsiteX84" fmla="*/ 596675 w 1170546"/>
                <a:gd name="connsiteY84" fmla="*/ 733492 h 1170546"/>
                <a:gd name="connsiteX85" fmla="*/ 596675 w 1170546"/>
                <a:gd name="connsiteY85" fmla="*/ 877910 h 1170546"/>
                <a:gd name="connsiteX86" fmla="*/ 714489 w 1170546"/>
                <a:gd name="connsiteY86" fmla="*/ 877910 h 1170546"/>
                <a:gd name="connsiteX87" fmla="*/ 729691 w 1170546"/>
                <a:gd name="connsiteY87" fmla="*/ 893112 h 1170546"/>
                <a:gd name="connsiteX88" fmla="*/ 729691 w 1170546"/>
                <a:gd name="connsiteY88" fmla="*/ 1045131 h 1170546"/>
                <a:gd name="connsiteX89" fmla="*/ 904513 w 1170546"/>
                <a:gd name="connsiteY89" fmla="*/ 703088 h 1170546"/>
                <a:gd name="connsiteX90" fmla="*/ 1143943 w 1170546"/>
                <a:gd name="connsiteY90" fmla="*/ 703088 h 1170546"/>
                <a:gd name="connsiteX91" fmla="*/ 1143943 w 1170546"/>
                <a:gd name="connsiteY91" fmla="*/ 463658 h 1170546"/>
                <a:gd name="connsiteX92" fmla="*/ 904513 w 1170546"/>
                <a:gd name="connsiteY92" fmla="*/ 463658 h 1170546"/>
                <a:gd name="connsiteX93" fmla="*/ 904513 w 1170546"/>
                <a:gd name="connsiteY93" fmla="*/ 703088 h 1170546"/>
                <a:gd name="connsiteX94" fmla="*/ 585273 w 1170546"/>
                <a:gd name="connsiteY94" fmla="*/ 467458 h 1170546"/>
                <a:gd name="connsiteX95" fmla="*/ 467458 w 1170546"/>
                <a:gd name="connsiteY95" fmla="*/ 585273 h 1170546"/>
                <a:gd name="connsiteX96" fmla="*/ 585273 w 1170546"/>
                <a:gd name="connsiteY96" fmla="*/ 703088 h 1170546"/>
                <a:gd name="connsiteX97" fmla="*/ 703088 w 1170546"/>
                <a:gd name="connsiteY97" fmla="*/ 585273 h 1170546"/>
                <a:gd name="connsiteX98" fmla="*/ 585273 w 1170546"/>
                <a:gd name="connsiteY98" fmla="*/ 467458 h 1170546"/>
                <a:gd name="connsiteX99" fmla="*/ 1022328 w 1170546"/>
                <a:gd name="connsiteY99" fmla="*/ 30404 h 1170546"/>
                <a:gd name="connsiteX100" fmla="*/ 904513 w 1170546"/>
                <a:gd name="connsiteY100" fmla="*/ 148219 h 1170546"/>
                <a:gd name="connsiteX101" fmla="*/ 1022328 w 1170546"/>
                <a:gd name="connsiteY101" fmla="*/ 266033 h 1170546"/>
                <a:gd name="connsiteX102" fmla="*/ 1140143 w 1170546"/>
                <a:gd name="connsiteY102" fmla="*/ 148219 h 1170546"/>
                <a:gd name="connsiteX103" fmla="*/ 1022328 w 1170546"/>
                <a:gd name="connsiteY103" fmla="*/ 30404 h 1170546"/>
                <a:gd name="connsiteX104" fmla="*/ 30404 w 1170546"/>
                <a:gd name="connsiteY104" fmla="*/ 266033 h 1170546"/>
                <a:gd name="connsiteX105" fmla="*/ 269834 w 1170546"/>
                <a:gd name="connsiteY105" fmla="*/ 266033 h 1170546"/>
                <a:gd name="connsiteX106" fmla="*/ 269834 w 1170546"/>
                <a:gd name="connsiteY106" fmla="*/ 30404 h 1170546"/>
                <a:gd name="connsiteX107" fmla="*/ 30404 w 1170546"/>
                <a:gd name="connsiteY107" fmla="*/ 30404 h 1170546"/>
                <a:gd name="connsiteX108" fmla="*/ 30404 w 1170546"/>
                <a:gd name="connsiteY108" fmla="*/ 266033 h 1170546"/>
                <a:gd name="connsiteX109" fmla="*/ 524466 w 1170546"/>
                <a:gd name="connsiteY109" fmla="*/ 38005 h 1170546"/>
                <a:gd name="connsiteX110" fmla="*/ 524466 w 1170546"/>
                <a:gd name="connsiteY110" fmla="*/ 254632 h 1170546"/>
                <a:gd name="connsiteX111" fmla="*/ 710689 w 1170546"/>
                <a:gd name="connsiteY111" fmla="*/ 144418 h 1170546"/>
                <a:gd name="connsiteX112" fmla="*/ 524466 w 1170546"/>
                <a:gd name="connsiteY112" fmla="*/ 38005 h 1170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170546" h="1170546">
                  <a:moveTo>
                    <a:pt x="718290" y="1170546"/>
                  </a:moveTo>
                  <a:lnTo>
                    <a:pt x="452257" y="1170546"/>
                  </a:lnTo>
                  <a:cubicBezTo>
                    <a:pt x="444656" y="1170546"/>
                    <a:pt x="437055" y="1162945"/>
                    <a:pt x="437055" y="1155344"/>
                  </a:cubicBezTo>
                  <a:lnTo>
                    <a:pt x="437055" y="889311"/>
                  </a:lnTo>
                  <a:cubicBezTo>
                    <a:pt x="437055" y="881710"/>
                    <a:pt x="444656" y="874109"/>
                    <a:pt x="452257" y="874109"/>
                  </a:cubicBezTo>
                  <a:lnTo>
                    <a:pt x="570071" y="874109"/>
                  </a:lnTo>
                  <a:lnTo>
                    <a:pt x="570071" y="729691"/>
                  </a:lnTo>
                  <a:cubicBezTo>
                    <a:pt x="539667" y="725891"/>
                    <a:pt x="513064" y="714489"/>
                    <a:pt x="490261" y="695487"/>
                  </a:cubicBezTo>
                  <a:lnTo>
                    <a:pt x="262233" y="927316"/>
                  </a:lnTo>
                  <a:cubicBezTo>
                    <a:pt x="285036" y="953919"/>
                    <a:pt x="296437" y="984323"/>
                    <a:pt x="296437" y="1022328"/>
                  </a:cubicBezTo>
                  <a:cubicBezTo>
                    <a:pt x="296437" y="1102138"/>
                    <a:pt x="231829" y="1170546"/>
                    <a:pt x="148219" y="1170546"/>
                  </a:cubicBezTo>
                  <a:cubicBezTo>
                    <a:pt x="64608" y="1170546"/>
                    <a:pt x="0" y="1105938"/>
                    <a:pt x="0" y="1022328"/>
                  </a:cubicBezTo>
                  <a:cubicBezTo>
                    <a:pt x="0" y="938717"/>
                    <a:pt x="64608" y="874109"/>
                    <a:pt x="148219" y="874109"/>
                  </a:cubicBezTo>
                  <a:cubicBezTo>
                    <a:pt x="182423" y="874109"/>
                    <a:pt x="216627" y="885511"/>
                    <a:pt x="243230" y="908314"/>
                  </a:cubicBezTo>
                  <a:lnTo>
                    <a:pt x="475059" y="676485"/>
                  </a:lnTo>
                  <a:cubicBezTo>
                    <a:pt x="456057" y="653682"/>
                    <a:pt x="444656" y="627078"/>
                    <a:pt x="440855" y="596675"/>
                  </a:cubicBezTo>
                  <a:lnTo>
                    <a:pt x="300238" y="596675"/>
                  </a:lnTo>
                  <a:cubicBezTo>
                    <a:pt x="209026" y="596675"/>
                    <a:pt x="133017" y="520665"/>
                    <a:pt x="133017" y="429454"/>
                  </a:cubicBezTo>
                  <a:lnTo>
                    <a:pt x="133017" y="296437"/>
                  </a:lnTo>
                  <a:lnTo>
                    <a:pt x="15202" y="296437"/>
                  </a:lnTo>
                  <a:cubicBezTo>
                    <a:pt x="7601" y="296437"/>
                    <a:pt x="0" y="288836"/>
                    <a:pt x="0" y="281235"/>
                  </a:cubicBezTo>
                  <a:lnTo>
                    <a:pt x="0" y="15202"/>
                  </a:lnTo>
                  <a:cubicBezTo>
                    <a:pt x="0" y="7601"/>
                    <a:pt x="7601" y="0"/>
                    <a:pt x="15202" y="0"/>
                  </a:cubicBezTo>
                  <a:lnTo>
                    <a:pt x="281235" y="0"/>
                  </a:lnTo>
                  <a:cubicBezTo>
                    <a:pt x="288836" y="0"/>
                    <a:pt x="296437" y="7601"/>
                    <a:pt x="296437" y="15202"/>
                  </a:cubicBezTo>
                  <a:lnTo>
                    <a:pt x="296437" y="133017"/>
                  </a:lnTo>
                  <a:lnTo>
                    <a:pt x="497862" y="133017"/>
                  </a:lnTo>
                  <a:lnTo>
                    <a:pt x="497862" y="15202"/>
                  </a:lnTo>
                  <a:cubicBezTo>
                    <a:pt x="497862" y="11401"/>
                    <a:pt x="501663" y="7601"/>
                    <a:pt x="505463" y="3800"/>
                  </a:cubicBezTo>
                  <a:cubicBezTo>
                    <a:pt x="509264" y="0"/>
                    <a:pt x="513064" y="0"/>
                    <a:pt x="520665" y="3800"/>
                  </a:cubicBezTo>
                  <a:lnTo>
                    <a:pt x="748694" y="136817"/>
                  </a:lnTo>
                  <a:cubicBezTo>
                    <a:pt x="752494" y="140618"/>
                    <a:pt x="756295" y="144418"/>
                    <a:pt x="756295" y="148219"/>
                  </a:cubicBezTo>
                  <a:cubicBezTo>
                    <a:pt x="756295" y="152019"/>
                    <a:pt x="752494" y="155819"/>
                    <a:pt x="748694" y="159620"/>
                  </a:cubicBezTo>
                  <a:lnTo>
                    <a:pt x="520665" y="292637"/>
                  </a:lnTo>
                  <a:cubicBezTo>
                    <a:pt x="516865" y="296437"/>
                    <a:pt x="513064" y="296437"/>
                    <a:pt x="505463" y="292637"/>
                  </a:cubicBezTo>
                  <a:cubicBezTo>
                    <a:pt x="501663" y="288836"/>
                    <a:pt x="497862" y="285036"/>
                    <a:pt x="497862" y="281235"/>
                  </a:cubicBezTo>
                  <a:lnTo>
                    <a:pt x="497862" y="163420"/>
                  </a:lnTo>
                  <a:lnTo>
                    <a:pt x="296437" y="163420"/>
                  </a:lnTo>
                  <a:lnTo>
                    <a:pt x="296437" y="281235"/>
                  </a:lnTo>
                  <a:cubicBezTo>
                    <a:pt x="296437" y="288836"/>
                    <a:pt x="288836" y="296437"/>
                    <a:pt x="281235" y="296437"/>
                  </a:cubicBezTo>
                  <a:lnTo>
                    <a:pt x="163420" y="296437"/>
                  </a:lnTo>
                  <a:lnTo>
                    <a:pt x="163420" y="433254"/>
                  </a:lnTo>
                  <a:cubicBezTo>
                    <a:pt x="163420" y="509264"/>
                    <a:pt x="224228" y="570071"/>
                    <a:pt x="300238" y="570071"/>
                  </a:cubicBezTo>
                  <a:lnTo>
                    <a:pt x="440855" y="570071"/>
                  </a:lnTo>
                  <a:cubicBezTo>
                    <a:pt x="448456" y="494062"/>
                    <a:pt x="509264" y="437055"/>
                    <a:pt x="585273" y="437055"/>
                  </a:cubicBezTo>
                  <a:cubicBezTo>
                    <a:pt x="661283" y="437055"/>
                    <a:pt x="725891" y="494062"/>
                    <a:pt x="729691" y="570071"/>
                  </a:cubicBezTo>
                  <a:lnTo>
                    <a:pt x="874109" y="570071"/>
                  </a:lnTo>
                  <a:lnTo>
                    <a:pt x="874109" y="452257"/>
                  </a:lnTo>
                  <a:cubicBezTo>
                    <a:pt x="874109" y="444656"/>
                    <a:pt x="881710" y="437055"/>
                    <a:pt x="889311" y="437055"/>
                  </a:cubicBezTo>
                  <a:lnTo>
                    <a:pt x="1007126" y="437055"/>
                  </a:lnTo>
                  <a:lnTo>
                    <a:pt x="1007126" y="292637"/>
                  </a:lnTo>
                  <a:cubicBezTo>
                    <a:pt x="931116" y="285036"/>
                    <a:pt x="874109" y="224228"/>
                    <a:pt x="874109" y="148219"/>
                  </a:cubicBezTo>
                  <a:cubicBezTo>
                    <a:pt x="874109" y="68409"/>
                    <a:pt x="938717" y="0"/>
                    <a:pt x="1022328" y="0"/>
                  </a:cubicBezTo>
                  <a:cubicBezTo>
                    <a:pt x="1105938" y="0"/>
                    <a:pt x="1170546" y="64608"/>
                    <a:pt x="1170546" y="148219"/>
                  </a:cubicBezTo>
                  <a:cubicBezTo>
                    <a:pt x="1170546" y="224228"/>
                    <a:pt x="1113539" y="288836"/>
                    <a:pt x="1037530" y="292637"/>
                  </a:cubicBezTo>
                  <a:lnTo>
                    <a:pt x="1037530" y="437055"/>
                  </a:lnTo>
                  <a:lnTo>
                    <a:pt x="1155344" y="437055"/>
                  </a:lnTo>
                  <a:cubicBezTo>
                    <a:pt x="1162945" y="437055"/>
                    <a:pt x="1170546" y="444656"/>
                    <a:pt x="1170546" y="452257"/>
                  </a:cubicBezTo>
                  <a:lnTo>
                    <a:pt x="1170546" y="718290"/>
                  </a:lnTo>
                  <a:cubicBezTo>
                    <a:pt x="1170546" y="725891"/>
                    <a:pt x="1162945" y="733492"/>
                    <a:pt x="1155344" y="733492"/>
                  </a:cubicBezTo>
                  <a:lnTo>
                    <a:pt x="1037530" y="733492"/>
                  </a:lnTo>
                  <a:lnTo>
                    <a:pt x="1037530" y="908314"/>
                  </a:lnTo>
                  <a:cubicBezTo>
                    <a:pt x="1037530" y="999525"/>
                    <a:pt x="961520" y="1075534"/>
                    <a:pt x="870309" y="1075534"/>
                  </a:cubicBezTo>
                  <a:lnTo>
                    <a:pt x="733492" y="1075534"/>
                  </a:lnTo>
                  <a:lnTo>
                    <a:pt x="733492" y="1155344"/>
                  </a:lnTo>
                  <a:cubicBezTo>
                    <a:pt x="733492" y="1162945"/>
                    <a:pt x="725891" y="1170546"/>
                    <a:pt x="718290" y="1170546"/>
                  </a:cubicBezTo>
                  <a:close/>
                  <a:moveTo>
                    <a:pt x="467458" y="1140143"/>
                  </a:moveTo>
                  <a:lnTo>
                    <a:pt x="706888" y="1140143"/>
                  </a:lnTo>
                  <a:lnTo>
                    <a:pt x="706888" y="900713"/>
                  </a:lnTo>
                  <a:lnTo>
                    <a:pt x="467458" y="900713"/>
                  </a:lnTo>
                  <a:cubicBezTo>
                    <a:pt x="467458" y="904513"/>
                    <a:pt x="467458" y="1140143"/>
                    <a:pt x="467458" y="1140143"/>
                  </a:cubicBezTo>
                  <a:close/>
                  <a:moveTo>
                    <a:pt x="148219" y="904513"/>
                  </a:moveTo>
                  <a:cubicBezTo>
                    <a:pt x="83610" y="904513"/>
                    <a:pt x="30404" y="957720"/>
                    <a:pt x="30404" y="1022328"/>
                  </a:cubicBezTo>
                  <a:cubicBezTo>
                    <a:pt x="30404" y="1086936"/>
                    <a:pt x="83610" y="1140143"/>
                    <a:pt x="148219" y="1140143"/>
                  </a:cubicBezTo>
                  <a:cubicBezTo>
                    <a:pt x="212827" y="1140143"/>
                    <a:pt x="266033" y="1086936"/>
                    <a:pt x="266033" y="1022328"/>
                  </a:cubicBezTo>
                  <a:cubicBezTo>
                    <a:pt x="266033" y="957720"/>
                    <a:pt x="212827" y="904513"/>
                    <a:pt x="148219" y="904513"/>
                  </a:cubicBezTo>
                  <a:close/>
                  <a:moveTo>
                    <a:pt x="733492" y="1045131"/>
                  </a:moveTo>
                  <a:lnTo>
                    <a:pt x="870309" y="1045131"/>
                  </a:lnTo>
                  <a:cubicBezTo>
                    <a:pt x="946318" y="1045131"/>
                    <a:pt x="1007126" y="984323"/>
                    <a:pt x="1007126" y="908314"/>
                  </a:cubicBezTo>
                  <a:lnTo>
                    <a:pt x="1007126" y="733492"/>
                  </a:lnTo>
                  <a:lnTo>
                    <a:pt x="889311" y="733492"/>
                  </a:lnTo>
                  <a:cubicBezTo>
                    <a:pt x="881710" y="733492"/>
                    <a:pt x="874109" y="725891"/>
                    <a:pt x="874109" y="718290"/>
                  </a:cubicBezTo>
                  <a:lnTo>
                    <a:pt x="874109" y="600475"/>
                  </a:lnTo>
                  <a:lnTo>
                    <a:pt x="729691" y="600475"/>
                  </a:lnTo>
                  <a:cubicBezTo>
                    <a:pt x="722090" y="668884"/>
                    <a:pt x="668884" y="725891"/>
                    <a:pt x="596675" y="733492"/>
                  </a:cubicBezTo>
                  <a:lnTo>
                    <a:pt x="596675" y="877910"/>
                  </a:lnTo>
                  <a:lnTo>
                    <a:pt x="714489" y="877910"/>
                  </a:lnTo>
                  <a:cubicBezTo>
                    <a:pt x="722090" y="877910"/>
                    <a:pt x="729691" y="885511"/>
                    <a:pt x="729691" y="893112"/>
                  </a:cubicBezTo>
                  <a:lnTo>
                    <a:pt x="729691" y="1045131"/>
                  </a:lnTo>
                  <a:close/>
                  <a:moveTo>
                    <a:pt x="904513" y="703088"/>
                  </a:moveTo>
                  <a:lnTo>
                    <a:pt x="1143943" y="703088"/>
                  </a:lnTo>
                  <a:lnTo>
                    <a:pt x="1143943" y="463658"/>
                  </a:lnTo>
                  <a:lnTo>
                    <a:pt x="904513" y="463658"/>
                  </a:lnTo>
                  <a:lnTo>
                    <a:pt x="904513" y="703088"/>
                  </a:lnTo>
                  <a:close/>
                  <a:moveTo>
                    <a:pt x="585273" y="467458"/>
                  </a:moveTo>
                  <a:cubicBezTo>
                    <a:pt x="520665" y="467458"/>
                    <a:pt x="467458" y="520665"/>
                    <a:pt x="467458" y="585273"/>
                  </a:cubicBezTo>
                  <a:cubicBezTo>
                    <a:pt x="467458" y="649881"/>
                    <a:pt x="520665" y="703088"/>
                    <a:pt x="585273" y="703088"/>
                  </a:cubicBezTo>
                  <a:cubicBezTo>
                    <a:pt x="649881" y="703088"/>
                    <a:pt x="703088" y="649881"/>
                    <a:pt x="703088" y="585273"/>
                  </a:cubicBezTo>
                  <a:cubicBezTo>
                    <a:pt x="703088" y="520665"/>
                    <a:pt x="649881" y="467458"/>
                    <a:pt x="585273" y="467458"/>
                  </a:cubicBezTo>
                  <a:close/>
                  <a:moveTo>
                    <a:pt x="1022328" y="30404"/>
                  </a:moveTo>
                  <a:cubicBezTo>
                    <a:pt x="957720" y="30404"/>
                    <a:pt x="904513" y="83610"/>
                    <a:pt x="904513" y="148219"/>
                  </a:cubicBezTo>
                  <a:cubicBezTo>
                    <a:pt x="904513" y="212827"/>
                    <a:pt x="957720" y="266033"/>
                    <a:pt x="1022328" y="266033"/>
                  </a:cubicBezTo>
                  <a:cubicBezTo>
                    <a:pt x="1086936" y="266033"/>
                    <a:pt x="1140143" y="212827"/>
                    <a:pt x="1140143" y="148219"/>
                  </a:cubicBezTo>
                  <a:cubicBezTo>
                    <a:pt x="1140143" y="83610"/>
                    <a:pt x="1086936" y="30404"/>
                    <a:pt x="1022328" y="30404"/>
                  </a:cubicBezTo>
                  <a:close/>
                  <a:moveTo>
                    <a:pt x="30404" y="266033"/>
                  </a:moveTo>
                  <a:lnTo>
                    <a:pt x="269834" y="266033"/>
                  </a:lnTo>
                  <a:lnTo>
                    <a:pt x="269834" y="30404"/>
                  </a:lnTo>
                  <a:lnTo>
                    <a:pt x="30404" y="30404"/>
                  </a:lnTo>
                  <a:lnTo>
                    <a:pt x="30404" y="266033"/>
                  </a:lnTo>
                  <a:close/>
                  <a:moveTo>
                    <a:pt x="524466" y="38005"/>
                  </a:moveTo>
                  <a:lnTo>
                    <a:pt x="524466" y="254632"/>
                  </a:lnTo>
                  <a:lnTo>
                    <a:pt x="710689" y="144418"/>
                  </a:lnTo>
                  <a:lnTo>
                    <a:pt x="524466" y="38005"/>
                  </a:lnTo>
                  <a:close/>
                </a:path>
              </a:pathLst>
            </a:custGeom>
            <a:solidFill>
              <a:schemeClr val="tx1"/>
            </a:solidFill>
            <a:ln w="37802" cap="flat">
              <a:noFill/>
              <a:prstDash val="solid"/>
              <a:miter/>
            </a:ln>
          </p:spPr>
          <p:txBody>
            <a:bodyPr rtlCol="0" anchor="ctr"/>
            <a:lstStyle/>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16" name="Freeform: Shape 15">
              <a:extLst>
                <a:ext uri="{FF2B5EF4-FFF2-40B4-BE49-F238E27FC236}">
                  <a16:creationId xmlns:a16="http://schemas.microsoft.com/office/drawing/2014/main" id="{16125230-BC36-89D2-D30B-435CF6A899D8}"/>
                </a:ext>
              </a:extLst>
            </p:cNvPr>
            <p:cNvSpPr/>
            <p:nvPr/>
          </p:nvSpPr>
          <p:spPr>
            <a:xfrm>
              <a:off x="12763500" y="576072"/>
              <a:ext cx="1216152" cy="1216152"/>
            </a:xfrm>
            <a:custGeom>
              <a:avLst/>
              <a:gdLst>
                <a:gd name="connsiteX0" fmla="*/ 0 w 1216152"/>
                <a:gd name="connsiteY0" fmla="*/ 0 h 1216152"/>
                <a:gd name="connsiteX1" fmla="*/ 1216152 w 1216152"/>
                <a:gd name="connsiteY1" fmla="*/ 0 h 1216152"/>
                <a:gd name="connsiteX2" fmla="*/ 1216152 w 1216152"/>
                <a:gd name="connsiteY2" fmla="*/ 1216152 h 1216152"/>
                <a:gd name="connsiteX3" fmla="*/ 0 w 1216152"/>
                <a:gd name="connsiteY3" fmla="*/ 1216152 h 1216152"/>
              </a:gdLst>
              <a:ahLst/>
              <a:cxnLst>
                <a:cxn ang="0">
                  <a:pos x="connsiteX0" y="connsiteY0"/>
                </a:cxn>
                <a:cxn ang="0">
                  <a:pos x="connsiteX1" y="connsiteY1"/>
                </a:cxn>
                <a:cxn ang="0">
                  <a:pos x="connsiteX2" y="connsiteY2"/>
                </a:cxn>
                <a:cxn ang="0">
                  <a:pos x="connsiteX3" y="connsiteY3"/>
                </a:cxn>
              </a:cxnLst>
              <a:rect l="l" t="t" r="r" b="b"/>
              <a:pathLst>
                <a:path w="1216152" h="1216152">
                  <a:moveTo>
                    <a:pt x="0" y="0"/>
                  </a:moveTo>
                  <a:lnTo>
                    <a:pt x="1216152" y="0"/>
                  </a:lnTo>
                  <a:lnTo>
                    <a:pt x="1216152" y="1216152"/>
                  </a:lnTo>
                  <a:lnTo>
                    <a:pt x="0" y="1216152"/>
                  </a:lnTo>
                  <a:close/>
                </a:path>
              </a:pathLst>
            </a:custGeom>
            <a:noFill/>
            <a:ln w="37802" cap="flat">
              <a:noFill/>
              <a:prstDash val="solid"/>
              <a:miter/>
            </a:ln>
          </p:spPr>
          <p:txBody>
            <a:bodyPr rtlCol="0" anchor="ctr"/>
            <a:lstStyle/>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grpSp>
      <p:grpSp>
        <p:nvGrpSpPr>
          <p:cNvPr id="17" name="Group 16">
            <a:extLst>
              <a:ext uri="{FF2B5EF4-FFF2-40B4-BE49-F238E27FC236}">
                <a16:creationId xmlns:a16="http://schemas.microsoft.com/office/drawing/2014/main" id="{D718DB11-BA3D-375C-2F2D-662A99ED589E}"/>
              </a:ext>
            </a:extLst>
          </p:cNvPr>
          <p:cNvGrpSpPr/>
          <p:nvPr/>
        </p:nvGrpSpPr>
        <p:grpSpPr>
          <a:xfrm>
            <a:off x="16835628" y="2933719"/>
            <a:ext cx="1216152" cy="1216152"/>
            <a:chOff x="576072" y="6549107"/>
            <a:chExt cx="1216152" cy="1216152"/>
          </a:xfrm>
        </p:grpSpPr>
        <p:sp>
          <p:nvSpPr>
            <p:cNvPr id="18" name="Freeform: Shape 17">
              <a:extLst>
                <a:ext uri="{FF2B5EF4-FFF2-40B4-BE49-F238E27FC236}">
                  <a16:creationId xmlns:a16="http://schemas.microsoft.com/office/drawing/2014/main" id="{EEF42E56-CB4E-570E-8BAF-16B6E097667D}"/>
                </a:ext>
              </a:extLst>
            </p:cNvPr>
            <p:cNvSpPr/>
            <p:nvPr/>
          </p:nvSpPr>
          <p:spPr>
            <a:xfrm>
              <a:off x="598874" y="6571909"/>
              <a:ext cx="1170546" cy="1170546"/>
            </a:xfrm>
            <a:custGeom>
              <a:avLst/>
              <a:gdLst>
                <a:gd name="connsiteX0" fmla="*/ 980523 w 1170546"/>
                <a:gd name="connsiteY0" fmla="*/ 1170546 h 1170546"/>
                <a:gd name="connsiteX1" fmla="*/ 277435 w 1170546"/>
                <a:gd name="connsiteY1" fmla="*/ 1170546 h 1170546"/>
                <a:gd name="connsiteX2" fmla="*/ 0 w 1170546"/>
                <a:gd name="connsiteY2" fmla="*/ 893112 h 1170546"/>
                <a:gd name="connsiteX3" fmla="*/ 315439 w 1170546"/>
                <a:gd name="connsiteY3" fmla="*/ 611877 h 1170546"/>
                <a:gd name="connsiteX4" fmla="*/ 627078 w 1170546"/>
                <a:gd name="connsiteY4" fmla="*/ 418052 h 1170546"/>
                <a:gd name="connsiteX5" fmla="*/ 991924 w 1170546"/>
                <a:gd name="connsiteY5" fmla="*/ 798100 h 1170546"/>
                <a:gd name="connsiteX6" fmla="*/ 1166746 w 1170546"/>
                <a:gd name="connsiteY6" fmla="*/ 976722 h 1170546"/>
                <a:gd name="connsiteX7" fmla="*/ 980523 w 1170546"/>
                <a:gd name="connsiteY7" fmla="*/ 1170546 h 1170546"/>
                <a:gd name="connsiteX8" fmla="*/ 923515 w 1170546"/>
                <a:gd name="connsiteY8" fmla="*/ 1140143 h 1170546"/>
                <a:gd name="connsiteX9" fmla="*/ 980523 w 1170546"/>
                <a:gd name="connsiteY9" fmla="*/ 1140143 h 1170546"/>
                <a:gd name="connsiteX10" fmla="*/ 1143943 w 1170546"/>
                <a:gd name="connsiteY10" fmla="*/ 976722 h 1170546"/>
                <a:gd name="connsiteX11" fmla="*/ 980523 w 1170546"/>
                <a:gd name="connsiteY11" fmla="*/ 824703 h 1170546"/>
                <a:gd name="connsiteX12" fmla="*/ 965321 w 1170546"/>
                <a:gd name="connsiteY12" fmla="*/ 809501 h 1170546"/>
                <a:gd name="connsiteX13" fmla="*/ 627078 w 1170546"/>
                <a:gd name="connsiteY13" fmla="*/ 444656 h 1170546"/>
                <a:gd name="connsiteX14" fmla="*/ 334442 w 1170546"/>
                <a:gd name="connsiteY14" fmla="*/ 630879 h 1170546"/>
                <a:gd name="connsiteX15" fmla="*/ 319240 w 1170546"/>
                <a:gd name="connsiteY15" fmla="*/ 638480 h 1170546"/>
                <a:gd name="connsiteX16" fmla="*/ 26603 w 1170546"/>
                <a:gd name="connsiteY16" fmla="*/ 889311 h 1170546"/>
                <a:gd name="connsiteX17" fmla="*/ 277435 w 1170546"/>
                <a:gd name="connsiteY17" fmla="*/ 1140143 h 1170546"/>
                <a:gd name="connsiteX18" fmla="*/ 323040 w 1170546"/>
                <a:gd name="connsiteY18" fmla="*/ 1140143 h 1170546"/>
                <a:gd name="connsiteX19" fmla="*/ 323040 w 1170546"/>
                <a:gd name="connsiteY19" fmla="*/ 1041330 h 1170546"/>
                <a:gd name="connsiteX20" fmla="*/ 338242 w 1170546"/>
                <a:gd name="connsiteY20" fmla="*/ 1026128 h 1170546"/>
                <a:gd name="connsiteX21" fmla="*/ 452257 w 1170546"/>
                <a:gd name="connsiteY21" fmla="*/ 1026128 h 1170546"/>
                <a:gd name="connsiteX22" fmla="*/ 467458 w 1170546"/>
                <a:gd name="connsiteY22" fmla="*/ 1041330 h 1170546"/>
                <a:gd name="connsiteX23" fmla="*/ 467458 w 1170546"/>
                <a:gd name="connsiteY23" fmla="*/ 1140143 h 1170546"/>
                <a:gd name="connsiteX24" fmla="*/ 782898 w 1170546"/>
                <a:gd name="connsiteY24" fmla="*/ 1140143 h 1170546"/>
                <a:gd name="connsiteX25" fmla="*/ 782898 w 1170546"/>
                <a:gd name="connsiteY25" fmla="*/ 1041330 h 1170546"/>
                <a:gd name="connsiteX26" fmla="*/ 798100 w 1170546"/>
                <a:gd name="connsiteY26" fmla="*/ 1026128 h 1170546"/>
                <a:gd name="connsiteX27" fmla="*/ 912114 w 1170546"/>
                <a:gd name="connsiteY27" fmla="*/ 1026128 h 1170546"/>
                <a:gd name="connsiteX28" fmla="*/ 927316 w 1170546"/>
                <a:gd name="connsiteY28" fmla="*/ 1041330 h 1170546"/>
                <a:gd name="connsiteX29" fmla="*/ 927316 w 1170546"/>
                <a:gd name="connsiteY29" fmla="*/ 1140143 h 1170546"/>
                <a:gd name="connsiteX30" fmla="*/ 809501 w 1170546"/>
                <a:gd name="connsiteY30" fmla="*/ 1140143 h 1170546"/>
                <a:gd name="connsiteX31" fmla="*/ 896912 w 1170546"/>
                <a:gd name="connsiteY31" fmla="*/ 1140143 h 1170546"/>
                <a:gd name="connsiteX32" fmla="*/ 896912 w 1170546"/>
                <a:gd name="connsiteY32" fmla="*/ 1052732 h 1170546"/>
                <a:gd name="connsiteX33" fmla="*/ 809501 w 1170546"/>
                <a:gd name="connsiteY33" fmla="*/ 1052732 h 1170546"/>
                <a:gd name="connsiteX34" fmla="*/ 809501 w 1170546"/>
                <a:gd name="connsiteY34" fmla="*/ 1140143 h 1170546"/>
                <a:gd name="connsiteX35" fmla="*/ 353444 w 1170546"/>
                <a:gd name="connsiteY35" fmla="*/ 1140143 h 1170546"/>
                <a:gd name="connsiteX36" fmla="*/ 440855 w 1170546"/>
                <a:gd name="connsiteY36" fmla="*/ 1140143 h 1170546"/>
                <a:gd name="connsiteX37" fmla="*/ 440855 w 1170546"/>
                <a:gd name="connsiteY37" fmla="*/ 1052732 h 1170546"/>
                <a:gd name="connsiteX38" fmla="*/ 353444 w 1170546"/>
                <a:gd name="connsiteY38" fmla="*/ 1052732 h 1170546"/>
                <a:gd name="connsiteX39" fmla="*/ 353444 w 1170546"/>
                <a:gd name="connsiteY39" fmla="*/ 1140143 h 1170546"/>
                <a:gd name="connsiteX40" fmla="*/ 661283 w 1170546"/>
                <a:gd name="connsiteY40" fmla="*/ 904513 h 1170546"/>
                <a:gd name="connsiteX41" fmla="*/ 547268 w 1170546"/>
                <a:gd name="connsiteY41" fmla="*/ 904513 h 1170546"/>
                <a:gd name="connsiteX42" fmla="*/ 532067 w 1170546"/>
                <a:gd name="connsiteY42" fmla="*/ 889311 h 1170546"/>
                <a:gd name="connsiteX43" fmla="*/ 532067 w 1170546"/>
                <a:gd name="connsiteY43" fmla="*/ 775297 h 1170546"/>
                <a:gd name="connsiteX44" fmla="*/ 547268 w 1170546"/>
                <a:gd name="connsiteY44" fmla="*/ 760095 h 1170546"/>
                <a:gd name="connsiteX45" fmla="*/ 661283 w 1170546"/>
                <a:gd name="connsiteY45" fmla="*/ 760095 h 1170546"/>
                <a:gd name="connsiteX46" fmla="*/ 676485 w 1170546"/>
                <a:gd name="connsiteY46" fmla="*/ 775297 h 1170546"/>
                <a:gd name="connsiteX47" fmla="*/ 676485 w 1170546"/>
                <a:gd name="connsiteY47" fmla="*/ 889311 h 1170546"/>
                <a:gd name="connsiteX48" fmla="*/ 661283 w 1170546"/>
                <a:gd name="connsiteY48" fmla="*/ 904513 h 1170546"/>
                <a:gd name="connsiteX49" fmla="*/ 562470 w 1170546"/>
                <a:gd name="connsiteY49" fmla="*/ 874109 h 1170546"/>
                <a:gd name="connsiteX50" fmla="*/ 649881 w 1170546"/>
                <a:gd name="connsiteY50" fmla="*/ 874109 h 1170546"/>
                <a:gd name="connsiteX51" fmla="*/ 649881 w 1170546"/>
                <a:gd name="connsiteY51" fmla="*/ 786698 h 1170546"/>
                <a:gd name="connsiteX52" fmla="*/ 562470 w 1170546"/>
                <a:gd name="connsiteY52" fmla="*/ 786698 h 1170546"/>
                <a:gd name="connsiteX53" fmla="*/ 562470 w 1170546"/>
                <a:gd name="connsiteY53" fmla="*/ 874109 h 1170546"/>
                <a:gd name="connsiteX54" fmla="*/ 452257 w 1170546"/>
                <a:gd name="connsiteY54" fmla="*/ 904513 h 1170546"/>
                <a:gd name="connsiteX55" fmla="*/ 338242 w 1170546"/>
                <a:gd name="connsiteY55" fmla="*/ 904513 h 1170546"/>
                <a:gd name="connsiteX56" fmla="*/ 323040 w 1170546"/>
                <a:gd name="connsiteY56" fmla="*/ 889311 h 1170546"/>
                <a:gd name="connsiteX57" fmla="*/ 323040 w 1170546"/>
                <a:gd name="connsiteY57" fmla="*/ 775297 h 1170546"/>
                <a:gd name="connsiteX58" fmla="*/ 338242 w 1170546"/>
                <a:gd name="connsiteY58" fmla="*/ 760095 h 1170546"/>
                <a:gd name="connsiteX59" fmla="*/ 452257 w 1170546"/>
                <a:gd name="connsiteY59" fmla="*/ 760095 h 1170546"/>
                <a:gd name="connsiteX60" fmla="*/ 467458 w 1170546"/>
                <a:gd name="connsiteY60" fmla="*/ 775297 h 1170546"/>
                <a:gd name="connsiteX61" fmla="*/ 467458 w 1170546"/>
                <a:gd name="connsiteY61" fmla="*/ 889311 h 1170546"/>
                <a:gd name="connsiteX62" fmla="*/ 452257 w 1170546"/>
                <a:gd name="connsiteY62" fmla="*/ 904513 h 1170546"/>
                <a:gd name="connsiteX63" fmla="*/ 353444 w 1170546"/>
                <a:gd name="connsiteY63" fmla="*/ 874109 h 1170546"/>
                <a:gd name="connsiteX64" fmla="*/ 440855 w 1170546"/>
                <a:gd name="connsiteY64" fmla="*/ 874109 h 1170546"/>
                <a:gd name="connsiteX65" fmla="*/ 440855 w 1170546"/>
                <a:gd name="connsiteY65" fmla="*/ 786698 h 1170546"/>
                <a:gd name="connsiteX66" fmla="*/ 353444 w 1170546"/>
                <a:gd name="connsiteY66" fmla="*/ 786698 h 1170546"/>
                <a:gd name="connsiteX67" fmla="*/ 353444 w 1170546"/>
                <a:gd name="connsiteY67" fmla="*/ 874109 h 1170546"/>
                <a:gd name="connsiteX68" fmla="*/ 1155344 w 1170546"/>
                <a:gd name="connsiteY68" fmla="*/ 600475 h 1170546"/>
                <a:gd name="connsiteX69" fmla="*/ 1041330 w 1170546"/>
                <a:gd name="connsiteY69" fmla="*/ 600475 h 1170546"/>
                <a:gd name="connsiteX70" fmla="*/ 1026128 w 1170546"/>
                <a:gd name="connsiteY70" fmla="*/ 585273 h 1170546"/>
                <a:gd name="connsiteX71" fmla="*/ 1026128 w 1170546"/>
                <a:gd name="connsiteY71" fmla="*/ 471259 h 1170546"/>
                <a:gd name="connsiteX72" fmla="*/ 1041330 w 1170546"/>
                <a:gd name="connsiteY72" fmla="*/ 456057 h 1170546"/>
                <a:gd name="connsiteX73" fmla="*/ 1155344 w 1170546"/>
                <a:gd name="connsiteY73" fmla="*/ 456057 h 1170546"/>
                <a:gd name="connsiteX74" fmla="*/ 1170546 w 1170546"/>
                <a:gd name="connsiteY74" fmla="*/ 471259 h 1170546"/>
                <a:gd name="connsiteX75" fmla="*/ 1170546 w 1170546"/>
                <a:gd name="connsiteY75" fmla="*/ 585273 h 1170546"/>
                <a:gd name="connsiteX76" fmla="*/ 1155344 w 1170546"/>
                <a:gd name="connsiteY76" fmla="*/ 600475 h 1170546"/>
                <a:gd name="connsiteX77" fmla="*/ 1056532 w 1170546"/>
                <a:gd name="connsiteY77" fmla="*/ 570071 h 1170546"/>
                <a:gd name="connsiteX78" fmla="*/ 1143943 w 1170546"/>
                <a:gd name="connsiteY78" fmla="*/ 570071 h 1170546"/>
                <a:gd name="connsiteX79" fmla="*/ 1143943 w 1170546"/>
                <a:gd name="connsiteY79" fmla="*/ 482660 h 1170546"/>
                <a:gd name="connsiteX80" fmla="*/ 1056532 w 1170546"/>
                <a:gd name="connsiteY80" fmla="*/ 482660 h 1170546"/>
                <a:gd name="connsiteX81" fmla="*/ 1056532 w 1170546"/>
                <a:gd name="connsiteY81" fmla="*/ 570071 h 1170546"/>
                <a:gd name="connsiteX82" fmla="*/ 889311 w 1170546"/>
                <a:gd name="connsiteY82" fmla="*/ 372447 h 1170546"/>
                <a:gd name="connsiteX83" fmla="*/ 775297 w 1170546"/>
                <a:gd name="connsiteY83" fmla="*/ 372447 h 1170546"/>
                <a:gd name="connsiteX84" fmla="*/ 760095 w 1170546"/>
                <a:gd name="connsiteY84" fmla="*/ 357245 h 1170546"/>
                <a:gd name="connsiteX85" fmla="*/ 760095 w 1170546"/>
                <a:gd name="connsiteY85" fmla="*/ 243230 h 1170546"/>
                <a:gd name="connsiteX86" fmla="*/ 775297 w 1170546"/>
                <a:gd name="connsiteY86" fmla="*/ 228029 h 1170546"/>
                <a:gd name="connsiteX87" fmla="*/ 889311 w 1170546"/>
                <a:gd name="connsiteY87" fmla="*/ 228029 h 1170546"/>
                <a:gd name="connsiteX88" fmla="*/ 904513 w 1170546"/>
                <a:gd name="connsiteY88" fmla="*/ 243230 h 1170546"/>
                <a:gd name="connsiteX89" fmla="*/ 904513 w 1170546"/>
                <a:gd name="connsiteY89" fmla="*/ 357245 h 1170546"/>
                <a:gd name="connsiteX90" fmla="*/ 889311 w 1170546"/>
                <a:gd name="connsiteY90" fmla="*/ 372447 h 1170546"/>
                <a:gd name="connsiteX91" fmla="*/ 790499 w 1170546"/>
                <a:gd name="connsiteY91" fmla="*/ 342043 h 1170546"/>
                <a:gd name="connsiteX92" fmla="*/ 877910 w 1170546"/>
                <a:gd name="connsiteY92" fmla="*/ 342043 h 1170546"/>
                <a:gd name="connsiteX93" fmla="*/ 877910 w 1170546"/>
                <a:gd name="connsiteY93" fmla="*/ 258432 h 1170546"/>
                <a:gd name="connsiteX94" fmla="*/ 790499 w 1170546"/>
                <a:gd name="connsiteY94" fmla="*/ 258432 h 1170546"/>
                <a:gd name="connsiteX95" fmla="*/ 790499 w 1170546"/>
                <a:gd name="connsiteY95" fmla="*/ 342043 h 1170546"/>
                <a:gd name="connsiteX96" fmla="*/ 129216 w 1170546"/>
                <a:gd name="connsiteY96" fmla="*/ 372447 h 1170546"/>
                <a:gd name="connsiteX97" fmla="*/ 15202 w 1170546"/>
                <a:gd name="connsiteY97" fmla="*/ 372447 h 1170546"/>
                <a:gd name="connsiteX98" fmla="*/ 0 w 1170546"/>
                <a:gd name="connsiteY98" fmla="*/ 357245 h 1170546"/>
                <a:gd name="connsiteX99" fmla="*/ 0 w 1170546"/>
                <a:gd name="connsiteY99" fmla="*/ 243230 h 1170546"/>
                <a:gd name="connsiteX100" fmla="*/ 15202 w 1170546"/>
                <a:gd name="connsiteY100" fmla="*/ 228029 h 1170546"/>
                <a:gd name="connsiteX101" fmla="*/ 129216 w 1170546"/>
                <a:gd name="connsiteY101" fmla="*/ 228029 h 1170546"/>
                <a:gd name="connsiteX102" fmla="*/ 144418 w 1170546"/>
                <a:gd name="connsiteY102" fmla="*/ 243230 h 1170546"/>
                <a:gd name="connsiteX103" fmla="*/ 144418 w 1170546"/>
                <a:gd name="connsiteY103" fmla="*/ 357245 h 1170546"/>
                <a:gd name="connsiteX104" fmla="*/ 129216 w 1170546"/>
                <a:gd name="connsiteY104" fmla="*/ 372447 h 1170546"/>
                <a:gd name="connsiteX105" fmla="*/ 30404 w 1170546"/>
                <a:gd name="connsiteY105" fmla="*/ 342043 h 1170546"/>
                <a:gd name="connsiteX106" fmla="*/ 117815 w 1170546"/>
                <a:gd name="connsiteY106" fmla="*/ 342043 h 1170546"/>
                <a:gd name="connsiteX107" fmla="*/ 117815 w 1170546"/>
                <a:gd name="connsiteY107" fmla="*/ 258432 h 1170546"/>
                <a:gd name="connsiteX108" fmla="*/ 30404 w 1170546"/>
                <a:gd name="connsiteY108" fmla="*/ 258432 h 1170546"/>
                <a:gd name="connsiteX109" fmla="*/ 30404 w 1170546"/>
                <a:gd name="connsiteY109" fmla="*/ 342043 h 1170546"/>
                <a:gd name="connsiteX110" fmla="*/ 1155344 w 1170546"/>
                <a:gd name="connsiteY110" fmla="*/ 144418 h 1170546"/>
                <a:gd name="connsiteX111" fmla="*/ 1041330 w 1170546"/>
                <a:gd name="connsiteY111" fmla="*/ 144418 h 1170546"/>
                <a:gd name="connsiteX112" fmla="*/ 1026128 w 1170546"/>
                <a:gd name="connsiteY112" fmla="*/ 129216 h 1170546"/>
                <a:gd name="connsiteX113" fmla="*/ 1026128 w 1170546"/>
                <a:gd name="connsiteY113" fmla="*/ 15202 h 1170546"/>
                <a:gd name="connsiteX114" fmla="*/ 1041330 w 1170546"/>
                <a:gd name="connsiteY114" fmla="*/ 0 h 1170546"/>
                <a:gd name="connsiteX115" fmla="*/ 1155344 w 1170546"/>
                <a:gd name="connsiteY115" fmla="*/ 0 h 1170546"/>
                <a:gd name="connsiteX116" fmla="*/ 1170546 w 1170546"/>
                <a:gd name="connsiteY116" fmla="*/ 15202 h 1170546"/>
                <a:gd name="connsiteX117" fmla="*/ 1170546 w 1170546"/>
                <a:gd name="connsiteY117" fmla="*/ 129216 h 1170546"/>
                <a:gd name="connsiteX118" fmla="*/ 1155344 w 1170546"/>
                <a:gd name="connsiteY118" fmla="*/ 144418 h 1170546"/>
                <a:gd name="connsiteX119" fmla="*/ 1056532 w 1170546"/>
                <a:gd name="connsiteY119" fmla="*/ 114014 h 1170546"/>
                <a:gd name="connsiteX120" fmla="*/ 1143943 w 1170546"/>
                <a:gd name="connsiteY120" fmla="*/ 114014 h 1170546"/>
                <a:gd name="connsiteX121" fmla="*/ 1143943 w 1170546"/>
                <a:gd name="connsiteY121" fmla="*/ 30404 h 1170546"/>
                <a:gd name="connsiteX122" fmla="*/ 1056532 w 1170546"/>
                <a:gd name="connsiteY122" fmla="*/ 30404 h 1170546"/>
                <a:gd name="connsiteX123" fmla="*/ 1056532 w 1170546"/>
                <a:gd name="connsiteY123" fmla="*/ 114014 h 1170546"/>
                <a:gd name="connsiteX124" fmla="*/ 433254 w 1170546"/>
                <a:gd name="connsiteY124" fmla="*/ 144418 h 1170546"/>
                <a:gd name="connsiteX125" fmla="*/ 319240 w 1170546"/>
                <a:gd name="connsiteY125" fmla="*/ 144418 h 1170546"/>
                <a:gd name="connsiteX126" fmla="*/ 304038 w 1170546"/>
                <a:gd name="connsiteY126" fmla="*/ 129216 h 1170546"/>
                <a:gd name="connsiteX127" fmla="*/ 304038 w 1170546"/>
                <a:gd name="connsiteY127" fmla="*/ 15202 h 1170546"/>
                <a:gd name="connsiteX128" fmla="*/ 319240 w 1170546"/>
                <a:gd name="connsiteY128" fmla="*/ 0 h 1170546"/>
                <a:gd name="connsiteX129" fmla="*/ 433254 w 1170546"/>
                <a:gd name="connsiteY129" fmla="*/ 0 h 1170546"/>
                <a:gd name="connsiteX130" fmla="*/ 448456 w 1170546"/>
                <a:gd name="connsiteY130" fmla="*/ 15202 h 1170546"/>
                <a:gd name="connsiteX131" fmla="*/ 448456 w 1170546"/>
                <a:gd name="connsiteY131" fmla="*/ 129216 h 1170546"/>
                <a:gd name="connsiteX132" fmla="*/ 433254 w 1170546"/>
                <a:gd name="connsiteY132" fmla="*/ 144418 h 1170546"/>
                <a:gd name="connsiteX133" fmla="*/ 334442 w 1170546"/>
                <a:gd name="connsiteY133" fmla="*/ 114014 h 1170546"/>
                <a:gd name="connsiteX134" fmla="*/ 421853 w 1170546"/>
                <a:gd name="connsiteY134" fmla="*/ 114014 h 1170546"/>
                <a:gd name="connsiteX135" fmla="*/ 421853 w 1170546"/>
                <a:gd name="connsiteY135" fmla="*/ 30404 h 1170546"/>
                <a:gd name="connsiteX136" fmla="*/ 334442 w 1170546"/>
                <a:gd name="connsiteY136" fmla="*/ 30404 h 1170546"/>
                <a:gd name="connsiteX137" fmla="*/ 334442 w 1170546"/>
                <a:gd name="connsiteY137" fmla="*/ 114014 h 1170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170546" h="1170546">
                  <a:moveTo>
                    <a:pt x="980523" y="1170546"/>
                  </a:moveTo>
                  <a:lnTo>
                    <a:pt x="277435" y="1170546"/>
                  </a:lnTo>
                  <a:cubicBezTo>
                    <a:pt x="125416" y="1170546"/>
                    <a:pt x="0" y="1045131"/>
                    <a:pt x="0" y="893112"/>
                  </a:cubicBezTo>
                  <a:cubicBezTo>
                    <a:pt x="0" y="725891"/>
                    <a:pt x="148219" y="589074"/>
                    <a:pt x="315439" y="611877"/>
                  </a:cubicBezTo>
                  <a:cubicBezTo>
                    <a:pt x="391449" y="478860"/>
                    <a:pt x="490261" y="418052"/>
                    <a:pt x="627078" y="418052"/>
                  </a:cubicBezTo>
                  <a:cubicBezTo>
                    <a:pt x="839905" y="418052"/>
                    <a:pt x="984323" y="611877"/>
                    <a:pt x="991924" y="798100"/>
                  </a:cubicBezTo>
                  <a:cubicBezTo>
                    <a:pt x="1094537" y="805701"/>
                    <a:pt x="1166746" y="877910"/>
                    <a:pt x="1166746" y="976722"/>
                  </a:cubicBezTo>
                  <a:cubicBezTo>
                    <a:pt x="1170546" y="1086936"/>
                    <a:pt x="1086936" y="1170546"/>
                    <a:pt x="980523" y="1170546"/>
                  </a:cubicBezTo>
                  <a:close/>
                  <a:moveTo>
                    <a:pt x="923515" y="1140143"/>
                  </a:moveTo>
                  <a:lnTo>
                    <a:pt x="980523" y="1140143"/>
                  </a:lnTo>
                  <a:cubicBezTo>
                    <a:pt x="1071734" y="1140143"/>
                    <a:pt x="1143943" y="1067934"/>
                    <a:pt x="1143943" y="976722"/>
                  </a:cubicBezTo>
                  <a:cubicBezTo>
                    <a:pt x="1143943" y="889311"/>
                    <a:pt x="1075534" y="824703"/>
                    <a:pt x="980523" y="824703"/>
                  </a:cubicBezTo>
                  <a:cubicBezTo>
                    <a:pt x="972922" y="824703"/>
                    <a:pt x="965321" y="817102"/>
                    <a:pt x="965321" y="809501"/>
                  </a:cubicBezTo>
                  <a:cubicBezTo>
                    <a:pt x="965321" y="630879"/>
                    <a:pt x="828504" y="444656"/>
                    <a:pt x="627078" y="444656"/>
                  </a:cubicBezTo>
                  <a:cubicBezTo>
                    <a:pt x="497862" y="444656"/>
                    <a:pt x="402850" y="505463"/>
                    <a:pt x="334442" y="630879"/>
                  </a:cubicBezTo>
                  <a:cubicBezTo>
                    <a:pt x="330641" y="634679"/>
                    <a:pt x="326841" y="638480"/>
                    <a:pt x="319240" y="638480"/>
                  </a:cubicBezTo>
                  <a:cubicBezTo>
                    <a:pt x="167221" y="611877"/>
                    <a:pt x="26603" y="737292"/>
                    <a:pt x="26603" y="889311"/>
                  </a:cubicBezTo>
                  <a:cubicBezTo>
                    <a:pt x="26603" y="1026128"/>
                    <a:pt x="136817" y="1140143"/>
                    <a:pt x="277435" y="1140143"/>
                  </a:cubicBezTo>
                  <a:lnTo>
                    <a:pt x="323040" y="1140143"/>
                  </a:lnTo>
                  <a:lnTo>
                    <a:pt x="323040" y="1041330"/>
                  </a:lnTo>
                  <a:cubicBezTo>
                    <a:pt x="323040" y="1033729"/>
                    <a:pt x="330641" y="1026128"/>
                    <a:pt x="338242" y="1026128"/>
                  </a:cubicBezTo>
                  <a:lnTo>
                    <a:pt x="452257" y="1026128"/>
                  </a:lnTo>
                  <a:cubicBezTo>
                    <a:pt x="459857" y="1026128"/>
                    <a:pt x="467458" y="1033729"/>
                    <a:pt x="467458" y="1041330"/>
                  </a:cubicBezTo>
                  <a:lnTo>
                    <a:pt x="467458" y="1140143"/>
                  </a:lnTo>
                  <a:lnTo>
                    <a:pt x="782898" y="1140143"/>
                  </a:lnTo>
                  <a:lnTo>
                    <a:pt x="782898" y="1041330"/>
                  </a:lnTo>
                  <a:cubicBezTo>
                    <a:pt x="782898" y="1033729"/>
                    <a:pt x="790499" y="1026128"/>
                    <a:pt x="798100" y="1026128"/>
                  </a:cubicBezTo>
                  <a:lnTo>
                    <a:pt x="912114" y="1026128"/>
                  </a:lnTo>
                  <a:cubicBezTo>
                    <a:pt x="919715" y="1026128"/>
                    <a:pt x="927316" y="1033729"/>
                    <a:pt x="927316" y="1041330"/>
                  </a:cubicBezTo>
                  <a:lnTo>
                    <a:pt x="927316" y="1140143"/>
                  </a:lnTo>
                  <a:close/>
                  <a:moveTo>
                    <a:pt x="809501" y="1140143"/>
                  </a:moveTo>
                  <a:lnTo>
                    <a:pt x="896912" y="1140143"/>
                  </a:lnTo>
                  <a:lnTo>
                    <a:pt x="896912" y="1052732"/>
                  </a:lnTo>
                  <a:lnTo>
                    <a:pt x="809501" y="1052732"/>
                  </a:lnTo>
                  <a:lnTo>
                    <a:pt x="809501" y="1140143"/>
                  </a:lnTo>
                  <a:close/>
                  <a:moveTo>
                    <a:pt x="353444" y="1140143"/>
                  </a:moveTo>
                  <a:lnTo>
                    <a:pt x="440855" y="1140143"/>
                  </a:lnTo>
                  <a:lnTo>
                    <a:pt x="440855" y="1052732"/>
                  </a:lnTo>
                  <a:lnTo>
                    <a:pt x="353444" y="1052732"/>
                  </a:lnTo>
                  <a:lnTo>
                    <a:pt x="353444" y="1140143"/>
                  </a:lnTo>
                  <a:close/>
                  <a:moveTo>
                    <a:pt x="661283" y="904513"/>
                  </a:moveTo>
                  <a:lnTo>
                    <a:pt x="547268" y="904513"/>
                  </a:lnTo>
                  <a:cubicBezTo>
                    <a:pt x="539667" y="904513"/>
                    <a:pt x="532067" y="896912"/>
                    <a:pt x="532067" y="889311"/>
                  </a:cubicBezTo>
                  <a:lnTo>
                    <a:pt x="532067" y="775297"/>
                  </a:lnTo>
                  <a:cubicBezTo>
                    <a:pt x="532067" y="767696"/>
                    <a:pt x="539667" y="760095"/>
                    <a:pt x="547268" y="760095"/>
                  </a:cubicBezTo>
                  <a:lnTo>
                    <a:pt x="661283" y="760095"/>
                  </a:lnTo>
                  <a:cubicBezTo>
                    <a:pt x="668884" y="760095"/>
                    <a:pt x="676485" y="767696"/>
                    <a:pt x="676485" y="775297"/>
                  </a:cubicBezTo>
                  <a:lnTo>
                    <a:pt x="676485" y="889311"/>
                  </a:lnTo>
                  <a:cubicBezTo>
                    <a:pt x="676485" y="896912"/>
                    <a:pt x="668884" y="904513"/>
                    <a:pt x="661283" y="904513"/>
                  </a:cubicBezTo>
                  <a:close/>
                  <a:moveTo>
                    <a:pt x="562470" y="874109"/>
                  </a:moveTo>
                  <a:lnTo>
                    <a:pt x="649881" y="874109"/>
                  </a:lnTo>
                  <a:lnTo>
                    <a:pt x="649881" y="786698"/>
                  </a:lnTo>
                  <a:lnTo>
                    <a:pt x="562470" y="786698"/>
                  </a:lnTo>
                  <a:lnTo>
                    <a:pt x="562470" y="874109"/>
                  </a:lnTo>
                  <a:close/>
                  <a:moveTo>
                    <a:pt x="452257" y="904513"/>
                  </a:moveTo>
                  <a:lnTo>
                    <a:pt x="338242" y="904513"/>
                  </a:lnTo>
                  <a:cubicBezTo>
                    <a:pt x="330641" y="904513"/>
                    <a:pt x="323040" y="896912"/>
                    <a:pt x="323040" y="889311"/>
                  </a:cubicBezTo>
                  <a:lnTo>
                    <a:pt x="323040" y="775297"/>
                  </a:lnTo>
                  <a:cubicBezTo>
                    <a:pt x="323040" y="767696"/>
                    <a:pt x="330641" y="760095"/>
                    <a:pt x="338242" y="760095"/>
                  </a:cubicBezTo>
                  <a:lnTo>
                    <a:pt x="452257" y="760095"/>
                  </a:lnTo>
                  <a:cubicBezTo>
                    <a:pt x="459857" y="760095"/>
                    <a:pt x="467458" y="767696"/>
                    <a:pt x="467458" y="775297"/>
                  </a:cubicBezTo>
                  <a:lnTo>
                    <a:pt x="467458" y="889311"/>
                  </a:lnTo>
                  <a:cubicBezTo>
                    <a:pt x="467458" y="896912"/>
                    <a:pt x="459857" y="904513"/>
                    <a:pt x="452257" y="904513"/>
                  </a:cubicBezTo>
                  <a:close/>
                  <a:moveTo>
                    <a:pt x="353444" y="874109"/>
                  </a:moveTo>
                  <a:lnTo>
                    <a:pt x="440855" y="874109"/>
                  </a:lnTo>
                  <a:lnTo>
                    <a:pt x="440855" y="786698"/>
                  </a:lnTo>
                  <a:lnTo>
                    <a:pt x="353444" y="786698"/>
                  </a:lnTo>
                  <a:lnTo>
                    <a:pt x="353444" y="874109"/>
                  </a:lnTo>
                  <a:close/>
                  <a:moveTo>
                    <a:pt x="1155344" y="600475"/>
                  </a:moveTo>
                  <a:lnTo>
                    <a:pt x="1041330" y="600475"/>
                  </a:lnTo>
                  <a:cubicBezTo>
                    <a:pt x="1033729" y="600475"/>
                    <a:pt x="1026128" y="592874"/>
                    <a:pt x="1026128" y="585273"/>
                  </a:cubicBezTo>
                  <a:lnTo>
                    <a:pt x="1026128" y="471259"/>
                  </a:lnTo>
                  <a:cubicBezTo>
                    <a:pt x="1026128" y="463658"/>
                    <a:pt x="1033729" y="456057"/>
                    <a:pt x="1041330" y="456057"/>
                  </a:cubicBezTo>
                  <a:lnTo>
                    <a:pt x="1155344" y="456057"/>
                  </a:lnTo>
                  <a:cubicBezTo>
                    <a:pt x="1162945" y="456057"/>
                    <a:pt x="1170546" y="463658"/>
                    <a:pt x="1170546" y="471259"/>
                  </a:cubicBezTo>
                  <a:lnTo>
                    <a:pt x="1170546" y="585273"/>
                  </a:lnTo>
                  <a:cubicBezTo>
                    <a:pt x="1170546" y="592874"/>
                    <a:pt x="1162945" y="600475"/>
                    <a:pt x="1155344" y="600475"/>
                  </a:cubicBezTo>
                  <a:close/>
                  <a:moveTo>
                    <a:pt x="1056532" y="570071"/>
                  </a:moveTo>
                  <a:lnTo>
                    <a:pt x="1143943" y="570071"/>
                  </a:lnTo>
                  <a:lnTo>
                    <a:pt x="1143943" y="482660"/>
                  </a:lnTo>
                  <a:lnTo>
                    <a:pt x="1056532" y="482660"/>
                  </a:lnTo>
                  <a:lnTo>
                    <a:pt x="1056532" y="570071"/>
                  </a:lnTo>
                  <a:close/>
                  <a:moveTo>
                    <a:pt x="889311" y="372447"/>
                  </a:moveTo>
                  <a:lnTo>
                    <a:pt x="775297" y="372447"/>
                  </a:lnTo>
                  <a:cubicBezTo>
                    <a:pt x="767696" y="372447"/>
                    <a:pt x="760095" y="364846"/>
                    <a:pt x="760095" y="357245"/>
                  </a:cubicBezTo>
                  <a:lnTo>
                    <a:pt x="760095" y="243230"/>
                  </a:lnTo>
                  <a:cubicBezTo>
                    <a:pt x="760095" y="235629"/>
                    <a:pt x="767696" y="228029"/>
                    <a:pt x="775297" y="228029"/>
                  </a:cubicBezTo>
                  <a:lnTo>
                    <a:pt x="889311" y="228029"/>
                  </a:lnTo>
                  <a:cubicBezTo>
                    <a:pt x="896912" y="228029"/>
                    <a:pt x="904513" y="235629"/>
                    <a:pt x="904513" y="243230"/>
                  </a:cubicBezTo>
                  <a:lnTo>
                    <a:pt x="904513" y="357245"/>
                  </a:lnTo>
                  <a:cubicBezTo>
                    <a:pt x="904513" y="364846"/>
                    <a:pt x="896912" y="372447"/>
                    <a:pt x="889311" y="372447"/>
                  </a:cubicBezTo>
                  <a:close/>
                  <a:moveTo>
                    <a:pt x="790499" y="342043"/>
                  </a:moveTo>
                  <a:lnTo>
                    <a:pt x="877910" y="342043"/>
                  </a:lnTo>
                  <a:lnTo>
                    <a:pt x="877910" y="258432"/>
                  </a:lnTo>
                  <a:lnTo>
                    <a:pt x="790499" y="258432"/>
                  </a:lnTo>
                  <a:lnTo>
                    <a:pt x="790499" y="342043"/>
                  </a:lnTo>
                  <a:close/>
                  <a:moveTo>
                    <a:pt x="129216" y="372447"/>
                  </a:moveTo>
                  <a:lnTo>
                    <a:pt x="15202" y="372447"/>
                  </a:lnTo>
                  <a:cubicBezTo>
                    <a:pt x="7601" y="372447"/>
                    <a:pt x="0" y="364846"/>
                    <a:pt x="0" y="357245"/>
                  </a:cubicBezTo>
                  <a:lnTo>
                    <a:pt x="0" y="243230"/>
                  </a:lnTo>
                  <a:cubicBezTo>
                    <a:pt x="0" y="235629"/>
                    <a:pt x="7601" y="228029"/>
                    <a:pt x="15202" y="228029"/>
                  </a:cubicBezTo>
                  <a:lnTo>
                    <a:pt x="129216" y="228029"/>
                  </a:lnTo>
                  <a:cubicBezTo>
                    <a:pt x="136817" y="228029"/>
                    <a:pt x="144418" y="235629"/>
                    <a:pt x="144418" y="243230"/>
                  </a:cubicBezTo>
                  <a:lnTo>
                    <a:pt x="144418" y="357245"/>
                  </a:lnTo>
                  <a:cubicBezTo>
                    <a:pt x="144418" y="364846"/>
                    <a:pt x="136817" y="372447"/>
                    <a:pt x="129216" y="372447"/>
                  </a:cubicBezTo>
                  <a:close/>
                  <a:moveTo>
                    <a:pt x="30404" y="342043"/>
                  </a:moveTo>
                  <a:lnTo>
                    <a:pt x="117815" y="342043"/>
                  </a:lnTo>
                  <a:lnTo>
                    <a:pt x="117815" y="258432"/>
                  </a:lnTo>
                  <a:lnTo>
                    <a:pt x="30404" y="258432"/>
                  </a:lnTo>
                  <a:lnTo>
                    <a:pt x="30404" y="342043"/>
                  </a:lnTo>
                  <a:close/>
                  <a:moveTo>
                    <a:pt x="1155344" y="144418"/>
                  </a:moveTo>
                  <a:lnTo>
                    <a:pt x="1041330" y="144418"/>
                  </a:lnTo>
                  <a:cubicBezTo>
                    <a:pt x="1033729" y="144418"/>
                    <a:pt x="1026128" y="136817"/>
                    <a:pt x="1026128" y="129216"/>
                  </a:cubicBezTo>
                  <a:lnTo>
                    <a:pt x="1026128" y="15202"/>
                  </a:lnTo>
                  <a:cubicBezTo>
                    <a:pt x="1026128" y="7601"/>
                    <a:pt x="1033729" y="0"/>
                    <a:pt x="1041330" y="0"/>
                  </a:cubicBezTo>
                  <a:lnTo>
                    <a:pt x="1155344" y="0"/>
                  </a:lnTo>
                  <a:cubicBezTo>
                    <a:pt x="1162945" y="0"/>
                    <a:pt x="1170546" y="7601"/>
                    <a:pt x="1170546" y="15202"/>
                  </a:cubicBezTo>
                  <a:lnTo>
                    <a:pt x="1170546" y="129216"/>
                  </a:lnTo>
                  <a:cubicBezTo>
                    <a:pt x="1170546" y="136817"/>
                    <a:pt x="1162945" y="144418"/>
                    <a:pt x="1155344" y="144418"/>
                  </a:cubicBezTo>
                  <a:close/>
                  <a:moveTo>
                    <a:pt x="1056532" y="114014"/>
                  </a:moveTo>
                  <a:lnTo>
                    <a:pt x="1143943" y="114014"/>
                  </a:lnTo>
                  <a:lnTo>
                    <a:pt x="1143943" y="30404"/>
                  </a:lnTo>
                  <a:lnTo>
                    <a:pt x="1056532" y="30404"/>
                  </a:lnTo>
                  <a:lnTo>
                    <a:pt x="1056532" y="114014"/>
                  </a:lnTo>
                  <a:close/>
                  <a:moveTo>
                    <a:pt x="433254" y="144418"/>
                  </a:moveTo>
                  <a:lnTo>
                    <a:pt x="319240" y="144418"/>
                  </a:lnTo>
                  <a:cubicBezTo>
                    <a:pt x="311639" y="144418"/>
                    <a:pt x="304038" y="136817"/>
                    <a:pt x="304038" y="129216"/>
                  </a:cubicBezTo>
                  <a:lnTo>
                    <a:pt x="304038" y="15202"/>
                  </a:lnTo>
                  <a:cubicBezTo>
                    <a:pt x="304038" y="7601"/>
                    <a:pt x="311639" y="0"/>
                    <a:pt x="319240" y="0"/>
                  </a:cubicBezTo>
                  <a:lnTo>
                    <a:pt x="433254" y="0"/>
                  </a:lnTo>
                  <a:cubicBezTo>
                    <a:pt x="440855" y="0"/>
                    <a:pt x="448456" y="7601"/>
                    <a:pt x="448456" y="15202"/>
                  </a:cubicBezTo>
                  <a:lnTo>
                    <a:pt x="448456" y="129216"/>
                  </a:lnTo>
                  <a:cubicBezTo>
                    <a:pt x="448456" y="136817"/>
                    <a:pt x="440855" y="144418"/>
                    <a:pt x="433254" y="144418"/>
                  </a:cubicBezTo>
                  <a:close/>
                  <a:moveTo>
                    <a:pt x="334442" y="114014"/>
                  </a:moveTo>
                  <a:lnTo>
                    <a:pt x="421853" y="114014"/>
                  </a:lnTo>
                  <a:lnTo>
                    <a:pt x="421853" y="30404"/>
                  </a:lnTo>
                  <a:lnTo>
                    <a:pt x="334442" y="30404"/>
                  </a:lnTo>
                  <a:lnTo>
                    <a:pt x="334442" y="114014"/>
                  </a:lnTo>
                  <a:close/>
                </a:path>
              </a:pathLst>
            </a:custGeom>
            <a:solidFill>
              <a:schemeClr val="tx1"/>
            </a:solidFill>
            <a:ln w="37802" cap="flat">
              <a:noFill/>
              <a:prstDash val="solid"/>
              <a:miter/>
            </a:ln>
          </p:spPr>
          <p:txBody>
            <a:bodyPr rtlCol="0" anchor="ctr"/>
            <a:lstStyle/>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19" name="Freeform: Shape 18">
              <a:extLst>
                <a:ext uri="{FF2B5EF4-FFF2-40B4-BE49-F238E27FC236}">
                  <a16:creationId xmlns:a16="http://schemas.microsoft.com/office/drawing/2014/main" id="{4CE7B2C1-F962-F26E-6200-F98974951B2C}"/>
                </a:ext>
              </a:extLst>
            </p:cNvPr>
            <p:cNvSpPr/>
            <p:nvPr/>
          </p:nvSpPr>
          <p:spPr>
            <a:xfrm>
              <a:off x="576072" y="6549107"/>
              <a:ext cx="1216152" cy="1216152"/>
            </a:xfrm>
            <a:custGeom>
              <a:avLst/>
              <a:gdLst>
                <a:gd name="connsiteX0" fmla="*/ 0 w 1216152"/>
                <a:gd name="connsiteY0" fmla="*/ 0 h 1216152"/>
                <a:gd name="connsiteX1" fmla="*/ 1216152 w 1216152"/>
                <a:gd name="connsiteY1" fmla="*/ 0 h 1216152"/>
                <a:gd name="connsiteX2" fmla="*/ 1216152 w 1216152"/>
                <a:gd name="connsiteY2" fmla="*/ 1216152 h 1216152"/>
                <a:gd name="connsiteX3" fmla="*/ 0 w 1216152"/>
                <a:gd name="connsiteY3" fmla="*/ 1216152 h 1216152"/>
              </a:gdLst>
              <a:ahLst/>
              <a:cxnLst>
                <a:cxn ang="0">
                  <a:pos x="connsiteX0" y="connsiteY0"/>
                </a:cxn>
                <a:cxn ang="0">
                  <a:pos x="connsiteX1" y="connsiteY1"/>
                </a:cxn>
                <a:cxn ang="0">
                  <a:pos x="connsiteX2" y="connsiteY2"/>
                </a:cxn>
                <a:cxn ang="0">
                  <a:pos x="connsiteX3" y="connsiteY3"/>
                </a:cxn>
              </a:cxnLst>
              <a:rect l="l" t="t" r="r" b="b"/>
              <a:pathLst>
                <a:path w="1216152" h="1216152">
                  <a:moveTo>
                    <a:pt x="0" y="0"/>
                  </a:moveTo>
                  <a:lnTo>
                    <a:pt x="1216152" y="0"/>
                  </a:lnTo>
                  <a:lnTo>
                    <a:pt x="1216152" y="1216152"/>
                  </a:lnTo>
                  <a:lnTo>
                    <a:pt x="0" y="1216152"/>
                  </a:lnTo>
                  <a:close/>
                </a:path>
              </a:pathLst>
            </a:custGeom>
            <a:noFill/>
            <a:ln w="37802" cap="flat">
              <a:noFill/>
              <a:prstDash val="solid"/>
              <a:miter/>
            </a:ln>
          </p:spPr>
          <p:txBody>
            <a:bodyPr rtlCol="0" anchor="ctr"/>
            <a:lstStyle/>
            <a:p>
              <a:pPr marL="0" marR="0" lvl="0" indent="0" algn="l" defTabSz="1829379"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srgbClr val="000000"/>
                </a:solidFill>
                <a:effectLst/>
                <a:uLnTx/>
                <a:uFillTx/>
                <a:latin typeface="IBM Plex Sans Light"/>
                <a:ea typeface="+mn-ea"/>
                <a:cs typeface="+mn-cs"/>
              </a:endParaRPr>
            </a:p>
          </p:txBody>
        </p:sp>
      </p:grpSp>
      <p:sp>
        <p:nvSpPr>
          <p:cNvPr id="10" name="Textfeld 12">
            <a:extLst>
              <a:ext uri="{FF2B5EF4-FFF2-40B4-BE49-F238E27FC236}">
                <a16:creationId xmlns:a16="http://schemas.microsoft.com/office/drawing/2014/main" id="{C979239F-1FE1-20B3-C225-35F23945751E}"/>
              </a:ext>
            </a:extLst>
          </p:cNvPr>
          <p:cNvSpPr txBox="1"/>
          <p:nvPr/>
        </p:nvSpPr>
        <p:spPr>
          <a:xfrm>
            <a:off x="9313924" y="11671558"/>
            <a:ext cx="1075780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28274" indent="-228274" defTabSz="1826702">
              <a:defRPr/>
            </a:pPr>
            <a:r>
              <a:rPr lang="en-US" sz="2400" dirty="0">
                <a:solidFill>
                  <a:schemeClr val="tx1">
                    <a:lumMod val="50000"/>
                    <a:lumOff val="50000"/>
                  </a:schemeClr>
                </a:solidFill>
                <a:latin typeface="IBM Plex Sans Light" panose="020B0403050203000203" pitchFamily="34" charset="0"/>
              </a:rPr>
              <a:t>* CRYSTALS-Kyber and CRYSTALS-Dilithium (also) Falcon developed by IBM Research team, in collaboration with industry and academic partners  </a:t>
            </a:r>
            <a:endParaRPr lang="de-DE" sz="2100" dirty="0">
              <a:solidFill>
                <a:schemeClr val="tx1">
                  <a:lumMod val="50000"/>
                  <a:lumOff val="50000"/>
                </a:schemeClr>
              </a:solidFill>
              <a:latin typeface="IBM Plex Sans Light" panose="020B0403050203000203" pitchFamily="34" charset="0"/>
              <a:cs typeface="Arial" panose="020B0604020202020204"/>
            </a:endParaRPr>
          </a:p>
        </p:txBody>
      </p:sp>
      <p:sp>
        <p:nvSpPr>
          <p:cNvPr id="20" name="Text Placeholder 3">
            <a:extLst>
              <a:ext uri="{FF2B5EF4-FFF2-40B4-BE49-F238E27FC236}">
                <a16:creationId xmlns:a16="http://schemas.microsoft.com/office/drawing/2014/main" id="{11E404FC-6F7E-4601-7A3A-87FD56F9FE9E}"/>
              </a:ext>
            </a:extLst>
          </p:cNvPr>
          <p:cNvSpPr txBox="1">
            <a:spLocks/>
          </p:cNvSpPr>
          <p:nvPr/>
        </p:nvSpPr>
        <p:spPr>
          <a:xfrm>
            <a:off x="537972" y="11685161"/>
            <a:ext cx="7181846" cy="159294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342900" indent="-342900">
              <a:spcAft>
                <a:spcPts val="600"/>
              </a:spcAft>
              <a:buFont typeface="Wingdings" pitchFamily="2" charset="2"/>
              <a:buChar char="q"/>
            </a:pPr>
            <a:r>
              <a:rPr lang="en-US" sz="1600" kern="0" dirty="0">
                <a:hlinkClick r:id="rId3"/>
              </a:rPr>
              <a:t>IBM-Developed Algorithms Announced as NIST's First Published Post-Quantum Cryptography Standards</a:t>
            </a:r>
            <a:r>
              <a:rPr lang="en-US" sz="1600" kern="0" dirty="0"/>
              <a:t>, IBM Newsroom, 2024</a:t>
            </a:r>
          </a:p>
          <a:p>
            <a:pPr marL="342900" indent="-342900">
              <a:buFont typeface="Wingdings" pitchFamily="2" charset="2"/>
              <a:buChar char="q"/>
            </a:pPr>
            <a:r>
              <a:rPr lang="en-US" sz="1600" kern="0" dirty="0">
                <a:hlinkClick r:id="rId4"/>
              </a:rPr>
              <a:t>IBM’s quantum-safe signature schemes advance in NIST’s PQC process</a:t>
            </a:r>
            <a:r>
              <a:rPr lang="en-US" sz="1600" kern="0" dirty="0"/>
              <a:t>, IBM Research, 2025</a:t>
            </a:r>
          </a:p>
        </p:txBody>
      </p:sp>
      <p:sp>
        <p:nvSpPr>
          <p:cNvPr id="21" name="Slide Number Placeholder 3">
            <a:extLst>
              <a:ext uri="{FF2B5EF4-FFF2-40B4-BE49-F238E27FC236}">
                <a16:creationId xmlns:a16="http://schemas.microsoft.com/office/drawing/2014/main" id="{6B927DA5-3165-474B-A2D6-53750C96CFA8}"/>
              </a:ext>
            </a:extLst>
          </p:cNvPr>
          <p:cNvSpPr txBox="1">
            <a:spLocks/>
          </p:cNvSpPr>
          <p:nvPr/>
        </p:nvSpPr>
        <p:spPr>
          <a:xfrm>
            <a:off x="23689158" y="13164979"/>
            <a:ext cx="12183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13</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22" name="Footer Placeholder 3">
            <a:extLst>
              <a:ext uri="{FF2B5EF4-FFF2-40B4-BE49-F238E27FC236}">
                <a16:creationId xmlns:a16="http://schemas.microsoft.com/office/drawing/2014/main" id="{2CC0DBC7-CBA2-1FAD-61DC-ABA8BB89C304}"/>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2220798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C9ECC-229B-10B1-D61D-D9A19FB28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24D42-84FF-6C1F-BAD0-2F68F3993537}"/>
              </a:ext>
            </a:extLst>
          </p:cNvPr>
          <p:cNvSpPr>
            <a:spLocks noGrp="1"/>
          </p:cNvSpPr>
          <p:nvPr>
            <p:ph type="title"/>
          </p:nvPr>
        </p:nvSpPr>
        <p:spPr>
          <a:xfrm>
            <a:off x="563933" y="538098"/>
            <a:ext cx="22970452" cy="2145232"/>
          </a:xfrm>
        </p:spPr>
        <p:txBody>
          <a:bodyPr/>
          <a:lstStyle/>
          <a:p>
            <a:r>
              <a:rPr lang="en-US" sz="4800" spc="90" dirty="0"/>
              <a:t>Quantum-</a:t>
            </a:r>
            <a:r>
              <a:rPr lang="en-US" sz="4800" spc="-24" dirty="0"/>
              <a:t>Safe E</a:t>
            </a:r>
            <a:r>
              <a:rPr lang="en-US" sz="4800" dirty="0"/>
              <a:t>cosystem</a:t>
            </a:r>
            <a:br>
              <a:rPr lang="en-US" sz="6598" spc="56" dirty="0"/>
            </a:br>
            <a:r>
              <a:rPr lang="en-US" sz="3600" i="1" dirty="0"/>
              <a:t>global industry, government, and community collaboration for a successful transformation journey</a:t>
            </a:r>
            <a:endParaRPr lang="en-US" sz="6598" i="1" dirty="0">
              <a:latin typeface="IBM Plex Sans Light" panose="020B0503050203000203" pitchFamily="34" charset="0"/>
            </a:endParaRPr>
          </a:p>
        </p:txBody>
      </p:sp>
      <p:sp>
        <p:nvSpPr>
          <p:cNvPr id="104" name="TextBox 103">
            <a:extLst>
              <a:ext uri="{FF2B5EF4-FFF2-40B4-BE49-F238E27FC236}">
                <a16:creationId xmlns:a16="http://schemas.microsoft.com/office/drawing/2014/main" id="{DFB74504-AC5E-7A7D-B840-4C3B1B1A3F20}"/>
              </a:ext>
            </a:extLst>
          </p:cNvPr>
          <p:cNvSpPr txBox="1"/>
          <p:nvPr/>
        </p:nvSpPr>
        <p:spPr>
          <a:xfrm>
            <a:off x="21168940" y="16944674"/>
            <a:ext cx="5327802" cy="615425"/>
          </a:xfrm>
          <a:prstGeom prst="rect">
            <a:avLst/>
          </a:prstGeom>
          <a:grpFill/>
          <a:ln w="12700" cap="flat">
            <a:noFill/>
            <a:miter lim="400000"/>
          </a:ln>
          <a:effectLst/>
          <a:sp3d/>
        </p:spPr>
        <p:txBody>
          <a:bodyPr rot="0" spcFirstLastPara="1" vertOverflow="overflow" horzOverflow="overflow" vert="horz" wrap="square" lIns="0" tIns="0" rIns="0" bIns="0" numCol="1" spcCol="38100" rtlCol="0" anchor="t">
            <a:spAutoFit/>
          </a:bodyPr>
          <a:lstStyle/>
          <a:p>
            <a:pPr defTabSz="2437880">
              <a:spcBef>
                <a:spcPts val="1600"/>
              </a:spcBef>
              <a:defRPr/>
            </a:pPr>
            <a:endParaRPr lang="en-US" sz="2666" b="1" kern="0" dirty="0">
              <a:solidFill>
                <a:srgbClr val="0069FF"/>
              </a:solidFill>
              <a:latin typeface="IBMPlexSans"/>
              <a:cs typeface="Arial" charset="0"/>
            </a:endParaRPr>
          </a:p>
        </p:txBody>
      </p:sp>
      <p:sp>
        <p:nvSpPr>
          <p:cNvPr id="3" name="object 2">
            <a:extLst>
              <a:ext uri="{FF2B5EF4-FFF2-40B4-BE49-F238E27FC236}">
                <a16:creationId xmlns:a16="http://schemas.microsoft.com/office/drawing/2014/main" id="{B30E6918-6891-7AF8-BFF1-F599FB989245}"/>
              </a:ext>
            </a:extLst>
          </p:cNvPr>
          <p:cNvSpPr/>
          <p:nvPr/>
        </p:nvSpPr>
        <p:spPr>
          <a:xfrm>
            <a:off x="543822" y="2834944"/>
            <a:ext cx="127854" cy="10178040"/>
          </a:xfrm>
          <a:custGeom>
            <a:avLst/>
            <a:gdLst/>
            <a:ahLst/>
            <a:cxnLst/>
            <a:rect l="l" t="t" r="r" b="b"/>
            <a:pathLst>
              <a:path h="9425305">
                <a:moveTo>
                  <a:pt x="0" y="0"/>
                </a:moveTo>
                <a:lnTo>
                  <a:pt x="0" y="9425105"/>
                </a:lnTo>
              </a:path>
            </a:pathLst>
          </a:custGeom>
          <a:ln w="10470">
            <a:solidFill>
              <a:srgbClr val="000000"/>
            </a:solidFill>
          </a:ln>
        </p:spPr>
        <p:txBody>
          <a:bodyPr wrap="square" lIns="0" tIns="0" rIns="0" bIns="0" rtlCol="0"/>
          <a:lstStyle/>
          <a:p>
            <a:pPr defTabSz="2437852">
              <a:defRPr/>
            </a:pPr>
            <a:endParaRPr sz="4366" kern="0" dirty="0">
              <a:solidFill>
                <a:sysClr val="windowText" lastClr="000000"/>
              </a:solidFill>
            </a:endParaRPr>
          </a:p>
        </p:txBody>
      </p:sp>
      <p:sp>
        <p:nvSpPr>
          <p:cNvPr id="8" name="object 3">
            <a:extLst>
              <a:ext uri="{FF2B5EF4-FFF2-40B4-BE49-F238E27FC236}">
                <a16:creationId xmlns:a16="http://schemas.microsoft.com/office/drawing/2014/main" id="{3F8E9400-64FD-5F1D-D9D9-6FB4CD58B6D0}"/>
              </a:ext>
            </a:extLst>
          </p:cNvPr>
          <p:cNvSpPr/>
          <p:nvPr/>
        </p:nvSpPr>
        <p:spPr>
          <a:xfrm flipH="1">
            <a:off x="6686521" y="2831964"/>
            <a:ext cx="112884" cy="10178040"/>
          </a:xfrm>
          <a:custGeom>
            <a:avLst/>
            <a:gdLst/>
            <a:ahLst/>
            <a:cxnLst/>
            <a:rect l="l" t="t" r="r" b="b"/>
            <a:pathLst>
              <a:path h="9425305">
                <a:moveTo>
                  <a:pt x="0" y="0"/>
                </a:moveTo>
                <a:lnTo>
                  <a:pt x="0" y="9425105"/>
                </a:lnTo>
              </a:path>
            </a:pathLst>
          </a:custGeom>
          <a:ln w="10470">
            <a:solidFill>
              <a:srgbClr val="000000"/>
            </a:solidFill>
          </a:ln>
        </p:spPr>
        <p:txBody>
          <a:bodyPr wrap="square" lIns="0" tIns="0" rIns="0" bIns="0" rtlCol="0"/>
          <a:lstStyle/>
          <a:p>
            <a:pPr defTabSz="2437852">
              <a:defRPr/>
            </a:pPr>
            <a:endParaRPr sz="4366" kern="0" dirty="0">
              <a:solidFill>
                <a:sysClr val="windowText" lastClr="000000"/>
              </a:solidFill>
            </a:endParaRPr>
          </a:p>
        </p:txBody>
      </p:sp>
      <p:sp>
        <p:nvSpPr>
          <p:cNvPr id="19" name="object 4">
            <a:extLst>
              <a:ext uri="{FF2B5EF4-FFF2-40B4-BE49-F238E27FC236}">
                <a16:creationId xmlns:a16="http://schemas.microsoft.com/office/drawing/2014/main" id="{EF75EF83-9745-1AB0-C063-A53C0D1755AC}"/>
              </a:ext>
            </a:extLst>
          </p:cNvPr>
          <p:cNvSpPr/>
          <p:nvPr/>
        </p:nvSpPr>
        <p:spPr>
          <a:xfrm flipH="1">
            <a:off x="12783555" y="2834944"/>
            <a:ext cx="112884" cy="10178040"/>
          </a:xfrm>
          <a:custGeom>
            <a:avLst/>
            <a:gdLst/>
            <a:ahLst/>
            <a:cxnLst/>
            <a:rect l="l" t="t" r="r" b="b"/>
            <a:pathLst>
              <a:path h="9425305">
                <a:moveTo>
                  <a:pt x="0" y="0"/>
                </a:moveTo>
                <a:lnTo>
                  <a:pt x="0" y="9425105"/>
                </a:lnTo>
              </a:path>
            </a:pathLst>
          </a:custGeom>
          <a:ln w="10470">
            <a:solidFill>
              <a:srgbClr val="000000"/>
            </a:solidFill>
          </a:ln>
        </p:spPr>
        <p:txBody>
          <a:bodyPr wrap="square" lIns="0" tIns="0" rIns="0" bIns="0" rtlCol="0"/>
          <a:lstStyle/>
          <a:p>
            <a:pPr defTabSz="2437852">
              <a:defRPr/>
            </a:pPr>
            <a:endParaRPr sz="4366" kern="0" dirty="0">
              <a:solidFill>
                <a:sysClr val="windowText" lastClr="000000"/>
              </a:solidFill>
            </a:endParaRPr>
          </a:p>
        </p:txBody>
      </p:sp>
      <p:sp>
        <p:nvSpPr>
          <p:cNvPr id="21" name="object 5">
            <a:extLst>
              <a:ext uri="{FF2B5EF4-FFF2-40B4-BE49-F238E27FC236}">
                <a16:creationId xmlns:a16="http://schemas.microsoft.com/office/drawing/2014/main" id="{35D59C71-7D53-A05C-DCC1-8797B20C2240}"/>
              </a:ext>
            </a:extLst>
          </p:cNvPr>
          <p:cNvSpPr txBox="1"/>
          <p:nvPr/>
        </p:nvSpPr>
        <p:spPr>
          <a:xfrm>
            <a:off x="13441772" y="3876389"/>
            <a:ext cx="5143570" cy="630645"/>
          </a:xfrm>
          <a:prstGeom prst="rect">
            <a:avLst/>
          </a:prstGeom>
        </p:spPr>
        <p:txBody>
          <a:bodyPr vert="horz" wrap="square" lIns="0" tIns="14628" rIns="0" bIns="0" rtlCol="0">
            <a:spAutoFit/>
          </a:bodyPr>
          <a:lstStyle/>
          <a:p>
            <a:pPr marL="15398" defTabSz="2437852">
              <a:spcBef>
                <a:spcPts val="114"/>
              </a:spcBef>
              <a:defRPr/>
            </a:pPr>
            <a:r>
              <a:rPr sz="4002" kern="0" spc="80" dirty="0">
                <a:solidFill>
                  <a:srgbClr val="0F62FE"/>
                </a:solidFill>
                <a:latin typeface="IBM Plex Sans Light"/>
                <a:cs typeface="Arial"/>
              </a:rPr>
              <a:t>Industry</a:t>
            </a:r>
            <a:r>
              <a:rPr sz="4002" kern="0" spc="-158" dirty="0">
                <a:solidFill>
                  <a:srgbClr val="0F62FE"/>
                </a:solidFill>
                <a:latin typeface="IBM Plex Sans Light"/>
                <a:cs typeface="Arial"/>
              </a:rPr>
              <a:t> </a:t>
            </a:r>
            <a:r>
              <a:rPr sz="4002" kern="0" spc="-14" dirty="0">
                <a:solidFill>
                  <a:srgbClr val="0F62FE"/>
                </a:solidFill>
                <a:latin typeface="IBM Plex Sans Light"/>
                <a:cs typeface="Arial"/>
              </a:rPr>
              <a:t>consortia</a:t>
            </a:r>
            <a:endParaRPr sz="4002" kern="0" dirty="0">
              <a:solidFill>
                <a:srgbClr val="0F62FE"/>
              </a:solidFill>
              <a:latin typeface="IBM Plex Sans Light"/>
              <a:cs typeface="Arial"/>
            </a:endParaRPr>
          </a:p>
        </p:txBody>
      </p:sp>
      <p:sp>
        <p:nvSpPr>
          <p:cNvPr id="26" name="object 9">
            <a:extLst>
              <a:ext uri="{FF2B5EF4-FFF2-40B4-BE49-F238E27FC236}">
                <a16:creationId xmlns:a16="http://schemas.microsoft.com/office/drawing/2014/main" id="{1FE44A27-FEE9-D328-3F92-45B52AB16E2F}"/>
              </a:ext>
            </a:extLst>
          </p:cNvPr>
          <p:cNvSpPr txBox="1"/>
          <p:nvPr/>
        </p:nvSpPr>
        <p:spPr>
          <a:xfrm>
            <a:off x="7250015" y="3876389"/>
            <a:ext cx="4865180" cy="630645"/>
          </a:xfrm>
          <a:prstGeom prst="rect">
            <a:avLst/>
          </a:prstGeom>
        </p:spPr>
        <p:txBody>
          <a:bodyPr vert="horz" wrap="square" lIns="0" tIns="14628" rIns="0" bIns="0" rtlCol="0">
            <a:spAutoFit/>
          </a:bodyPr>
          <a:lstStyle/>
          <a:p>
            <a:pPr marL="15398" defTabSz="2437852">
              <a:spcBef>
                <a:spcPts val="114"/>
              </a:spcBef>
              <a:defRPr/>
            </a:pPr>
            <a:r>
              <a:rPr sz="4002" kern="0" spc="-42" dirty="0">
                <a:solidFill>
                  <a:srgbClr val="0F62FE"/>
                </a:solidFill>
                <a:latin typeface="IBM Plex Sans Light"/>
                <a:cs typeface="Arial"/>
              </a:rPr>
              <a:t>Centers</a:t>
            </a:r>
            <a:r>
              <a:rPr sz="4002" kern="0" spc="-158" dirty="0">
                <a:solidFill>
                  <a:srgbClr val="0F62FE"/>
                </a:solidFill>
                <a:latin typeface="IBM Plex Sans Light"/>
                <a:cs typeface="Arial"/>
              </a:rPr>
              <a:t> </a:t>
            </a:r>
            <a:r>
              <a:rPr sz="4002" kern="0" dirty="0">
                <a:solidFill>
                  <a:srgbClr val="0F62FE"/>
                </a:solidFill>
                <a:latin typeface="IBM Plex Sans Light"/>
                <a:cs typeface="Arial"/>
              </a:rPr>
              <a:t>of</a:t>
            </a:r>
            <a:r>
              <a:rPr sz="4002" kern="0" spc="-158" dirty="0">
                <a:solidFill>
                  <a:srgbClr val="0F62FE"/>
                </a:solidFill>
                <a:latin typeface="IBM Plex Sans Light"/>
                <a:cs typeface="Arial"/>
              </a:rPr>
              <a:t> </a:t>
            </a:r>
            <a:r>
              <a:rPr sz="4002" kern="0" spc="-14" dirty="0">
                <a:solidFill>
                  <a:srgbClr val="0F62FE"/>
                </a:solidFill>
                <a:latin typeface="IBM Plex Sans Light"/>
                <a:cs typeface="Arial"/>
              </a:rPr>
              <a:t>excellence</a:t>
            </a:r>
            <a:endParaRPr sz="4002" kern="0" dirty="0">
              <a:solidFill>
                <a:srgbClr val="0F62FE"/>
              </a:solidFill>
              <a:latin typeface="IBM Plex Sans Light"/>
              <a:cs typeface="Arial"/>
            </a:endParaRPr>
          </a:p>
        </p:txBody>
      </p:sp>
      <p:sp>
        <p:nvSpPr>
          <p:cNvPr id="27" name="object 10">
            <a:extLst>
              <a:ext uri="{FF2B5EF4-FFF2-40B4-BE49-F238E27FC236}">
                <a16:creationId xmlns:a16="http://schemas.microsoft.com/office/drawing/2014/main" id="{947BD56A-8233-D530-2FE8-8F6DFC18A02A}"/>
              </a:ext>
            </a:extLst>
          </p:cNvPr>
          <p:cNvSpPr txBox="1"/>
          <p:nvPr/>
        </p:nvSpPr>
        <p:spPr>
          <a:xfrm>
            <a:off x="7380406" y="5177177"/>
            <a:ext cx="4298510" cy="932138"/>
          </a:xfrm>
          <a:prstGeom prst="rect">
            <a:avLst/>
          </a:prstGeom>
        </p:spPr>
        <p:txBody>
          <a:bodyPr vert="horz" wrap="square" lIns="0" tIns="14628" rIns="0" bIns="0" rtlCol="0">
            <a:spAutoFit/>
          </a:bodyPr>
          <a:lstStyle/>
          <a:p>
            <a:pPr marL="15398" marR="6158" defTabSz="2437852">
              <a:lnSpc>
                <a:spcPct val="110400"/>
              </a:lnSpc>
              <a:spcBef>
                <a:spcPts val="114"/>
              </a:spcBef>
              <a:defRPr/>
            </a:pPr>
            <a:r>
              <a:rPr sz="2790" b="1" kern="0" spc="-278" dirty="0">
                <a:solidFill>
                  <a:sysClr val="windowText" lastClr="000000"/>
                </a:solidFill>
                <a:latin typeface="IBM Plex Sans Light"/>
                <a:cs typeface="Arial"/>
              </a:rPr>
              <a:t>NIST</a:t>
            </a:r>
            <a:r>
              <a:rPr sz="2790" b="1" kern="0" spc="-120" dirty="0">
                <a:solidFill>
                  <a:sysClr val="windowText" lastClr="000000"/>
                </a:solidFill>
                <a:latin typeface="IBM Plex Sans Light"/>
                <a:cs typeface="Arial"/>
              </a:rPr>
              <a:t> </a:t>
            </a:r>
            <a:r>
              <a:rPr sz="2790" b="1" kern="0" spc="-138" dirty="0">
                <a:solidFill>
                  <a:sysClr val="windowText" lastClr="000000"/>
                </a:solidFill>
                <a:latin typeface="IBM Plex Sans Light"/>
                <a:cs typeface="Arial"/>
              </a:rPr>
              <a:t>National</a:t>
            </a:r>
            <a:r>
              <a:rPr sz="2790" b="1" kern="0" spc="-120" dirty="0">
                <a:solidFill>
                  <a:sysClr val="windowText" lastClr="000000"/>
                </a:solidFill>
                <a:latin typeface="IBM Plex Sans Light"/>
                <a:cs typeface="Arial"/>
              </a:rPr>
              <a:t> Cybersecurity </a:t>
            </a:r>
            <a:r>
              <a:rPr sz="2790" b="1" kern="0" spc="-194" dirty="0">
                <a:solidFill>
                  <a:sysClr val="windowText" lastClr="000000"/>
                </a:solidFill>
                <a:latin typeface="IBM Plex Sans Light"/>
                <a:cs typeface="Arial"/>
              </a:rPr>
              <a:t>Center</a:t>
            </a:r>
            <a:r>
              <a:rPr sz="2790" b="1" kern="0" spc="-104" dirty="0">
                <a:solidFill>
                  <a:sysClr val="windowText" lastClr="000000"/>
                </a:solidFill>
                <a:latin typeface="IBM Plex Sans Light"/>
                <a:cs typeface="Arial"/>
              </a:rPr>
              <a:t> </a:t>
            </a:r>
            <a:r>
              <a:rPr sz="2790" b="1" kern="0" spc="-138" dirty="0">
                <a:solidFill>
                  <a:sysClr val="windowText" lastClr="000000"/>
                </a:solidFill>
                <a:latin typeface="IBM Plex Sans Light"/>
                <a:cs typeface="Arial"/>
              </a:rPr>
              <a:t>of</a:t>
            </a:r>
            <a:r>
              <a:rPr sz="2790" b="1" kern="0" spc="-96" dirty="0">
                <a:solidFill>
                  <a:sysClr val="windowText" lastClr="000000"/>
                </a:solidFill>
                <a:latin typeface="IBM Plex Sans Light"/>
                <a:cs typeface="Arial"/>
              </a:rPr>
              <a:t> </a:t>
            </a:r>
            <a:r>
              <a:rPr sz="2790" b="1" kern="0" spc="-248" dirty="0">
                <a:solidFill>
                  <a:sysClr val="windowText" lastClr="000000"/>
                </a:solidFill>
                <a:latin typeface="IBM Plex Sans Light"/>
                <a:cs typeface="Arial"/>
              </a:rPr>
              <a:t>Excellence</a:t>
            </a:r>
            <a:r>
              <a:rPr sz="2790" b="1" kern="0" spc="-96" dirty="0">
                <a:solidFill>
                  <a:sysClr val="windowText" lastClr="000000"/>
                </a:solidFill>
                <a:latin typeface="IBM Plex Sans Light"/>
                <a:cs typeface="Arial"/>
              </a:rPr>
              <a:t> </a:t>
            </a:r>
            <a:r>
              <a:rPr sz="2790" b="1" kern="0" spc="-278" dirty="0">
                <a:solidFill>
                  <a:sysClr val="windowText" lastClr="000000"/>
                </a:solidFill>
                <a:latin typeface="IBM Plex Sans Light"/>
                <a:cs typeface="Arial"/>
              </a:rPr>
              <a:t>(NCCoE</a:t>
            </a:r>
            <a:r>
              <a:rPr sz="2790" kern="0" spc="-278" dirty="0">
                <a:solidFill>
                  <a:sysClr val="windowText" lastClr="000000"/>
                </a:solidFill>
                <a:latin typeface="IBM Plex Sans Light"/>
                <a:cs typeface="Arial"/>
              </a:rPr>
              <a:t>)</a:t>
            </a:r>
            <a:endParaRPr sz="2790" kern="0" dirty="0">
              <a:solidFill>
                <a:sysClr val="windowText" lastClr="000000"/>
              </a:solidFill>
              <a:latin typeface="IBM Plex Sans Light"/>
              <a:cs typeface="Arial"/>
            </a:endParaRPr>
          </a:p>
        </p:txBody>
      </p:sp>
      <p:sp>
        <p:nvSpPr>
          <p:cNvPr id="28" name="object 11">
            <a:extLst>
              <a:ext uri="{FF2B5EF4-FFF2-40B4-BE49-F238E27FC236}">
                <a16:creationId xmlns:a16="http://schemas.microsoft.com/office/drawing/2014/main" id="{219D8973-D9F8-B545-2AE8-BD88932779E7}"/>
              </a:ext>
            </a:extLst>
          </p:cNvPr>
          <p:cNvSpPr txBox="1"/>
          <p:nvPr/>
        </p:nvSpPr>
        <p:spPr>
          <a:xfrm>
            <a:off x="7362635" y="6496323"/>
            <a:ext cx="4904448" cy="1404447"/>
          </a:xfrm>
          <a:prstGeom prst="rect">
            <a:avLst/>
          </a:prstGeom>
        </p:spPr>
        <p:txBody>
          <a:bodyPr vert="horz" wrap="square" lIns="0" tIns="14628" rIns="0" bIns="0" rtlCol="0">
            <a:spAutoFit/>
          </a:bodyPr>
          <a:lstStyle/>
          <a:p>
            <a:pPr marL="15398" marR="6158" defTabSz="2437852">
              <a:lnSpc>
                <a:spcPct val="110400"/>
              </a:lnSpc>
              <a:spcBef>
                <a:spcPts val="114"/>
              </a:spcBef>
              <a:defRPr/>
            </a:pPr>
            <a:r>
              <a:rPr sz="2790" kern="0" spc="-14" dirty="0">
                <a:solidFill>
                  <a:sysClr val="windowText" lastClr="000000"/>
                </a:solidFill>
                <a:latin typeface="IBM Plex Sans Light"/>
                <a:cs typeface="Arial"/>
              </a:rPr>
              <a:t>Providing</a:t>
            </a:r>
            <a:r>
              <a:rPr sz="2790" kern="0" spc="-96" dirty="0">
                <a:solidFill>
                  <a:sysClr val="windowText" lastClr="000000"/>
                </a:solidFill>
                <a:latin typeface="IBM Plex Sans Light"/>
                <a:cs typeface="Arial"/>
              </a:rPr>
              <a:t> </a:t>
            </a:r>
            <a:r>
              <a:rPr sz="2790" kern="0" dirty="0">
                <a:solidFill>
                  <a:sysClr val="windowText" lastClr="000000"/>
                </a:solidFill>
                <a:latin typeface="IBM Plex Sans Light"/>
                <a:cs typeface="Arial"/>
              </a:rPr>
              <a:t>expertise</a:t>
            </a:r>
            <a:r>
              <a:rPr sz="2790" kern="0" spc="-86" dirty="0">
                <a:solidFill>
                  <a:sysClr val="windowText" lastClr="000000"/>
                </a:solidFill>
                <a:latin typeface="IBM Plex Sans Light"/>
                <a:cs typeface="Arial"/>
              </a:rPr>
              <a:t> </a:t>
            </a:r>
            <a:r>
              <a:rPr sz="2790" kern="0" spc="66" dirty="0">
                <a:solidFill>
                  <a:sysClr val="windowText" lastClr="000000"/>
                </a:solidFill>
                <a:latin typeface="IBM Plex Sans Light"/>
                <a:cs typeface="Arial"/>
              </a:rPr>
              <a:t>to</a:t>
            </a:r>
            <a:r>
              <a:rPr sz="2790" kern="0" spc="-96" dirty="0">
                <a:solidFill>
                  <a:sysClr val="windowText" lastClr="000000"/>
                </a:solidFill>
                <a:latin typeface="IBM Plex Sans Light"/>
                <a:cs typeface="Arial"/>
              </a:rPr>
              <a:t> </a:t>
            </a:r>
            <a:r>
              <a:rPr sz="2790" kern="0" dirty="0">
                <a:solidFill>
                  <a:sysClr val="windowText" lastClr="000000"/>
                </a:solidFill>
                <a:latin typeface="IBM Plex Sans Light"/>
                <a:cs typeface="Arial"/>
              </a:rPr>
              <a:t>drive</a:t>
            </a:r>
            <a:r>
              <a:rPr sz="2790" kern="0" spc="-80" dirty="0">
                <a:solidFill>
                  <a:sysClr val="windowText" lastClr="000000"/>
                </a:solidFill>
                <a:latin typeface="IBM Plex Sans Light"/>
                <a:cs typeface="Arial"/>
              </a:rPr>
              <a:t> </a:t>
            </a:r>
            <a:r>
              <a:rPr sz="2790" kern="0" spc="-30" dirty="0">
                <a:solidFill>
                  <a:sysClr val="windowText" lastClr="000000"/>
                </a:solidFill>
                <a:latin typeface="IBM Plex Sans Light"/>
                <a:cs typeface="Arial"/>
              </a:rPr>
              <a:t>the </a:t>
            </a:r>
            <a:r>
              <a:rPr sz="2790" kern="0" dirty="0">
                <a:solidFill>
                  <a:sysClr val="windowText" lastClr="000000"/>
                </a:solidFill>
                <a:latin typeface="IBM Plex Sans Light"/>
                <a:cs typeface="Arial"/>
              </a:rPr>
              <a:t>next</a:t>
            </a:r>
            <a:r>
              <a:rPr sz="2790" kern="0" spc="-62" dirty="0">
                <a:solidFill>
                  <a:sysClr val="windowText" lastClr="000000"/>
                </a:solidFill>
                <a:latin typeface="IBM Plex Sans Light"/>
                <a:cs typeface="Arial"/>
              </a:rPr>
              <a:t> </a:t>
            </a:r>
            <a:r>
              <a:rPr sz="2790" kern="0" dirty="0">
                <a:solidFill>
                  <a:sysClr val="windowText" lastClr="000000"/>
                </a:solidFill>
                <a:latin typeface="IBM Plex Sans Light"/>
                <a:cs typeface="Arial"/>
              </a:rPr>
              <a:t>generation</a:t>
            </a:r>
            <a:r>
              <a:rPr sz="2790" kern="0" spc="-62" dirty="0">
                <a:solidFill>
                  <a:sysClr val="windowText" lastClr="000000"/>
                </a:solidFill>
                <a:latin typeface="IBM Plex Sans Light"/>
                <a:cs typeface="Arial"/>
              </a:rPr>
              <a:t> </a:t>
            </a:r>
            <a:r>
              <a:rPr sz="2790" kern="0" dirty="0">
                <a:solidFill>
                  <a:sysClr val="windowText" lastClr="000000"/>
                </a:solidFill>
                <a:latin typeface="IBM Plex Sans Light"/>
                <a:cs typeface="Arial"/>
              </a:rPr>
              <a:t>of</a:t>
            </a:r>
            <a:r>
              <a:rPr sz="2790" kern="0" spc="-62" dirty="0">
                <a:solidFill>
                  <a:sysClr val="windowText" lastClr="000000"/>
                </a:solidFill>
                <a:latin typeface="IBM Plex Sans Light"/>
                <a:cs typeface="Arial"/>
              </a:rPr>
              <a:t> </a:t>
            </a:r>
            <a:r>
              <a:rPr sz="2790" kern="0" spc="42" dirty="0">
                <a:solidFill>
                  <a:sysClr val="windowText" lastClr="000000"/>
                </a:solidFill>
                <a:latin typeface="IBM Plex Sans Light"/>
                <a:cs typeface="Arial"/>
              </a:rPr>
              <a:t>quantum- </a:t>
            </a:r>
            <a:r>
              <a:rPr sz="2790" kern="0" spc="-14" dirty="0">
                <a:solidFill>
                  <a:sysClr val="windowText" lastClr="000000"/>
                </a:solidFill>
                <a:latin typeface="IBM Plex Sans Light"/>
                <a:cs typeface="Arial"/>
              </a:rPr>
              <a:t>safe</a:t>
            </a:r>
            <a:r>
              <a:rPr sz="2790" kern="0" spc="-128" dirty="0">
                <a:solidFill>
                  <a:sysClr val="windowText" lastClr="000000"/>
                </a:solidFill>
                <a:latin typeface="IBM Plex Sans Light"/>
                <a:cs typeface="Arial"/>
              </a:rPr>
              <a:t> </a:t>
            </a:r>
            <a:r>
              <a:rPr sz="2790" kern="0" dirty="0">
                <a:solidFill>
                  <a:sysClr val="windowText" lastClr="000000"/>
                </a:solidFill>
                <a:latin typeface="IBM Plex Sans Light"/>
                <a:cs typeface="Arial"/>
              </a:rPr>
              <a:t>cryptography</a:t>
            </a:r>
            <a:r>
              <a:rPr sz="2790" kern="0" spc="-134" dirty="0">
                <a:solidFill>
                  <a:sysClr val="windowText" lastClr="000000"/>
                </a:solidFill>
                <a:latin typeface="IBM Plex Sans Light"/>
                <a:cs typeface="Arial"/>
              </a:rPr>
              <a:t> </a:t>
            </a:r>
            <a:r>
              <a:rPr sz="2790" kern="0" spc="-14" dirty="0">
                <a:solidFill>
                  <a:sysClr val="windowText" lastClr="000000"/>
                </a:solidFill>
                <a:latin typeface="IBM Plex Sans Light"/>
                <a:cs typeface="Arial"/>
              </a:rPr>
              <a:t>standards</a:t>
            </a:r>
            <a:endParaRPr sz="2790" kern="0" dirty="0">
              <a:solidFill>
                <a:sysClr val="windowText" lastClr="000000"/>
              </a:solidFill>
              <a:latin typeface="IBM Plex Sans Light"/>
              <a:cs typeface="Arial"/>
            </a:endParaRPr>
          </a:p>
        </p:txBody>
      </p:sp>
      <p:sp>
        <p:nvSpPr>
          <p:cNvPr id="29" name="object 12">
            <a:extLst>
              <a:ext uri="{FF2B5EF4-FFF2-40B4-BE49-F238E27FC236}">
                <a16:creationId xmlns:a16="http://schemas.microsoft.com/office/drawing/2014/main" id="{E1D3F5CA-626C-DCE4-6FD1-68C91947B32D}"/>
              </a:ext>
            </a:extLst>
          </p:cNvPr>
          <p:cNvSpPr txBox="1"/>
          <p:nvPr/>
        </p:nvSpPr>
        <p:spPr>
          <a:xfrm>
            <a:off x="999177" y="3865534"/>
            <a:ext cx="5283756" cy="4107238"/>
          </a:xfrm>
          <a:prstGeom prst="rect">
            <a:avLst/>
          </a:prstGeom>
        </p:spPr>
        <p:txBody>
          <a:bodyPr vert="horz" wrap="square" lIns="0" tIns="14628" rIns="0" bIns="0" rtlCol="0">
            <a:spAutoFit/>
          </a:bodyPr>
          <a:lstStyle/>
          <a:p>
            <a:pPr marL="15398" defTabSz="2437852">
              <a:spcBef>
                <a:spcPts val="114"/>
              </a:spcBef>
              <a:defRPr/>
            </a:pPr>
            <a:r>
              <a:rPr sz="4002" kern="0" spc="-24" dirty="0">
                <a:solidFill>
                  <a:srgbClr val="0F62FE"/>
                </a:solidFill>
                <a:latin typeface="IBM Plex Sans Light"/>
                <a:cs typeface="Arial"/>
              </a:rPr>
              <a:t>Open-</a:t>
            </a:r>
            <a:r>
              <a:rPr sz="4002" kern="0" spc="-14" dirty="0">
                <a:solidFill>
                  <a:srgbClr val="0F62FE"/>
                </a:solidFill>
                <a:latin typeface="IBM Plex Sans Light"/>
                <a:cs typeface="Arial"/>
              </a:rPr>
              <a:t>source</a:t>
            </a:r>
            <a:r>
              <a:rPr sz="4002" kern="0" spc="-200" dirty="0">
                <a:solidFill>
                  <a:srgbClr val="0F62FE"/>
                </a:solidFill>
                <a:latin typeface="IBM Plex Sans Light"/>
                <a:cs typeface="Arial"/>
              </a:rPr>
              <a:t> </a:t>
            </a:r>
            <a:r>
              <a:rPr sz="4002" kern="0" spc="-14" dirty="0">
                <a:solidFill>
                  <a:srgbClr val="0F62FE"/>
                </a:solidFill>
                <a:latin typeface="IBM Plex Sans Light"/>
                <a:cs typeface="Arial"/>
              </a:rPr>
              <a:t>projects</a:t>
            </a:r>
            <a:endParaRPr sz="4002" kern="0" dirty="0">
              <a:solidFill>
                <a:srgbClr val="0F62FE"/>
              </a:solidFill>
              <a:latin typeface="IBM Plex Sans Light"/>
              <a:cs typeface="Arial"/>
            </a:endParaRPr>
          </a:p>
          <a:p>
            <a:pPr defTabSz="2437852">
              <a:spcBef>
                <a:spcPts val="38"/>
              </a:spcBef>
              <a:defRPr/>
            </a:pPr>
            <a:endParaRPr sz="4488" kern="0" dirty="0">
              <a:solidFill>
                <a:sysClr val="windowText" lastClr="000000"/>
              </a:solidFill>
              <a:latin typeface="IBM Plex Sans Light"/>
              <a:cs typeface="Arial"/>
            </a:endParaRPr>
          </a:p>
          <a:p>
            <a:pPr marL="15398" defTabSz="2437852">
              <a:defRPr/>
            </a:pPr>
            <a:r>
              <a:rPr lang="en-US" sz="2790" kern="0" spc="-14" dirty="0">
                <a:solidFill>
                  <a:sysClr val="windowText" lastClr="000000"/>
                </a:solidFill>
                <a:latin typeface="IBM Plex Sans Light"/>
                <a:cs typeface="Arial"/>
              </a:rPr>
              <a:t>Linux Foundation </a:t>
            </a:r>
            <a:r>
              <a:rPr sz="2790" b="1" kern="0" spc="-14" dirty="0">
                <a:solidFill>
                  <a:sysClr val="windowText" lastClr="000000"/>
                </a:solidFill>
                <a:latin typeface="IBM Plex Sans Light"/>
                <a:cs typeface="Arial"/>
              </a:rPr>
              <a:t>(</a:t>
            </a:r>
            <a:r>
              <a:rPr lang="en-US" sz="2790" b="1" kern="0" spc="-14" dirty="0">
                <a:solidFill>
                  <a:sysClr val="windowText" lastClr="000000"/>
                </a:solidFill>
                <a:latin typeface="IBM Plex Sans Light"/>
                <a:cs typeface="Arial"/>
              </a:rPr>
              <a:t>PQCC</a:t>
            </a:r>
            <a:r>
              <a:rPr sz="2790" b="1" kern="0" spc="-14" dirty="0">
                <a:solidFill>
                  <a:sysClr val="windowText" lastClr="000000"/>
                </a:solidFill>
                <a:latin typeface="IBM Plex Sans Light"/>
                <a:cs typeface="Arial"/>
              </a:rPr>
              <a:t>)</a:t>
            </a:r>
            <a:endParaRPr sz="2790" kern="0" dirty="0">
              <a:solidFill>
                <a:sysClr val="windowText" lastClr="000000"/>
              </a:solidFill>
              <a:latin typeface="IBM Plex Sans Light"/>
              <a:cs typeface="Arial"/>
            </a:endParaRPr>
          </a:p>
          <a:p>
            <a:pPr defTabSz="2437852">
              <a:spcBef>
                <a:spcPts val="24"/>
              </a:spcBef>
              <a:defRPr/>
            </a:pPr>
            <a:endParaRPr sz="3214" kern="0" dirty="0">
              <a:solidFill>
                <a:sysClr val="windowText" lastClr="000000"/>
              </a:solidFill>
              <a:latin typeface="IBM Plex Sans Light"/>
              <a:cs typeface="Arial"/>
            </a:endParaRPr>
          </a:p>
          <a:p>
            <a:pPr marL="15398" marR="366498" defTabSz="2437852">
              <a:lnSpc>
                <a:spcPct val="110400"/>
              </a:lnSpc>
              <a:defRPr/>
            </a:pPr>
            <a:r>
              <a:rPr sz="2790" kern="0" dirty="0">
                <a:solidFill>
                  <a:sysClr val="windowText" lastClr="000000"/>
                </a:solidFill>
                <a:latin typeface="IBM Plex Sans Light"/>
                <a:cs typeface="Arial"/>
              </a:rPr>
              <a:t>Contributing</a:t>
            </a:r>
            <a:r>
              <a:rPr sz="2790" kern="0" spc="-18" dirty="0">
                <a:solidFill>
                  <a:sysClr val="windowText" lastClr="000000"/>
                </a:solidFill>
                <a:latin typeface="IBM Plex Sans Light"/>
                <a:cs typeface="Arial"/>
              </a:rPr>
              <a:t> </a:t>
            </a:r>
            <a:r>
              <a:rPr sz="2790" kern="0" spc="72" dirty="0">
                <a:solidFill>
                  <a:sysClr val="windowText" lastClr="000000"/>
                </a:solidFill>
                <a:latin typeface="IBM Plex Sans Light"/>
                <a:cs typeface="Arial"/>
              </a:rPr>
              <a:t>to</a:t>
            </a:r>
            <a:r>
              <a:rPr sz="2790" kern="0" spc="-14" dirty="0">
                <a:solidFill>
                  <a:sysClr val="windowText" lastClr="000000"/>
                </a:solidFill>
                <a:latin typeface="IBM Plex Sans Light"/>
                <a:cs typeface="Arial"/>
              </a:rPr>
              <a:t> </a:t>
            </a:r>
            <a:r>
              <a:rPr sz="2790" kern="0" dirty="0">
                <a:solidFill>
                  <a:sysClr val="windowText" lastClr="000000"/>
                </a:solidFill>
                <a:latin typeface="IBM Plex Sans Light"/>
                <a:cs typeface="Arial"/>
              </a:rPr>
              <a:t>the</a:t>
            </a:r>
            <a:r>
              <a:rPr sz="2790" kern="0" spc="-6" dirty="0">
                <a:solidFill>
                  <a:sysClr val="windowText" lastClr="000000"/>
                </a:solidFill>
                <a:latin typeface="IBM Plex Sans Light"/>
                <a:cs typeface="Arial"/>
              </a:rPr>
              <a:t> </a:t>
            </a:r>
            <a:r>
              <a:rPr sz="2790" kern="0" spc="-24" dirty="0">
                <a:solidFill>
                  <a:sysClr val="windowText" lastClr="000000"/>
                </a:solidFill>
                <a:latin typeface="IBM Plex Sans Light"/>
                <a:cs typeface="Arial"/>
              </a:rPr>
              <a:t>open- </a:t>
            </a:r>
            <a:r>
              <a:rPr sz="2790" kern="0" spc="-14" dirty="0">
                <a:solidFill>
                  <a:sysClr val="windowText" lastClr="000000"/>
                </a:solidFill>
                <a:latin typeface="IBM Plex Sans Light"/>
                <a:cs typeface="Arial"/>
              </a:rPr>
              <a:t>source</a:t>
            </a:r>
            <a:r>
              <a:rPr sz="2790" kern="0" spc="6" dirty="0">
                <a:solidFill>
                  <a:sysClr val="windowText" lastClr="000000"/>
                </a:solidFill>
                <a:latin typeface="IBM Plex Sans Light"/>
                <a:cs typeface="Arial"/>
              </a:rPr>
              <a:t> </a:t>
            </a:r>
            <a:r>
              <a:rPr sz="2790" kern="0" dirty="0">
                <a:solidFill>
                  <a:sysClr val="windowText" lastClr="000000"/>
                </a:solidFill>
                <a:latin typeface="IBM Plex Sans Light"/>
                <a:cs typeface="Arial"/>
              </a:rPr>
              <a:t>development </a:t>
            </a:r>
            <a:r>
              <a:rPr sz="2790" kern="0" spc="-30" dirty="0">
                <a:solidFill>
                  <a:sysClr val="windowText" lastClr="000000"/>
                </a:solidFill>
                <a:latin typeface="IBM Plex Sans Light"/>
                <a:cs typeface="Arial"/>
              </a:rPr>
              <a:t>and </a:t>
            </a:r>
            <a:r>
              <a:rPr sz="2790" kern="0" dirty="0">
                <a:solidFill>
                  <a:sysClr val="windowText" lastClr="000000"/>
                </a:solidFill>
                <a:latin typeface="IBM Plex Sans Light"/>
                <a:cs typeface="Arial"/>
              </a:rPr>
              <a:t>prototyping</a:t>
            </a:r>
            <a:r>
              <a:rPr sz="2790" kern="0" spc="304" dirty="0">
                <a:solidFill>
                  <a:sysClr val="windowText" lastClr="000000"/>
                </a:solidFill>
                <a:latin typeface="IBM Plex Sans Light"/>
                <a:cs typeface="Arial"/>
              </a:rPr>
              <a:t> </a:t>
            </a:r>
            <a:r>
              <a:rPr sz="2790" kern="0" dirty="0">
                <a:solidFill>
                  <a:sysClr val="windowText" lastClr="000000"/>
                </a:solidFill>
                <a:latin typeface="IBM Plex Sans Light"/>
                <a:cs typeface="Arial"/>
              </a:rPr>
              <a:t>of</a:t>
            </a:r>
            <a:r>
              <a:rPr sz="2790" kern="0" spc="310" dirty="0">
                <a:solidFill>
                  <a:sysClr val="windowText" lastClr="000000"/>
                </a:solidFill>
                <a:latin typeface="IBM Plex Sans Light"/>
                <a:cs typeface="Arial"/>
              </a:rPr>
              <a:t> </a:t>
            </a:r>
            <a:r>
              <a:rPr sz="2790" kern="0" dirty="0">
                <a:solidFill>
                  <a:sysClr val="windowText" lastClr="000000"/>
                </a:solidFill>
                <a:latin typeface="IBM Plex Sans Light"/>
                <a:cs typeface="Arial"/>
              </a:rPr>
              <a:t>quantum-</a:t>
            </a:r>
            <a:r>
              <a:rPr sz="2790" kern="0" spc="-24" dirty="0">
                <a:solidFill>
                  <a:sysClr val="windowText" lastClr="000000"/>
                </a:solidFill>
                <a:latin typeface="IBM Plex Sans Light"/>
                <a:cs typeface="Arial"/>
              </a:rPr>
              <a:t>safe </a:t>
            </a:r>
            <a:r>
              <a:rPr sz="2790" kern="0" dirty="0">
                <a:solidFill>
                  <a:sysClr val="windowText" lastClr="000000"/>
                </a:solidFill>
                <a:latin typeface="IBM Plex Sans Light"/>
                <a:cs typeface="Arial"/>
              </a:rPr>
              <a:t>algorithms</a:t>
            </a:r>
            <a:r>
              <a:rPr sz="2790" kern="0" spc="-18" dirty="0">
                <a:solidFill>
                  <a:sysClr val="windowText" lastClr="000000"/>
                </a:solidFill>
                <a:latin typeface="IBM Plex Sans Light"/>
                <a:cs typeface="Arial"/>
              </a:rPr>
              <a:t> </a:t>
            </a:r>
            <a:r>
              <a:rPr sz="2790" kern="0" dirty="0">
                <a:solidFill>
                  <a:sysClr val="windowText" lastClr="000000"/>
                </a:solidFill>
                <a:latin typeface="IBM Plex Sans Light"/>
                <a:cs typeface="Arial"/>
              </a:rPr>
              <a:t>and</a:t>
            </a:r>
            <a:r>
              <a:rPr sz="2790" kern="0" spc="-6" dirty="0">
                <a:solidFill>
                  <a:sysClr val="windowText" lastClr="000000"/>
                </a:solidFill>
                <a:latin typeface="IBM Plex Sans Light"/>
                <a:cs typeface="Arial"/>
              </a:rPr>
              <a:t> </a:t>
            </a:r>
            <a:r>
              <a:rPr sz="2790" kern="0" spc="-14" dirty="0">
                <a:solidFill>
                  <a:sysClr val="windowText" lastClr="000000"/>
                </a:solidFill>
                <a:latin typeface="IBM Plex Sans Light"/>
                <a:cs typeface="Arial"/>
              </a:rPr>
              <a:t>protocols</a:t>
            </a:r>
            <a:endParaRPr lang="en-US" sz="2790" kern="0" spc="-14" dirty="0">
              <a:solidFill>
                <a:sysClr val="windowText" lastClr="000000"/>
              </a:solidFill>
              <a:latin typeface="IBM Plex Sans Light"/>
              <a:cs typeface="Arial"/>
            </a:endParaRPr>
          </a:p>
        </p:txBody>
      </p:sp>
      <p:pic>
        <p:nvPicPr>
          <p:cNvPr id="30" name="object 14">
            <a:extLst>
              <a:ext uri="{FF2B5EF4-FFF2-40B4-BE49-F238E27FC236}">
                <a16:creationId xmlns:a16="http://schemas.microsoft.com/office/drawing/2014/main" id="{C91084AC-7B1C-CAF8-3CA8-FFC3940FF827}"/>
              </a:ext>
            </a:extLst>
          </p:cNvPr>
          <p:cNvPicPr/>
          <p:nvPr/>
        </p:nvPicPr>
        <p:blipFill>
          <a:blip r:embed="rId3" cstate="print"/>
          <a:stretch>
            <a:fillRect/>
          </a:stretch>
        </p:blipFill>
        <p:spPr>
          <a:xfrm>
            <a:off x="13457170" y="2810595"/>
            <a:ext cx="1167126" cy="1073278"/>
          </a:xfrm>
          <a:prstGeom prst="rect">
            <a:avLst/>
          </a:prstGeom>
        </p:spPr>
      </p:pic>
      <p:pic>
        <p:nvPicPr>
          <p:cNvPr id="31" name="object 15">
            <a:extLst>
              <a:ext uri="{FF2B5EF4-FFF2-40B4-BE49-F238E27FC236}">
                <a16:creationId xmlns:a16="http://schemas.microsoft.com/office/drawing/2014/main" id="{0C93CB3C-F94E-C1C7-876D-D3840B21BDD0}"/>
              </a:ext>
            </a:extLst>
          </p:cNvPr>
          <p:cNvPicPr/>
          <p:nvPr/>
        </p:nvPicPr>
        <p:blipFill>
          <a:blip r:embed="rId4" cstate="print"/>
          <a:stretch>
            <a:fillRect/>
          </a:stretch>
        </p:blipFill>
        <p:spPr>
          <a:xfrm>
            <a:off x="1047577" y="2834944"/>
            <a:ext cx="1035452" cy="997164"/>
          </a:xfrm>
          <a:prstGeom prst="rect">
            <a:avLst/>
          </a:prstGeom>
        </p:spPr>
      </p:pic>
      <p:pic>
        <p:nvPicPr>
          <p:cNvPr id="32" name="object 16">
            <a:extLst>
              <a:ext uri="{FF2B5EF4-FFF2-40B4-BE49-F238E27FC236}">
                <a16:creationId xmlns:a16="http://schemas.microsoft.com/office/drawing/2014/main" id="{662E2FA2-C304-DFCA-8E89-0B0D9CF2C19E}"/>
              </a:ext>
            </a:extLst>
          </p:cNvPr>
          <p:cNvPicPr/>
          <p:nvPr/>
        </p:nvPicPr>
        <p:blipFill>
          <a:blip r:embed="rId5" cstate="print"/>
          <a:stretch>
            <a:fillRect/>
          </a:stretch>
        </p:blipFill>
        <p:spPr>
          <a:xfrm>
            <a:off x="7298044" y="2834945"/>
            <a:ext cx="1167126" cy="1165670"/>
          </a:xfrm>
          <a:prstGeom prst="rect">
            <a:avLst/>
          </a:prstGeom>
        </p:spPr>
      </p:pic>
      <p:pic>
        <p:nvPicPr>
          <p:cNvPr id="33" name="Picture 32">
            <a:extLst>
              <a:ext uri="{FF2B5EF4-FFF2-40B4-BE49-F238E27FC236}">
                <a16:creationId xmlns:a16="http://schemas.microsoft.com/office/drawing/2014/main" id="{42A9BA34-250F-FC17-7210-25CDA7362407}"/>
              </a:ext>
            </a:extLst>
          </p:cNvPr>
          <p:cNvPicPr>
            <a:picLocks noChangeAspect="1"/>
          </p:cNvPicPr>
          <p:nvPr/>
        </p:nvPicPr>
        <p:blipFill rotWithShape="1">
          <a:blip r:embed="rId6"/>
          <a:srcRect l="3974" t="8583" r="4838" b="20965"/>
          <a:stretch/>
        </p:blipFill>
        <p:spPr>
          <a:xfrm>
            <a:off x="652992" y="7972240"/>
            <a:ext cx="4936262" cy="2145232"/>
          </a:xfrm>
          <a:prstGeom prst="rect">
            <a:avLst/>
          </a:prstGeom>
        </p:spPr>
      </p:pic>
      <p:sp>
        <p:nvSpPr>
          <p:cNvPr id="34" name="TextBox 33">
            <a:extLst>
              <a:ext uri="{FF2B5EF4-FFF2-40B4-BE49-F238E27FC236}">
                <a16:creationId xmlns:a16="http://schemas.microsoft.com/office/drawing/2014/main" id="{CE212F61-6836-7AE2-D95E-46E631D538EC}"/>
              </a:ext>
            </a:extLst>
          </p:cNvPr>
          <p:cNvSpPr txBox="1"/>
          <p:nvPr/>
        </p:nvSpPr>
        <p:spPr>
          <a:xfrm>
            <a:off x="1170777" y="10252057"/>
            <a:ext cx="5080760" cy="613970"/>
          </a:xfrm>
          <a:prstGeom prst="rect">
            <a:avLst/>
          </a:prstGeom>
          <a:noFill/>
        </p:spPr>
        <p:txBody>
          <a:bodyPr wrap="square" lIns="91418" tIns="91418" rIns="91418" bIns="91418" rtlCol="0">
            <a:spAutoFit/>
          </a:bodyPr>
          <a:lstStyle/>
          <a:p>
            <a:pPr defTabSz="2437852">
              <a:spcBef>
                <a:spcPts val="1102"/>
              </a:spcBef>
              <a:defRPr/>
            </a:pPr>
            <a:r>
              <a:rPr lang="en-US" sz="2790" kern="0" dirty="0">
                <a:solidFill>
                  <a:srgbClr val="161616"/>
                </a:solidFill>
                <a:latin typeface="IBM Plex Sans Light"/>
                <a:ea typeface="IBM Plex Sans" charset="0"/>
                <a:cs typeface="IBM Plex Sans" charset="0"/>
              </a:rPr>
              <a:t>Open Quantum Safe </a:t>
            </a:r>
            <a:r>
              <a:rPr lang="en-US" sz="2790" b="1" kern="0" dirty="0">
                <a:solidFill>
                  <a:srgbClr val="161616"/>
                </a:solidFill>
                <a:latin typeface="IBM Plex Sans Light"/>
                <a:ea typeface="IBM Plex Sans" charset="0"/>
                <a:cs typeface="IBM Plex Sans" charset="0"/>
              </a:rPr>
              <a:t>(OQS) </a:t>
            </a:r>
          </a:p>
        </p:txBody>
      </p:sp>
      <p:pic>
        <p:nvPicPr>
          <p:cNvPr id="37" name="Picture 36">
            <a:extLst>
              <a:ext uri="{FF2B5EF4-FFF2-40B4-BE49-F238E27FC236}">
                <a16:creationId xmlns:a16="http://schemas.microsoft.com/office/drawing/2014/main" id="{BB987B61-8416-A25B-631A-BA44F5F0BB8B}"/>
              </a:ext>
            </a:extLst>
          </p:cNvPr>
          <p:cNvPicPr>
            <a:picLocks noChangeAspect="1"/>
          </p:cNvPicPr>
          <p:nvPr/>
        </p:nvPicPr>
        <p:blipFill>
          <a:blip r:embed="rId7"/>
          <a:stretch>
            <a:fillRect/>
          </a:stretch>
        </p:blipFill>
        <p:spPr>
          <a:xfrm>
            <a:off x="15956151" y="4735414"/>
            <a:ext cx="8191488" cy="8321916"/>
          </a:xfrm>
          <a:prstGeom prst="rect">
            <a:avLst/>
          </a:prstGeom>
        </p:spPr>
      </p:pic>
      <p:sp>
        <p:nvSpPr>
          <p:cNvPr id="38" name="TextBox 37">
            <a:extLst>
              <a:ext uri="{FF2B5EF4-FFF2-40B4-BE49-F238E27FC236}">
                <a16:creationId xmlns:a16="http://schemas.microsoft.com/office/drawing/2014/main" id="{1BFEBC97-11EF-C68E-423C-FC3D130129D9}"/>
              </a:ext>
            </a:extLst>
          </p:cNvPr>
          <p:cNvSpPr txBox="1"/>
          <p:nvPr/>
        </p:nvSpPr>
        <p:spPr>
          <a:xfrm>
            <a:off x="12906269" y="6145367"/>
            <a:ext cx="3126888" cy="615509"/>
          </a:xfrm>
          <a:prstGeom prst="rect">
            <a:avLst/>
          </a:prstGeom>
          <a:noFill/>
        </p:spPr>
        <p:txBody>
          <a:bodyPr wrap="square" lIns="91418" tIns="91418" rIns="91418" bIns="91418" rtlCol="0">
            <a:spAutoFit/>
          </a:bodyPr>
          <a:lstStyle/>
          <a:p>
            <a:pPr algn="ctr" defTabSz="2437852">
              <a:spcBef>
                <a:spcPts val="1102"/>
              </a:spcBef>
              <a:defRPr/>
            </a:pPr>
            <a:r>
              <a:rPr lang="en-US" sz="2800" kern="0" dirty="0">
                <a:solidFill>
                  <a:sysClr val="windowText" lastClr="000000"/>
                </a:solidFill>
                <a:latin typeface="IBM Plex Sans Light"/>
                <a:ea typeface="IBM Plex Sans" charset="0"/>
                <a:cs typeface="IBM Plex Sans" charset="0"/>
              </a:rPr>
              <a:t>Cross Industry</a:t>
            </a:r>
            <a:endParaRPr lang="en-US" sz="2800" kern="0" dirty="0">
              <a:solidFill>
                <a:srgbClr val="161616"/>
              </a:solidFill>
              <a:latin typeface="IBM Plex Sans Light"/>
              <a:ea typeface="IBM Plex Sans" charset="0"/>
              <a:cs typeface="IBM Plex Sans" charset="0"/>
            </a:endParaRPr>
          </a:p>
        </p:txBody>
      </p:sp>
      <p:sp>
        <p:nvSpPr>
          <p:cNvPr id="39" name="TextBox 38">
            <a:extLst>
              <a:ext uri="{FF2B5EF4-FFF2-40B4-BE49-F238E27FC236}">
                <a16:creationId xmlns:a16="http://schemas.microsoft.com/office/drawing/2014/main" id="{B667E49D-5392-3366-8DB7-6149F62C7986}"/>
              </a:ext>
            </a:extLst>
          </p:cNvPr>
          <p:cNvSpPr txBox="1"/>
          <p:nvPr/>
        </p:nvSpPr>
        <p:spPr>
          <a:xfrm>
            <a:off x="12983275" y="8866653"/>
            <a:ext cx="3562424" cy="615509"/>
          </a:xfrm>
          <a:prstGeom prst="rect">
            <a:avLst/>
          </a:prstGeom>
          <a:noFill/>
        </p:spPr>
        <p:txBody>
          <a:bodyPr wrap="square" lIns="91418" tIns="91418" rIns="91418" bIns="91418" rtlCol="0">
            <a:spAutoFit/>
          </a:bodyPr>
          <a:lstStyle/>
          <a:p>
            <a:pPr algn="ctr" defTabSz="2437852">
              <a:spcBef>
                <a:spcPts val="1102"/>
              </a:spcBef>
              <a:defRPr/>
            </a:pPr>
            <a:r>
              <a:rPr lang="en-US" sz="2800" kern="0" dirty="0">
                <a:solidFill>
                  <a:sysClr val="windowText" lastClr="000000"/>
                </a:solidFill>
                <a:latin typeface="IBM Plex Sans Light"/>
                <a:ea typeface="IBM Plex Sans" charset="0"/>
                <a:cs typeface="IBM Plex Sans" charset="0"/>
              </a:rPr>
              <a:t>Telecommunications</a:t>
            </a:r>
            <a:endParaRPr lang="en-US" sz="2800" kern="0" dirty="0">
              <a:solidFill>
                <a:srgbClr val="161616"/>
              </a:solidFill>
              <a:latin typeface="IBM Plex Sans Light"/>
              <a:ea typeface="IBM Plex Sans" charset="0"/>
              <a:cs typeface="IBM Plex Sans" charset="0"/>
            </a:endParaRPr>
          </a:p>
        </p:txBody>
      </p:sp>
      <p:sp>
        <p:nvSpPr>
          <p:cNvPr id="40" name="TextBox 39">
            <a:extLst>
              <a:ext uri="{FF2B5EF4-FFF2-40B4-BE49-F238E27FC236}">
                <a16:creationId xmlns:a16="http://schemas.microsoft.com/office/drawing/2014/main" id="{6668E628-D937-93F0-38AC-509BD95DE498}"/>
              </a:ext>
            </a:extLst>
          </p:cNvPr>
          <p:cNvSpPr txBox="1"/>
          <p:nvPr/>
        </p:nvSpPr>
        <p:spPr>
          <a:xfrm>
            <a:off x="13069337" y="11137811"/>
            <a:ext cx="3126888" cy="615509"/>
          </a:xfrm>
          <a:prstGeom prst="rect">
            <a:avLst/>
          </a:prstGeom>
          <a:noFill/>
        </p:spPr>
        <p:txBody>
          <a:bodyPr wrap="square" lIns="91418" tIns="91418" rIns="91418" bIns="91418" rtlCol="0">
            <a:spAutoFit/>
          </a:bodyPr>
          <a:lstStyle/>
          <a:p>
            <a:pPr algn="ctr" defTabSz="2437852">
              <a:spcBef>
                <a:spcPts val="1102"/>
              </a:spcBef>
              <a:defRPr/>
            </a:pPr>
            <a:r>
              <a:rPr lang="en-US" sz="2800" kern="0" dirty="0">
                <a:solidFill>
                  <a:sysClr val="windowText" lastClr="000000"/>
                </a:solidFill>
                <a:latin typeface="IBM Plex Sans Light"/>
                <a:ea typeface="IBM Plex Sans" charset="0"/>
                <a:cs typeface="IBM Plex Sans" charset="0"/>
              </a:rPr>
              <a:t>Financial Services</a:t>
            </a:r>
            <a:endParaRPr lang="en-US" sz="2800" kern="0" dirty="0">
              <a:solidFill>
                <a:srgbClr val="161616"/>
              </a:solidFill>
              <a:latin typeface="IBM Plex Sans Light"/>
              <a:ea typeface="IBM Plex Sans" charset="0"/>
              <a:cs typeface="IBM Plex Sans" charset="0"/>
            </a:endParaRPr>
          </a:p>
        </p:txBody>
      </p:sp>
      <p:pic>
        <p:nvPicPr>
          <p:cNvPr id="7" name="Picture 6" descr="A logo for a company&#10;&#10;Description automatically generated">
            <a:extLst>
              <a:ext uri="{FF2B5EF4-FFF2-40B4-BE49-F238E27FC236}">
                <a16:creationId xmlns:a16="http://schemas.microsoft.com/office/drawing/2014/main" id="{27F8DF14-9DB9-AB11-FF25-4DE56A495AA1}"/>
              </a:ext>
            </a:extLst>
          </p:cNvPr>
          <p:cNvPicPr>
            <a:picLocks noChangeAspect="1"/>
          </p:cNvPicPr>
          <p:nvPr/>
        </p:nvPicPr>
        <p:blipFill>
          <a:blip r:embed="rId8"/>
          <a:stretch>
            <a:fillRect/>
          </a:stretch>
        </p:blipFill>
        <p:spPr>
          <a:xfrm>
            <a:off x="7167638" y="8223408"/>
            <a:ext cx="5135230" cy="2429920"/>
          </a:xfrm>
          <a:prstGeom prst="rect">
            <a:avLst/>
          </a:prstGeom>
        </p:spPr>
      </p:pic>
      <p:sp>
        <p:nvSpPr>
          <p:cNvPr id="5" name="Slide Number Placeholder 3">
            <a:extLst>
              <a:ext uri="{FF2B5EF4-FFF2-40B4-BE49-F238E27FC236}">
                <a16:creationId xmlns:a16="http://schemas.microsoft.com/office/drawing/2014/main" id="{FF521E7F-B36D-3943-AC57-F2F310EBB785}"/>
              </a:ext>
            </a:extLst>
          </p:cNvPr>
          <p:cNvSpPr txBox="1">
            <a:spLocks/>
          </p:cNvSpPr>
          <p:nvPr/>
        </p:nvSpPr>
        <p:spPr>
          <a:xfrm>
            <a:off x="23318789" y="13164979"/>
            <a:ext cx="60960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14</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9" name="Footer Placeholder 3">
            <a:extLst>
              <a:ext uri="{FF2B5EF4-FFF2-40B4-BE49-F238E27FC236}">
                <a16:creationId xmlns:a16="http://schemas.microsoft.com/office/drawing/2014/main" id="{1E5C4B4B-512C-41F2-5E63-5C391AB0FD81}"/>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1265049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1040A61-A840-0012-A9FD-7E4A5FCE0688}"/>
              </a:ext>
            </a:extLst>
          </p:cNvPr>
          <p:cNvSpPr txBox="1"/>
          <p:nvPr/>
        </p:nvSpPr>
        <p:spPr>
          <a:xfrm>
            <a:off x="3696762" y="12554568"/>
            <a:ext cx="4961878" cy="738664"/>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832" indent="-342832" defTabSz="2437912">
              <a:buSzPct val="100000"/>
              <a:buFont typeface="+mj-lt"/>
              <a:buAutoNum type="arabicPeriod"/>
            </a:pPr>
            <a:r>
              <a:rPr lang="en-US" sz="1600" dirty="0">
                <a:hlinkClick r:id="rId3"/>
              </a:rPr>
              <a:t>Transition to PQC Standards</a:t>
            </a:r>
            <a:r>
              <a:rPr lang="en-US" sz="1600" dirty="0"/>
              <a:t>, NIST, 2024</a:t>
            </a:r>
          </a:p>
          <a:p>
            <a:pPr marL="342832" indent="-342832" defTabSz="2437912">
              <a:buSzPct val="100000"/>
              <a:buFont typeface="+mj-lt"/>
              <a:buAutoNum type="arabicPeriod"/>
            </a:pPr>
            <a:r>
              <a:rPr lang="en-US" sz="1600" dirty="0">
                <a:latin typeface="IBM Plex Sans"/>
                <a:ea typeface="+mj-ea"/>
                <a:cs typeface="+mj-cs"/>
                <a:hlinkClick r:id="rId4"/>
              </a:rPr>
              <a:t>2024 Global PKI, IoT and Post Quantum Cryptography Study</a:t>
            </a:r>
            <a:r>
              <a:rPr lang="en-US" sz="1600" dirty="0">
                <a:latin typeface="IBM Plex Sans"/>
                <a:ea typeface="+mj-ea"/>
                <a:cs typeface="+mj-cs"/>
              </a:rPr>
              <a:t>, Bob Sullivan, 2024</a:t>
            </a:r>
            <a:endParaRPr lang="en-US" sz="7200" dirty="0">
              <a:ea typeface="+mj-ea"/>
              <a:cs typeface="+mj-cs"/>
            </a:endParaRPr>
          </a:p>
        </p:txBody>
      </p:sp>
      <p:sp>
        <p:nvSpPr>
          <p:cNvPr id="3" name="Text Placeholder 2">
            <a:extLst>
              <a:ext uri="{FF2B5EF4-FFF2-40B4-BE49-F238E27FC236}">
                <a16:creationId xmlns:a16="http://schemas.microsoft.com/office/drawing/2014/main" id="{1F06A4A6-BFA6-4140-B1ED-1F00BB0D2D2F}"/>
              </a:ext>
            </a:extLst>
          </p:cNvPr>
          <p:cNvSpPr>
            <a:spLocks noGrp="1"/>
          </p:cNvSpPr>
          <p:nvPr>
            <p:ph type="body" sz="quarter" idx="11"/>
          </p:nvPr>
        </p:nvSpPr>
        <p:spPr>
          <a:xfrm>
            <a:off x="577585" y="6673877"/>
            <a:ext cx="4949180" cy="5518574"/>
          </a:xfrm>
        </p:spPr>
        <p:txBody>
          <a:bodyPr/>
          <a:lstStyle/>
          <a:p>
            <a:r>
              <a:rPr lang="en-US" sz="4200" dirty="0">
                <a:solidFill>
                  <a:srgbClr val="0F62FE"/>
                </a:solidFill>
              </a:rPr>
              <a:t>Quantum Threats</a:t>
            </a:r>
          </a:p>
          <a:p>
            <a:br>
              <a:rPr lang="en-US" noProof="0" dirty="0"/>
            </a:br>
            <a:r>
              <a:rPr lang="en-US" noProof="0" dirty="0"/>
              <a:t>By </a:t>
            </a:r>
            <a:r>
              <a:rPr lang="en-US" b="1" noProof="0" dirty="0"/>
              <a:t>2030</a:t>
            </a:r>
            <a:r>
              <a:rPr lang="en-US" noProof="0" dirty="0"/>
              <a:t>, NIST will deprecate the first quantum-vulnerable algorithms</a:t>
            </a:r>
            <a:r>
              <a:rPr lang="en-US" baseline="30000" noProof="0" dirty="0"/>
              <a:t>1</a:t>
            </a:r>
            <a:r>
              <a:rPr lang="en-US" noProof="0" dirty="0"/>
              <a:t>, and “Harvest Now, Decrypt Later” attacks put data at risk today</a:t>
            </a:r>
          </a:p>
        </p:txBody>
      </p:sp>
      <p:sp>
        <p:nvSpPr>
          <p:cNvPr id="4" name="Text Placeholder 3">
            <a:extLst>
              <a:ext uri="{FF2B5EF4-FFF2-40B4-BE49-F238E27FC236}">
                <a16:creationId xmlns:a16="http://schemas.microsoft.com/office/drawing/2014/main" id="{C33EDFC4-C9C9-2112-4D9D-362541F55268}"/>
              </a:ext>
            </a:extLst>
          </p:cNvPr>
          <p:cNvSpPr>
            <a:spLocks noGrp="1"/>
          </p:cNvSpPr>
          <p:nvPr>
            <p:ph type="body" sz="quarter" idx="12"/>
          </p:nvPr>
        </p:nvSpPr>
        <p:spPr>
          <a:xfrm>
            <a:off x="12771186" y="6673876"/>
            <a:ext cx="5212080" cy="5520604"/>
          </a:xfrm>
        </p:spPr>
        <p:txBody>
          <a:bodyPr/>
          <a:lstStyle/>
          <a:p>
            <a:r>
              <a:rPr lang="en-US" sz="4200" dirty="0">
                <a:solidFill>
                  <a:srgbClr val="0F62FE"/>
                </a:solidFill>
              </a:rPr>
              <a:t>Lifecycle Complexity</a:t>
            </a:r>
          </a:p>
          <a:p>
            <a:br>
              <a:rPr lang="en-US" noProof="0" dirty="0"/>
            </a:br>
            <a:r>
              <a:rPr lang="en-US" noProof="0" dirty="0"/>
              <a:t>The lifespan of a TLS certificate is set to be reduced from 398 days to just </a:t>
            </a:r>
            <a:r>
              <a:rPr lang="en-US" b="1" noProof="0" dirty="0"/>
              <a:t>47 days</a:t>
            </a:r>
          </a:p>
          <a:p>
            <a:endParaRPr lang="en-US" b="1" dirty="0"/>
          </a:p>
          <a:p>
            <a:r>
              <a:rPr lang="en-US" dirty="0"/>
              <a:t>Effective March 2026, maximum lifespans reduced to 200 days</a:t>
            </a:r>
            <a:endParaRPr lang="en-US" noProof="0" dirty="0"/>
          </a:p>
        </p:txBody>
      </p:sp>
      <p:sp>
        <p:nvSpPr>
          <p:cNvPr id="5" name="Text Placeholder 4">
            <a:extLst>
              <a:ext uri="{FF2B5EF4-FFF2-40B4-BE49-F238E27FC236}">
                <a16:creationId xmlns:a16="http://schemas.microsoft.com/office/drawing/2014/main" id="{A58D3721-3096-C555-ADE3-C6C024CF3FAA}"/>
              </a:ext>
            </a:extLst>
          </p:cNvPr>
          <p:cNvSpPr>
            <a:spLocks noGrp="1"/>
          </p:cNvSpPr>
          <p:nvPr>
            <p:ph type="body" sz="quarter" idx="13"/>
          </p:nvPr>
        </p:nvSpPr>
        <p:spPr>
          <a:xfrm>
            <a:off x="6663889" y="6673876"/>
            <a:ext cx="4949180" cy="5520604"/>
          </a:xfrm>
        </p:spPr>
        <p:txBody>
          <a:bodyPr/>
          <a:lstStyle/>
          <a:p>
            <a:r>
              <a:rPr lang="en-US" sz="4200" dirty="0">
                <a:solidFill>
                  <a:srgbClr val="0F62FE"/>
                </a:solidFill>
              </a:rPr>
              <a:t>Lack of Visibility</a:t>
            </a:r>
          </a:p>
          <a:p>
            <a:br>
              <a:rPr lang="en-US" noProof="0" dirty="0"/>
            </a:br>
            <a:r>
              <a:rPr lang="en-US" noProof="0" dirty="0"/>
              <a:t>Only </a:t>
            </a:r>
            <a:r>
              <a:rPr lang="en-US" b="1" noProof="0" dirty="0"/>
              <a:t>45% of organizations </a:t>
            </a:r>
            <a:r>
              <a:rPr lang="en-US" noProof="0" dirty="0"/>
              <a:t>say they have full visibility into their cryptographic estate</a:t>
            </a:r>
            <a:r>
              <a:rPr lang="en-US" baseline="30000" noProof="0" dirty="0"/>
              <a:t>2</a:t>
            </a:r>
            <a:r>
              <a:rPr lang="en-US" noProof="0" dirty="0"/>
              <a:t>​</a:t>
            </a:r>
            <a:endParaRPr lang="en-US" dirty="0"/>
          </a:p>
          <a:p>
            <a:endParaRPr lang="en-US" dirty="0"/>
          </a:p>
          <a:p>
            <a:r>
              <a:rPr lang="en-US" dirty="0"/>
              <a:t>Growing need to understand interfaces and dependencies</a:t>
            </a:r>
            <a:endParaRPr lang="en-US" noProof="0" dirty="0"/>
          </a:p>
        </p:txBody>
      </p:sp>
      <p:sp>
        <p:nvSpPr>
          <p:cNvPr id="6" name="Text Placeholder 5">
            <a:extLst>
              <a:ext uri="{FF2B5EF4-FFF2-40B4-BE49-F238E27FC236}">
                <a16:creationId xmlns:a16="http://schemas.microsoft.com/office/drawing/2014/main" id="{420DC560-FF7F-9500-14CC-65574A232BA3}"/>
              </a:ext>
            </a:extLst>
          </p:cNvPr>
          <p:cNvSpPr>
            <a:spLocks noGrp="1"/>
          </p:cNvSpPr>
          <p:nvPr>
            <p:ph type="body" sz="quarter" idx="14"/>
          </p:nvPr>
        </p:nvSpPr>
        <p:spPr>
          <a:xfrm>
            <a:off x="18858633" y="6673875"/>
            <a:ext cx="4949180" cy="5520606"/>
          </a:xfrm>
        </p:spPr>
        <p:txBody>
          <a:bodyPr/>
          <a:lstStyle/>
          <a:p>
            <a:r>
              <a:rPr lang="en-US" sz="4200" dirty="0">
                <a:solidFill>
                  <a:srgbClr val="0F62FE"/>
                </a:solidFill>
              </a:rPr>
              <a:t>Tool Sprawl</a:t>
            </a:r>
          </a:p>
          <a:p>
            <a:br>
              <a:rPr lang="en-US" noProof="0" dirty="0"/>
            </a:br>
            <a:r>
              <a:rPr lang="en-US" noProof="0" dirty="0"/>
              <a:t>Fragmented tools increase friction, complicating risk management and </a:t>
            </a:r>
            <a:r>
              <a:rPr lang="en-US" b="1" noProof="0" dirty="0"/>
              <a:t>making compliance harder</a:t>
            </a:r>
          </a:p>
        </p:txBody>
      </p:sp>
      <p:cxnSp>
        <p:nvCxnSpPr>
          <p:cNvPr id="10" name="Straight Connector 9" descr="Horizontal row divider">
            <a:extLst>
              <a:ext uri="{FF2B5EF4-FFF2-40B4-BE49-F238E27FC236}">
                <a16:creationId xmlns:a16="http://schemas.microsoft.com/office/drawing/2014/main" id="{F3C48B13-D468-45C9-5E8D-1CC3FCDBC286}"/>
              </a:ext>
            </a:extLst>
          </p:cNvPr>
          <p:cNvCxnSpPr>
            <a:cxnSpLocks/>
          </p:cNvCxnSpPr>
          <p:nvPr/>
        </p:nvCxnSpPr>
        <p:spPr bwMode="auto">
          <a:xfrm>
            <a:off x="579364" y="6096100"/>
            <a:ext cx="2322369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6B527F30-F60A-AA2B-370A-41F9EF0116AE}"/>
              </a:ext>
            </a:extLst>
          </p:cNvPr>
          <p:cNvCxnSpPr>
            <a:cxnSpLocks/>
          </p:cNvCxnSpPr>
          <p:nvPr/>
        </p:nvCxnSpPr>
        <p:spPr bwMode="auto">
          <a:xfrm>
            <a:off x="6096793" y="6096100"/>
            <a:ext cx="0" cy="60983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descr="Vertical column divider">
            <a:extLst>
              <a:ext uri="{FF2B5EF4-FFF2-40B4-BE49-F238E27FC236}">
                <a16:creationId xmlns:a16="http://schemas.microsoft.com/office/drawing/2014/main" id="{79B6307B-3FFE-4197-344B-4318A0921143}"/>
              </a:ext>
            </a:extLst>
          </p:cNvPr>
          <p:cNvCxnSpPr>
            <a:cxnSpLocks/>
          </p:cNvCxnSpPr>
          <p:nvPr/>
        </p:nvCxnSpPr>
        <p:spPr bwMode="auto">
          <a:xfrm>
            <a:off x="12192127" y="6096100"/>
            <a:ext cx="0" cy="60983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79653C59-D4EB-061B-BEE9-54F43A1A5BD7}"/>
              </a:ext>
            </a:extLst>
          </p:cNvPr>
          <p:cNvCxnSpPr>
            <a:cxnSpLocks/>
          </p:cNvCxnSpPr>
          <p:nvPr/>
        </p:nvCxnSpPr>
        <p:spPr bwMode="auto">
          <a:xfrm>
            <a:off x="18287207" y="6096100"/>
            <a:ext cx="0" cy="60983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Slide Number Placeholder 3">
            <a:extLst>
              <a:ext uri="{FF2B5EF4-FFF2-40B4-BE49-F238E27FC236}">
                <a16:creationId xmlns:a16="http://schemas.microsoft.com/office/drawing/2014/main" id="{14D0E9D9-4168-BFC2-16C3-CEDEAD3D399D}"/>
              </a:ext>
            </a:extLst>
          </p:cNvPr>
          <p:cNvSpPr txBox="1">
            <a:spLocks/>
          </p:cNvSpPr>
          <p:nvPr/>
        </p:nvSpPr>
        <p:spPr>
          <a:xfrm>
            <a:off x="23317341" y="13164159"/>
            <a:ext cx="609520" cy="246190"/>
          </a:xfrm>
          <a:prstGeom prst="rect">
            <a:avLst/>
          </a:prstGeom>
        </p:spPr>
        <p:txBody>
          <a:bodyPr/>
          <a:lstStyle>
            <a:defPPr>
              <a:defRPr kern="0"/>
            </a:defPPr>
          </a:lstStyle>
          <a:p>
            <a:pPr algn="r" defTabSz="1828648">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8648">
                <a:defRPr/>
              </a:pPr>
              <a:t>15</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15" name="Footer Placeholder 3">
            <a:extLst>
              <a:ext uri="{FF2B5EF4-FFF2-40B4-BE49-F238E27FC236}">
                <a16:creationId xmlns:a16="http://schemas.microsoft.com/office/drawing/2014/main" id="{939F31BE-26EC-7DDD-BFBA-61E7D17739E9}"/>
              </a:ext>
            </a:extLst>
          </p:cNvPr>
          <p:cNvSpPr txBox="1">
            <a:spLocks/>
          </p:cNvSpPr>
          <p:nvPr/>
        </p:nvSpPr>
        <p:spPr>
          <a:xfrm>
            <a:off x="574377" y="13164159"/>
            <a:ext cx="4953596"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304">
              <a:defRPr/>
            </a:pPr>
            <a:r>
              <a:rPr lang="en-US" sz="1600" dirty="0">
                <a:solidFill>
                  <a:schemeClr val="tx1">
                    <a:lumMod val="75000"/>
                    <a:lumOff val="25000"/>
                  </a:schemeClr>
                </a:solidFill>
                <a:latin typeface="IBM Plex Sans Light" panose="020B0403050203000203" pitchFamily="34" charset="0"/>
                <a:cs typeface="+mn-cs"/>
              </a:rPr>
              <a:t>IBM © 2026 IBM Corporation</a:t>
            </a:r>
          </a:p>
        </p:txBody>
      </p:sp>
      <p:sp>
        <p:nvSpPr>
          <p:cNvPr id="14" name="Title 13">
            <a:extLst>
              <a:ext uri="{FF2B5EF4-FFF2-40B4-BE49-F238E27FC236}">
                <a16:creationId xmlns:a16="http://schemas.microsoft.com/office/drawing/2014/main" id="{5D686FE0-2833-C702-20F4-1C9E7AEF433D}"/>
              </a:ext>
            </a:extLst>
          </p:cNvPr>
          <p:cNvSpPr>
            <a:spLocks noGrp="1"/>
          </p:cNvSpPr>
          <p:nvPr>
            <p:ph type="title"/>
          </p:nvPr>
        </p:nvSpPr>
        <p:spPr>
          <a:xfrm>
            <a:off x="566295" y="406639"/>
            <a:ext cx="12195187" cy="4210177"/>
          </a:xfrm>
        </p:spPr>
        <p:txBody>
          <a:bodyPr/>
          <a:lstStyle/>
          <a:p>
            <a:r>
              <a:rPr lang="en-US" sz="4800" dirty="0"/>
              <a:t>Organizations face technology challenges in managing cryptography</a:t>
            </a:r>
            <a:br>
              <a:rPr lang="en-US" sz="4800" dirty="0"/>
            </a:br>
            <a:endParaRPr lang="en-US" sz="4800" dirty="0"/>
          </a:p>
        </p:txBody>
      </p:sp>
    </p:spTree>
    <p:extLst>
      <p:ext uri="{BB962C8B-B14F-4D97-AF65-F5344CB8AC3E}">
        <p14:creationId xmlns:p14="http://schemas.microsoft.com/office/powerpoint/2010/main" val="252274674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descr="Blue 10 quarter slide background">
            <a:extLst>
              <a:ext uri="{FF2B5EF4-FFF2-40B4-BE49-F238E27FC236}">
                <a16:creationId xmlns:a16="http://schemas.microsoft.com/office/drawing/2014/main" id="{5A8B6147-B6E5-D0A4-005D-F8E43969782A}"/>
              </a:ext>
            </a:extLst>
          </p:cNvPr>
          <p:cNvSpPr/>
          <p:nvPr/>
        </p:nvSpPr>
        <p:spPr bwMode="auto">
          <a:xfrm>
            <a:off x="1587" y="892"/>
            <a:ext cx="24384000" cy="2118864"/>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defTabSz="914218" fontAlgn="base">
              <a:spcBef>
                <a:spcPct val="0"/>
              </a:spcBef>
              <a:spcAft>
                <a:spcPct val="0"/>
              </a:spcAft>
              <a:defRPr/>
            </a:pPr>
            <a:endParaRPr lang="en-US" sz="1400" kern="0" dirty="0">
              <a:solidFill>
                <a:srgbClr val="FFFFFF"/>
              </a:solidFill>
              <a:latin typeface="IBM Plex Sans Light"/>
            </a:endParaRPr>
          </a:p>
        </p:txBody>
      </p:sp>
      <p:sp>
        <p:nvSpPr>
          <p:cNvPr id="2" name="Title 1">
            <a:extLst>
              <a:ext uri="{FF2B5EF4-FFF2-40B4-BE49-F238E27FC236}">
                <a16:creationId xmlns:a16="http://schemas.microsoft.com/office/drawing/2014/main" id="{00D374C6-6622-EAD6-AF33-02B2061061A5}"/>
              </a:ext>
            </a:extLst>
          </p:cNvPr>
          <p:cNvSpPr>
            <a:spLocks noGrp="1"/>
          </p:cNvSpPr>
          <p:nvPr>
            <p:ph type="title"/>
          </p:nvPr>
        </p:nvSpPr>
        <p:spPr>
          <a:xfrm>
            <a:off x="625633" y="329060"/>
            <a:ext cx="9907884" cy="1462528"/>
          </a:xfrm>
        </p:spPr>
        <p:txBody>
          <a:bodyPr anchor="ctr"/>
          <a:lstStyle/>
          <a:p>
            <a:r>
              <a:rPr lang="en-US" sz="3600" dirty="0">
                <a:solidFill>
                  <a:schemeClr val="accent1"/>
                </a:solidFill>
                <a:latin typeface="IBM Plex Sans Light" panose="020B0403050203000203" pitchFamily="34" charset="0"/>
              </a:rPr>
              <a:t>How to tackle both today’s challenges and build resilience against the quantum threat:</a:t>
            </a:r>
          </a:p>
        </p:txBody>
      </p:sp>
      <p:sp>
        <p:nvSpPr>
          <p:cNvPr id="4" name="Title 1">
            <a:extLst>
              <a:ext uri="{FF2B5EF4-FFF2-40B4-BE49-F238E27FC236}">
                <a16:creationId xmlns:a16="http://schemas.microsoft.com/office/drawing/2014/main" id="{755F4586-4006-28BD-495F-0D2E414D9E4C}"/>
              </a:ext>
            </a:extLst>
          </p:cNvPr>
          <p:cNvSpPr txBox="1">
            <a:spLocks/>
          </p:cNvSpPr>
          <p:nvPr/>
        </p:nvSpPr>
        <p:spPr>
          <a:xfrm>
            <a:off x="847061" y="3688916"/>
            <a:ext cx="9907884" cy="31956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4876800">
              <a:lnSpc>
                <a:spcPct val="150000"/>
              </a:lnSpc>
              <a:defRPr/>
            </a:pPr>
            <a:r>
              <a:rPr lang="en-US" sz="4000" kern="0" dirty="0">
                <a:solidFill>
                  <a:srgbClr val="000000"/>
                </a:solidFill>
                <a:latin typeface="IBM Plex Sans Light"/>
              </a:rPr>
              <a:t>[krip-</a:t>
            </a:r>
            <a:r>
              <a:rPr lang="en-US" sz="4000" b="1" kern="0" dirty="0">
                <a:solidFill>
                  <a:srgbClr val="000000"/>
                </a:solidFill>
                <a:latin typeface="IBM Plex Sans Light"/>
              </a:rPr>
              <a:t>toh</a:t>
            </a:r>
            <a:r>
              <a:rPr lang="en-US" sz="4000" kern="0" dirty="0">
                <a:solidFill>
                  <a:srgbClr val="000000"/>
                </a:solidFill>
                <a:latin typeface="IBM Plex Sans Light"/>
              </a:rPr>
              <a:t>-</a:t>
            </a:r>
            <a:r>
              <a:rPr lang="en-US" sz="4000" i="1" kern="0" dirty="0">
                <a:solidFill>
                  <a:srgbClr val="000000"/>
                </a:solidFill>
                <a:latin typeface="IBM Plex Sans Light"/>
              </a:rPr>
              <a:t>uh</a:t>
            </a:r>
            <a:r>
              <a:rPr lang="en-US" sz="4000" kern="0" dirty="0">
                <a:solidFill>
                  <a:srgbClr val="000000"/>
                </a:solidFill>
                <a:latin typeface="IBM Plex Sans Light"/>
              </a:rPr>
              <a:t>-</a:t>
            </a:r>
            <a:r>
              <a:rPr lang="en-US" sz="4000" b="1" kern="0" dirty="0">
                <a:solidFill>
                  <a:srgbClr val="000000"/>
                </a:solidFill>
                <a:latin typeface="IBM Plex Sans Light"/>
              </a:rPr>
              <a:t>jil</a:t>
            </a:r>
            <a:r>
              <a:rPr lang="en-US" sz="4000" kern="0" dirty="0">
                <a:solidFill>
                  <a:srgbClr val="000000"/>
                </a:solidFill>
                <a:latin typeface="IBM Plex Sans Light"/>
              </a:rPr>
              <a:t>-i-tee]</a:t>
            </a:r>
          </a:p>
          <a:p>
            <a:pPr defTabSz="4876800">
              <a:lnSpc>
                <a:spcPct val="150000"/>
              </a:lnSpc>
              <a:defRPr/>
            </a:pPr>
            <a:r>
              <a:rPr lang="en-US" sz="4000" b="1" kern="0" dirty="0">
                <a:solidFill>
                  <a:srgbClr val="000000"/>
                </a:solidFill>
                <a:latin typeface="IBM Plex Sans Light"/>
              </a:rPr>
              <a:t>noun</a:t>
            </a:r>
          </a:p>
          <a:p>
            <a:pPr defTabSz="4876800">
              <a:lnSpc>
                <a:spcPct val="150000"/>
              </a:lnSpc>
              <a:defRPr/>
            </a:pPr>
            <a:endParaRPr lang="en-US" sz="4000" kern="0" dirty="0">
              <a:solidFill>
                <a:srgbClr val="000000"/>
              </a:solidFill>
              <a:latin typeface="IBM Plex Sans Light"/>
            </a:endParaRPr>
          </a:p>
        </p:txBody>
      </p:sp>
      <p:sp>
        <p:nvSpPr>
          <p:cNvPr id="7" name="Text Placeholder 2">
            <a:extLst>
              <a:ext uri="{FF2B5EF4-FFF2-40B4-BE49-F238E27FC236}">
                <a16:creationId xmlns:a16="http://schemas.microsoft.com/office/drawing/2014/main" id="{FF3864E5-CCF3-E654-BB12-57E122783530}"/>
              </a:ext>
            </a:extLst>
          </p:cNvPr>
          <p:cNvSpPr txBox="1">
            <a:spLocks/>
          </p:cNvSpPr>
          <p:nvPr/>
        </p:nvSpPr>
        <p:spPr>
          <a:xfrm>
            <a:off x="12499479" y="2591778"/>
            <a:ext cx="11040636" cy="70154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585216" marR="0" indent="-585216" algn="l" defTabSz="2438400" rtl="0" eaLnBrk="1" latinLnBrk="0" hangingPunct="1">
              <a:lnSpc>
                <a:spcPct val="100000"/>
              </a:lnSpc>
              <a:spcBef>
                <a:spcPts val="0"/>
              </a:spcBef>
              <a:spcAft>
                <a:spcPts val="0"/>
              </a:spcAft>
              <a:buClrTx/>
              <a:buSzPct val="100000"/>
              <a:buFontTx/>
              <a:buChar char="–"/>
              <a:tabLst/>
              <a:defRPr sz="6400" b="0" i="0" u="none" strike="noStrike" cap="none" spc="0" baseline="0">
                <a:solidFill>
                  <a:schemeClr val="tx2"/>
                </a:solidFill>
                <a:uFillTx/>
                <a:latin typeface="+mj-lt"/>
                <a:ea typeface="+mj-ea"/>
                <a:cs typeface="+mj-cs"/>
                <a:sym typeface="IBM Plex Sans Light"/>
              </a:defRPr>
            </a:lvl2pPr>
            <a:lvl3pPr marL="1097280" marR="0" indent="-585216" algn="l" defTabSz="2438400" rtl="0" eaLnBrk="1" latinLnBrk="0" hangingPunct="1">
              <a:lnSpc>
                <a:spcPct val="100000"/>
              </a:lnSpc>
              <a:spcBef>
                <a:spcPts val="0"/>
              </a:spcBef>
              <a:spcAft>
                <a:spcPts val="0"/>
              </a:spcAft>
              <a:buClrTx/>
              <a:buSzPct val="100000"/>
              <a:buFontTx/>
              <a:buChar char="•"/>
              <a:tabLst/>
              <a:defRPr sz="6400" b="0" i="0" u="none" strike="noStrike" cap="none" spc="0" baseline="0">
                <a:solidFill>
                  <a:schemeClr val="tx2"/>
                </a:solidFill>
                <a:uFillTx/>
                <a:latin typeface="+mj-lt"/>
                <a:ea typeface="+mj-ea"/>
                <a:cs typeface="+mj-cs"/>
                <a:sym typeface="IBM Plex Sans Light"/>
              </a:defRPr>
            </a:lvl3pPr>
            <a:lvl4pPr marL="1755648" marR="0" indent="-329184" algn="l" defTabSz="2438400" rtl="0" eaLnBrk="1" latinLnBrk="0" hangingPunct="1">
              <a:lnSpc>
                <a:spcPct val="100000"/>
              </a:lnSpc>
              <a:spcBef>
                <a:spcPts val="0"/>
              </a:spcBef>
              <a:spcAft>
                <a:spcPts val="0"/>
              </a:spcAft>
              <a:buClrTx/>
              <a:buSzPct val="100000"/>
              <a:buFontTx/>
              <a:buChar char="–"/>
              <a:tabLst/>
              <a:defRPr sz="6400" b="0" i="0" u="none" strike="noStrike" cap="none" spc="0" baseline="0">
                <a:solidFill>
                  <a:schemeClr val="tx2"/>
                </a:solidFill>
                <a:uFillTx/>
                <a:latin typeface="+mj-lt"/>
                <a:ea typeface="+mj-ea"/>
                <a:cs typeface="+mj-cs"/>
                <a:sym typeface="IBM Plex Sans Light"/>
              </a:defRPr>
            </a:lvl4pPr>
            <a:lvl5pPr marL="1143000" marR="0" indent="-457200" algn="l" defTabSz="2438400" rtl="0" eaLnBrk="1" latinLnBrk="0" hangingPunct="1">
              <a:lnSpc>
                <a:spcPct val="100000"/>
              </a:lnSpc>
              <a:spcBef>
                <a:spcPts val="0"/>
              </a:spcBef>
              <a:spcAft>
                <a:spcPts val="0"/>
              </a:spcAft>
              <a:buClrTx/>
              <a:buSzPct val="100000"/>
              <a:buFont typeface="Arial" panose="020B0604020202020204" pitchFamily="34" charset="0"/>
              <a:buChar char="•"/>
              <a:tabLst/>
              <a:defRPr sz="64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380924" indent="-380924" defTabSz="4876800">
              <a:defRPr/>
            </a:pPr>
            <a:r>
              <a:rPr lang="en-US" sz="6398" kern="0" dirty="0">
                <a:solidFill>
                  <a:srgbClr val="000000"/>
                </a:solidFill>
                <a:latin typeface="IBM Plex Sans Light"/>
              </a:rPr>
              <a:t>“The ability to rapidly adapt cryptographic mechanisms in response to threats, technological advances, or vulnerabilities – without disrupting infrastructure or business processes”</a:t>
            </a:r>
            <a:endParaRPr lang="en-US" sz="2800" kern="0" dirty="0">
              <a:solidFill>
                <a:srgbClr val="000000"/>
              </a:solidFill>
              <a:latin typeface="IBM Plex Sans Light"/>
            </a:endParaRPr>
          </a:p>
        </p:txBody>
      </p:sp>
      <p:sp>
        <p:nvSpPr>
          <p:cNvPr id="3" name="Title 1">
            <a:extLst>
              <a:ext uri="{FF2B5EF4-FFF2-40B4-BE49-F238E27FC236}">
                <a16:creationId xmlns:a16="http://schemas.microsoft.com/office/drawing/2014/main" id="{E4EB5F68-9F3A-D831-3F3F-A769A0902D5E}"/>
              </a:ext>
            </a:extLst>
          </p:cNvPr>
          <p:cNvSpPr txBox="1">
            <a:spLocks/>
          </p:cNvSpPr>
          <p:nvPr/>
        </p:nvSpPr>
        <p:spPr>
          <a:xfrm>
            <a:off x="625633" y="2591779"/>
            <a:ext cx="9907884" cy="10971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4876800">
              <a:defRPr/>
            </a:pPr>
            <a:r>
              <a:rPr lang="en-US" sz="6598" b="1" kern="0" dirty="0">
                <a:solidFill>
                  <a:srgbClr val="0F62FE"/>
                </a:solidFill>
                <a:latin typeface="IBM Plex Sans Light"/>
              </a:rPr>
              <a:t>Crypto-Agility</a:t>
            </a:r>
          </a:p>
        </p:txBody>
      </p:sp>
      <p:sp>
        <p:nvSpPr>
          <p:cNvPr id="11" name="TextBox 10">
            <a:extLst>
              <a:ext uri="{FF2B5EF4-FFF2-40B4-BE49-F238E27FC236}">
                <a16:creationId xmlns:a16="http://schemas.microsoft.com/office/drawing/2014/main" id="{0D1317B0-0C8C-4F8A-BE0D-E2D442B1BEA0}"/>
              </a:ext>
            </a:extLst>
          </p:cNvPr>
          <p:cNvSpPr txBox="1"/>
          <p:nvPr/>
        </p:nvSpPr>
        <p:spPr>
          <a:xfrm>
            <a:off x="12696961" y="10079205"/>
            <a:ext cx="10645672" cy="2308324"/>
          </a:xfrm>
          <a:prstGeom prst="rect">
            <a:avLst/>
          </a:prstGeom>
          <a:noFill/>
        </p:spPr>
        <p:txBody>
          <a:bodyPr wrap="square" rtlCol="0">
            <a:spAutoFit/>
          </a:bodyPr>
          <a:lstStyle/>
          <a:p>
            <a:pPr marL="238126" indent="-238126" defTabSz="1828946">
              <a:buFont typeface="Arial" panose="020B0604020202020204" pitchFamily="34" charset="0"/>
              <a:buChar char="•"/>
              <a:defRPr/>
            </a:pPr>
            <a:r>
              <a:rPr lang="en-US" b="1" dirty="0">
                <a:solidFill>
                  <a:srgbClr val="000000">
                    <a:lumMod val="50000"/>
                    <a:lumOff val="50000"/>
                  </a:srgbClr>
                </a:solidFill>
                <a:latin typeface="IBM Plex Sans SmBld" panose="020B0503050203000203" pitchFamily="34" charset="0"/>
              </a:rPr>
              <a:t>Update</a:t>
            </a:r>
            <a:r>
              <a:rPr lang="en-US" dirty="0">
                <a:solidFill>
                  <a:srgbClr val="000000">
                    <a:lumMod val="50000"/>
                    <a:lumOff val="50000"/>
                  </a:srgbClr>
                </a:solidFill>
                <a:latin typeface="IBM Plex Sans Light"/>
              </a:rPr>
              <a:t> cryptography</a:t>
            </a:r>
            <a:r>
              <a:rPr lang="en-BE">
                <a:solidFill>
                  <a:srgbClr val="000000">
                    <a:lumMod val="50000"/>
                    <a:lumOff val="50000"/>
                  </a:srgbClr>
                </a:solidFill>
                <a:latin typeface="IBM Plex Sans Light"/>
              </a:rPr>
              <a:t> when it is broken</a:t>
            </a:r>
            <a:endParaRPr lang="en-US" dirty="0">
              <a:solidFill>
                <a:srgbClr val="000000">
                  <a:lumMod val="50000"/>
                  <a:lumOff val="50000"/>
                </a:srgbClr>
              </a:solidFill>
              <a:latin typeface="IBM Plex Sans Light"/>
            </a:endParaRPr>
          </a:p>
          <a:p>
            <a:pPr marL="238126" indent="-238126" defTabSz="1828946">
              <a:buFont typeface="Arial" panose="020B0604020202020204" pitchFamily="34" charset="0"/>
              <a:buChar char="•"/>
              <a:defRPr/>
            </a:pPr>
            <a:r>
              <a:rPr lang="en-US" b="1" dirty="0">
                <a:solidFill>
                  <a:srgbClr val="000000">
                    <a:lumMod val="50000"/>
                    <a:lumOff val="50000"/>
                  </a:srgbClr>
                </a:solidFill>
                <a:latin typeface="IBM Plex Sans SmBld" panose="020B0503050203000203" pitchFamily="34" charset="0"/>
              </a:rPr>
              <a:t>Change</a:t>
            </a:r>
            <a:r>
              <a:rPr lang="en-US" dirty="0">
                <a:solidFill>
                  <a:srgbClr val="000000">
                    <a:lumMod val="50000"/>
                    <a:lumOff val="50000"/>
                  </a:srgbClr>
                </a:solidFill>
                <a:latin typeface="IBM Plex Sans Light"/>
              </a:rPr>
              <a:t> </a:t>
            </a:r>
            <a:r>
              <a:rPr lang="en-BE">
                <a:solidFill>
                  <a:srgbClr val="000000">
                    <a:lumMod val="50000"/>
                    <a:lumOff val="50000"/>
                  </a:srgbClr>
                </a:solidFill>
                <a:latin typeface="IBM Plex Sans Light"/>
              </a:rPr>
              <a:t>when regulations / new threats require it</a:t>
            </a:r>
            <a:endParaRPr lang="en-US" dirty="0">
              <a:solidFill>
                <a:srgbClr val="000000">
                  <a:lumMod val="50000"/>
                  <a:lumOff val="50000"/>
                </a:srgbClr>
              </a:solidFill>
              <a:latin typeface="IBM Plex Sans Light"/>
            </a:endParaRPr>
          </a:p>
          <a:p>
            <a:pPr marL="238126" indent="-238126" defTabSz="1828946">
              <a:buFont typeface="Arial" panose="020B0604020202020204" pitchFamily="34" charset="0"/>
              <a:buChar char="•"/>
              <a:defRPr/>
            </a:pPr>
            <a:r>
              <a:rPr lang="en-US" b="1" dirty="0">
                <a:solidFill>
                  <a:srgbClr val="000000">
                    <a:lumMod val="50000"/>
                    <a:lumOff val="50000"/>
                  </a:srgbClr>
                </a:solidFill>
                <a:latin typeface="IBM Plex Sans SmBld" panose="020B0503050203000203" pitchFamily="34" charset="0"/>
              </a:rPr>
              <a:t>Monitor</a:t>
            </a:r>
            <a:r>
              <a:rPr lang="en-US" dirty="0">
                <a:solidFill>
                  <a:srgbClr val="000000">
                    <a:lumMod val="50000"/>
                    <a:lumOff val="50000"/>
                  </a:srgbClr>
                </a:solidFill>
                <a:latin typeface="IBM Plex Sans Light"/>
              </a:rPr>
              <a:t> that its being used properly</a:t>
            </a:r>
          </a:p>
          <a:p>
            <a:pPr marL="238126" indent="-238126" defTabSz="1828946">
              <a:buFont typeface="Arial" panose="020B0604020202020204" pitchFamily="34" charset="0"/>
              <a:buChar char="•"/>
              <a:defRPr/>
            </a:pPr>
            <a:r>
              <a:rPr lang="en-US" b="1" dirty="0">
                <a:solidFill>
                  <a:srgbClr val="000000">
                    <a:lumMod val="50000"/>
                    <a:lumOff val="50000"/>
                  </a:srgbClr>
                </a:solidFill>
                <a:latin typeface="IBM Plex Sans SmBld" panose="020B0503050203000203" pitchFamily="34" charset="0"/>
              </a:rPr>
              <a:t>Retire</a:t>
            </a:r>
            <a:r>
              <a:rPr lang="en-US" dirty="0">
                <a:solidFill>
                  <a:srgbClr val="000000">
                    <a:lumMod val="50000"/>
                    <a:lumOff val="50000"/>
                  </a:srgbClr>
                </a:solidFill>
                <a:latin typeface="IBM Plex Sans Light"/>
              </a:rPr>
              <a:t> cryptography when it is out of date</a:t>
            </a:r>
          </a:p>
        </p:txBody>
      </p:sp>
      <p:sp>
        <p:nvSpPr>
          <p:cNvPr id="6" name="Slide Number Placeholder 3">
            <a:extLst>
              <a:ext uri="{FF2B5EF4-FFF2-40B4-BE49-F238E27FC236}">
                <a16:creationId xmlns:a16="http://schemas.microsoft.com/office/drawing/2014/main" id="{61345865-4394-23E6-B52E-9DD1882200B8}"/>
              </a:ext>
            </a:extLst>
          </p:cNvPr>
          <p:cNvSpPr txBox="1">
            <a:spLocks/>
          </p:cNvSpPr>
          <p:nvPr/>
        </p:nvSpPr>
        <p:spPr>
          <a:xfrm>
            <a:off x="23318789" y="13164979"/>
            <a:ext cx="60960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16</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10" name="Footer Placeholder 3">
            <a:extLst>
              <a:ext uri="{FF2B5EF4-FFF2-40B4-BE49-F238E27FC236}">
                <a16:creationId xmlns:a16="http://schemas.microsoft.com/office/drawing/2014/main" id="{44EC37FD-9AED-3ADF-6D62-9FFDDF68B6C3}"/>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3774913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5E400-8215-0640-A013-58D7CE897743}"/>
            </a:ext>
          </a:extLst>
        </p:cNvPr>
        <p:cNvGrpSpPr/>
        <p:nvPr/>
      </p:nvGrpSpPr>
      <p:grpSpPr>
        <a:xfrm>
          <a:off x="0" y="0"/>
          <a:ext cx="0" cy="0"/>
          <a:chOff x="0" y="0"/>
          <a:chExt cx="0" cy="0"/>
        </a:xfrm>
      </p:grpSpPr>
      <p:sp>
        <p:nvSpPr>
          <p:cNvPr id="16" name="!!Discover-Title">
            <a:extLst>
              <a:ext uri="{FF2B5EF4-FFF2-40B4-BE49-F238E27FC236}">
                <a16:creationId xmlns:a16="http://schemas.microsoft.com/office/drawing/2014/main" id="{E40E73BA-3D08-DEFC-B341-C937A17F6167}"/>
              </a:ext>
            </a:extLst>
          </p:cNvPr>
          <p:cNvSpPr txBox="1"/>
          <p:nvPr/>
        </p:nvSpPr>
        <p:spPr>
          <a:xfrm>
            <a:off x="5262144" y="9225206"/>
            <a:ext cx="3840480" cy="1723549"/>
          </a:xfrm>
          <a:prstGeom prst="rect">
            <a:avLst/>
          </a:prstGeom>
          <a:noFill/>
        </p:spPr>
        <p:txBody>
          <a:bodyPr wrap="square" lIns="0" tIns="0" rIns="0" bIns="0" rtlCol="0">
            <a:spAutoFit/>
          </a:bodyPr>
          <a:lstStyle/>
          <a:p>
            <a:pPr marL="0" marR="0" lvl="0" indent="0" algn="ctr" defTabSz="1829308" rtl="0" eaLnBrk="1" fontAlgn="auto" latinLnBrk="0" hangingPunct="0">
              <a:lnSpc>
                <a:spcPct val="100000"/>
              </a:lnSpc>
              <a:spcBef>
                <a:spcPts val="1200"/>
              </a:spcBef>
              <a:spcAft>
                <a:spcPts val="0"/>
              </a:spcAft>
              <a:buClrTx/>
              <a:buSzTx/>
              <a:buFontTx/>
              <a:buNone/>
              <a:tabLst/>
              <a:defRPr/>
            </a:pPr>
            <a:r>
              <a:rPr kumimoji="0" lang="en-US" sz="2800" u="none" strike="noStrike" kern="1200" cap="none" spc="0" normalizeH="0" baseline="0" noProof="0" dirty="0">
                <a:ln>
                  <a:noFill/>
                </a:ln>
                <a:solidFill>
                  <a:schemeClr val="tx1">
                    <a:lumMod val="75000"/>
                    <a:lumOff val="25000"/>
                  </a:schemeClr>
                </a:solidFill>
                <a:effectLst/>
                <a:uLnTx/>
                <a:uFillTx/>
                <a:ea typeface="+mn-ea"/>
                <a:cs typeface="AkayaTelivigala" pitchFamily="2" charset="77"/>
                <a:sym typeface="Helvetica"/>
              </a:rPr>
              <a:t>Discover and inventory your cryptographically related landscape for increased visibility</a:t>
            </a:r>
          </a:p>
        </p:txBody>
      </p:sp>
      <p:sp>
        <p:nvSpPr>
          <p:cNvPr id="22" name="!!Discover-Title">
            <a:extLst>
              <a:ext uri="{FF2B5EF4-FFF2-40B4-BE49-F238E27FC236}">
                <a16:creationId xmlns:a16="http://schemas.microsoft.com/office/drawing/2014/main" id="{07A62289-3AC6-6651-BCD8-1231E8EB7380}"/>
              </a:ext>
            </a:extLst>
          </p:cNvPr>
          <p:cNvSpPr txBox="1"/>
          <p:nvPr/>
        </p:nvSpPr>
        <p:spPr>
          <a:xfrm>
            <a:off x="10152866" y="9225206"/>
            <a:ext cx="3840480" cy="1723549"/>
          </a:xfrm>
          <a:prstGeom prst="rect">
            <a:avLst/>
          </a:prstGeom>
          <a:noFill/>
        </p:spPr>
        <p:txBody>
          <a:bodyPr wrap="square" lIns="0" tIns="0" rIns="0" bIns="0" rtlCol="0">
            <a:spAutoFit/>
          </a:bodyPr>
          <a:lstStyle/>
          <a:p>
            <a:pPr marL="0" marR="0" lvl="0" indent="0" algn="ctr" defTabSz="1829308" rtl="0" eaLnBrk="1" fontAlgn="auto" latinLnBrk="0" hangingPunct="0">
              <a:lnSpc>
                <a:spcPct val="100000"/>
              </a:lnSpc>
              <a:spcBef>
                <a:spcPts val="1200"/>
              </a:spcBef>
              <a:spcAft>
                <a:spcPts val="0"/>
              </a:spcAft>
              <a:buClrTx/>
              <a:buSzTx/>
              <a:buFontTx/>
              <a:buNone/>
              <a:tabLst/>
              <a:defRPr/>
            </a:pPr>
            <a:r>
              <a:rPr kumimoji="0" lang="en-US" sz="2800" u="none" strike="noStrike" kern="1200" cap="none" spc="0" normalizeH="0" baseline="0" noProof="0" dirty="0">
                <a:ln>
                  <a:noFill/>
                </a:ln>
                <a:solidFill>
                  <a:schemeClr val="tx1">
                    <a:lumMod val="75000"/>
                    <a:lumOff val="25000"/>
                  </a:schemeClr>
                </a:solidFill>
                <a:effectLst/>
                <a:uLnTx/>
                <a:uFillTx/>
                <a:ea typeface="+mn-ea"/>
                <a:cs typeface="AkayaTelivigala" pitchFamily="2" charset="77"/>
                <a:sym typeface="Helvetica"/>
              </a:rPr>
              <a:t>Assess your cryptographic posture to gain insight and prioritize vulnerabilities</a:t>
            </a:r>
          </a:p>
        </p:txBody>
      </p:sp>
      <p:sp>
        <p:nvSpPr>
          <p:cNvPr id="24" name="!!GCM">
            <a:extLst>
              <a:ext uri="{FF2B5EF4-FFF2-40B4-BE49-F238E27FC236}">
                <a16:creationId xmlns:a16="http://schemas.microsoft.com/office/drawing/2014/main" id="{E9ED3E7D-87C4-E642-AAD8-8895414CD479}"/>
              </a:ext>
            </a:extLst>
          </p:cNvPr>
          <p:cNvSpPr txBox="1">
            <a:spLocks/>
          </p:cNvSpPr>
          <p:nvPr/>
        </p:nvSpPr>
        <p:spPr>
          <a:xfrm>
            <a:off x="915985" y="553517"/>
            <a:ext cx="22605198" cy="232474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457200" bIns="0"/>
          <a:lst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kern="0" noProof="0" dirty="0">
                <a:solidFill>
                  <a:schemeClr val="tx1"/>
                </a:solidFill>
              </a:rPr>
              <a:t>A technology-driven approach to achieving crypto-agility</a:t>
            </a:r>
          </a:p>
        </p:txBody>
      </p:sp>
      <p:sp>
        <p:nvSpPr>
          <p:cNvPr id="17" name="Text Placeholder 8">
            <a:extLst>
              <a:ext uri="{FF2B5EF4-FFF2-40B4-BE49-F238E27FC236}">
                <a16:creationId xmlns:a16="http://schemas.microsoft.com/office/drawing/2014/main" id="{F592FD8F-674C-E899-FCBD-3694E2F5CF61}"/>
              </a:ext>
            </a:extLst>
          </p:cNvPr>
          <p:cNvSpPr txBox="1">
            <a:spLocks/>
          </p:cNvSpPr>
          <p:nvPr/>
        </p:nvSpPr>
        <p:spPr>
          <a:xfrm>
            <a:off x="865992" y="1946651"/>
            <a:ext cx="9657804" cy="724392"/>
          </a:xfrm>
          <a:prstGeom prst="rect">
            <a:avLst/>
          </a:prstGeom>
        </p:spPr>
        <p:txBody>
          <a:bodyPr/>
          <a:lstStyle>
            <a:defPPr>
              <a:defRPr lang="en-US"/>
            </a:defPPr>
            <a:lvl1pPr marL="0" marR="0" indent="0" algn="l" defTabSz="2438400" rtl="0" eaLnBrk="1" latinLnBrk="0" hangingPunct="1">
              <a:lnSpc>
                <a:spcPct val="110000"/>
              </a:lnSpc>
              <a:spcBef>
                <a:spcPts val="0"/>
              </a:spcBef>
              <a:spcAft>
                <a:spcPts val="0"/>
              </a:spcAft>
              <a:buClrTx/>
              <a:buSzTx/>
              <a:buFontTx/>
              <a:buNone/>
              <a:tabLst/>
              <a:defRPr sz="3600" b="0" i="0" u="none" strike="noStrike" kern="1200"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kern="1200"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kern="1200"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kern="1200"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kern="1200"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kern="1200"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kern="1200"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kern="1200"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kern="1200" cap="none" spc="0" baseline="0">
                <a:solidFill>
                  <a:srgbClr val="000000"/>
                </a:solidFill>
                <a:uFillTx/>
                <a:latin typeface="+mj-lt"/>
                <a:ea typeface="+mj-ea"/>
                <a:cs typeface="+mj-cs"/>
                <a:sym typeface="IBM Plex Sans Light"/>
              </a:defRPr>
            </a:lvl9pPr>
          </a:lstStyle>
          <a:p>
            <a:r>
              <a:rPr lang="en-US" sz="4000" kern="0" noProof="0" dirty="0">
                <a:solidFill>
                  <a:schemeClr val="accent1"/>
                </a:solidFill>
              </a:rPr>
              <a:t>Protecting today. Preparing for tomorrow.</a:t>
            </a:r>
          </a:p>
        </p:txBody>
      </p:sp>
      <p:sp>
        <p:nvSpPr>
          <p:cNvPr id="13" name="Slide Number Placeholder 3">
            <a:extLst>
              <a:ext uri="{FF2B5EF4-FFF2-40B4-BE49-F238E27FC236}">
                <a16:creationId xmlns:a16="http://schemas.microsoft.com/office/drawing/2014/main" id="{B3A515BE-5BA4-D7A1-2FD5-15D9A0A807BF}"/>
              </a:ext>
            </a:extLst>
          </p:cNvPr>
          <p:cNvSpPr txBox="1">
            <a:spLocks/>
          </p:cNvSpPr>
          <p:nvPr/>
        </p:nvSpPr>
        <p:spPr>
          <a:xfrm>
            <a:off x="23253882" y="13164979"/>
            <a:ext cx="677863" cy="246221"/>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17</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20" name="Footer Placeholder 3">
            <a:extLst>
              <a:ext uri="{FF2B5EF4-FFF2-40B4-BE49-F238E27FC236}">
                <a16:creationId xmlns:a16="http://schemas.microsoft.com/office/drawing/2014/main" id="{30E74630-6A6B-9319-6C53-E4478F54A232}"/>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
        <p:nvSpPr>
          <p:cNvPr id="25" name="TextBox 24">
            <a:extLst>
              <a:ext uri="{FF2B5EF4-FFF2-40B4-BE49-F238E27FC236}">
                <a16:creationId xmlns:a16="http://schemas.microsoft.com/office/drawing/2014/main" id="{7525C1A9-9767-ACAC-60A7-9B638CAFECD8}"/>
              </a:ext>
            </a:extLst>
          </p:cNvPr>
          <p:cNvSpPr txBox="1"/>
          <p:nvPr/>
        </p:nvSpPr>
        <p:spPr>
          <a:xfrm>
            <a:off x="457044" y="7804212"/>
            <a:ext cx="3628390" cy="990018"/>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Strategize</a:t>
            </a:r>
          </a:p>
          <a:p>
            <a:pPr algn="ctr">
              <a:lnSpc>
                <a:spcPct val="110000"/>
              </a:lnSpc>
            </a:pPr>
            <a:endParaRPr lang="en-US" dirty="0">
              <a:solidFill>
                <a:schemeClr val="accent1"/>
              </a:solidFill>
              <a:latin typeface="+mj-lt"/>
            </a:endParaRPr>
          </a:p>
        </p:txBody>
      </p:sp>
      <p:sp>
        <p:nvSpPr>
          <p:cNvPr id="30" name="Oval 29">
            <a:extLst>
              <a:ext uri="{FF2B5EF4-FFF2-40B4-BE49-F238E27FC236}">
                <a16:creationId xmlns:a16="http://schemas.microsoft.com/office/drawing/2014/main" id="{059A91DA-1EAC-7BB3-A78F-10DFC0D7BC11}"/>
              </a:ext>
            </a:extLst>
          </p:cNvPr>
          <p:cNvSpPr/>
          <p:nvPr/>
        </p:nvSpPr>
        <p:spPr bwMode="auto">
          <a:xfrm>
            <a:off x="1114385" y="5032355"/>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18288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sp>
        <p:nvSpPr>
          <p:cNvPr id="31" name="Oval 30">
            <a:extLst>
              <a:ext uri="{FF2B5EF4-FFF2-40B4-BE49-F238E27FC236}">
                <a16:creationId xmlns:a16="http://schemas.microsoft.com/office/drawing/2014/main" id="{3728B887-DF70-52B6-D943-FD548470EA48}"/>
              </a:ext>
            </a:extLst>
          </p:cNvPr>
          <p:cNvSpPr/>
          <p:nvPr/>
        </p:nvSpPr>
        <p:spPr bwMode="auto">
          <a:xfrm>
            <a:off x="6004546" y="5032355"/>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sp>
        <p:nvSpPr>
          <p:cNvPr id="32" name="Oval 31">
            <a:extLst>
              <a:ext uri="{FF2B5EF4-FFF2-40B4-BE49-F238E27FC236}">
                <a16:creationId xmlns:a16="http://schemas.microsoft.com/office/drawing/2014/main" id="{E55F4F80-97E2-F141-5EFA-FA57E70DA700}"/>
              </a:ext>
            </a:extLst>
          </p:cNvPr>
          <p:cNvSpPr/>
          <p:nvPr/>
        </p:nvSpPr>
        <p:spPr bwMode="auto">
          <a:xfrm>
            <a:off x="10894707" y="5032355"/>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18288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sp>
        <p:nvSpPr>
          <p:cNvPr id="34" name="Oval 33">
            <a:extLst>
              <a:ext uri="{FF2B5EF4-FFF2-40B4-BE49-F238E27FC236}">
                <a16:creationId xmlns:a16="http://schemas.microsoft.com/office/drawing/2014/main" id="{439A917D-3D22-3CDF-F77A-2A7812DA49D2}"/>
              </a:ext>
            </a:extLst>
          </p:cNvPr>
          <p:cNvSpPr/>
          <p:nvPr/>
        </p:nvSpPr>
        <p:spPr bwMode="auto">
          <a:xfrm>
            <a:off x="15784868" y="5032355"/>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sp>
        <p:nvSpPr>
          <p:cNvPr id="35" name="Oval 34">
            <a:extLst>
              <a:ext uri="{FF2B5EF4-FFF2-40B4-BE49-F238E27FC236}">
                <a16:creationId xmlns:a16="http://schemas.microsoft.com/office/drawing/2014/main" id="{1068685B-F3A1-D060-9787-B4A3BD4ECD90}"/>
              </a:ext>
            </a:extLst>
          </p:cNvPr>
          <p:cNvSpPr/>
          <p:nvPr/>
        </p:nvSpPr>
        <p:spPr bwMode="auto">
          <a:xfrm>
            <a:off x="20675029" y="5032355"/>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18288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cxnSp>
        <p:nvCxnSpPr>
          <p:cNvPr id="36" name="Straight Arrow Connector 35">
            <a:extLst>
              <a:ext uri="{FF2B5EF4-FFF2-40B4-BE49-F238E27FC236}">
                <a16:creationId xmlns:a16="http://schemas.microsoft.com/office/drawing/2014/main" id="{582BABED-6FC5-ECB5-40B1-EEAE89B9CFA9}"/>
              </a:ext>
            </a:extLst>
          </p:cNvPr>
          <p:cNvCxnSpPr>
            <a:stCxn id="30" idx="6"/>
            <a:endCxn id="31" idx="2"/>
          </p:cNvCxnSpPr>
          <p:nvPr/>
        </p:nvCxnSpPr>
        <p:spPr bwMode="auto">
          <a:xfrm>
            <a:off x="3428094" y="6189210"/>
            <a:ext cx="2576452" cy="0"/>
          </a:xfrm>
          <a:prstGeom prst="straightConnector1">
            <a:avLst/>
          </a:prstGeom>
          <a:ln w="22225">
            <a:solidFill>
              <a:srgbClr val="0F62FE"/>
            </a:solidFill>
            <a:headEnd type="none" w="med" len="med"/>
            <a:tailEnd type="triangle" w="lg" len="lg"/>
          </a:ln>
          <a:effectLst/>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9A1EDF40-4063-DB13-C8B4-8AC109189569}"/>
              </a:ext>
            </a:extLst>
          </p:cNvPr>
          <p:cNvCxnSpPr>
            <a:cxnSpLocks/>
            <a:stCxn id="31" idx="6"/>
            <a:endCxn id="32" idx="2"/>
          </p:cNvCxnSpPr>
          <p:nvPr/>
        </p:nvCxnSpPr>
        <p:spPr bwMode="auto">
          <a:xfrm>
            <a:off x="8318255" y="6189210"/>
            <a:ext cx="2576452" cy="0"/>
          </a:xfrm>
          <a:prstGeom prst="straightConnector1">
            <a:avLst/>
          </a:prstGeom>
          <a:ln w="22225">
            <a:solidFill>
              <a:srgbClr val="0F62FE"/>
            </a:solidFill>
            <a:headEnd type="none" w="med" len="med"/>
            <a:tailEnd type="triangle" w="lg" len="lg"/>
          </a:ln>
          <a:effectLst/>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5637DD22-A498-C61F-B0A1-7FE26D539BA9}"/>
              </a:ext>
            </a:extLst>
          </p:cNvPr>
          <p:cNvCxnSpPr>
            <a:cxnSpLocks/>
            <a:stCxn id="32" idx="6"/>
            <a:endCxn id="34" idx="2"/>
          </p:cNvCxnSpPr>
          <p:nvPr/>
        </p:nvCxnSpPr>
        <p:spPr bwMode="auto">
          <a:xfrm>
            <a:off x="13208416" y="6189210"/>
            <a:ext cx="2576452" cy="0"/>
          </a:xfrm>
          <a:prstGeom prst="straightConnector1">
            <a:avLst/>
          </a:prstGeom>
          <a:ln w="22225">
            <a:solidFill>
              <a:srgbClr val="0F62FE"/>
            </a:solidFill>
            <a:headEnd type="none" w="med" len="med"/>
            <a:tailEnd type="triangle" w="lg" len="lg"/>
          </a:ln>
          <a:effectLst/>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0E7BB9D5-22E2-DC01-016B-49A24DC1D53C}"/>
              </a:ext>
            </a:extLst>
          </p:cNvPr>
          <p:cNvCxnSpPr>
            <a:cxnSpLocks/>
          </p:cNvCxnSpPr>
          <p:nvPr/>
        </p:nvCxnSpPr>
        <p:spPr bwMode="auto">
          <a:xfrm>
            <a:off x="18079571" y="6189210"/>
            <a:ext cx="2595458" cy="0"/>
          </a:xfrm>
          <a:prstGeom prst="straightConnector1">
            <a:avLst/>
          </a:prstGeom>
          <a:ln w="22225">
            <a:solidFill>
              <a:srgbClr val="0F62FE"/>
            </a:solidFill>
            <a:headEnd type="none" w="med" len="med"/>
            <a:tailEnd type="triangle" w="lg" len="lg"/>
          </a:ln>
          <a:effectLst/>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C45F1980-8A18-0B6B-482D-CA5FAEDD82D7}"/>
              </a:ext>
            </a:extLst>
          </p:cNvPr>
          <p:cNvSpPr txBox="1"/>
          <p:nvPr/>
        </p:nvSpPr>
        <p:spPr>
          <a:xfrm>
            <a:off x="5347205" y="7804212"/>
            <a:ext cx="3628390" cy="990023"/>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Discover</a:t>
            </a:r>
          </a:p>
          <a:p>
            <a:pPr algn="ctr">
              <a:lnSpc>
                <a:spcPct val="110000"/>
              </a:lnSpc>
            </a:pPr>
            <a:endParaRPr lang="en-US" dirty="0">
              <a:solidFill>
                <a:schemeClr val="accent1"/>
              </a:solidFill>
              <a:latin typeface="+mj-lt"/>
            </a:endParaRPr>
          </a:p>
        </p:txBody>
      </p:sp>
      <p:sp>
        <p:nvSpPr>
          <p:cNvPr id="50" name="TextBox 49">
            <a:extLst>
              <a:ext uri="{FF2B5EF4-FFF2-40B4-BE49-F238E27FC236}">
                <a16:creationId xmlns:a16="http://schemas.microsoft.com/office/drawing/2014/main" id="{092AE35C-76EE-DDC4-5E27-492EF355D2E4}"/>
              </a:ext>
            </a:extLst>
          </p:cNvPr>
          <p:cNvSpPr txBox="1"/>
          <p:nvPr/>
        </p:nvSpPr>
        <p:spPr>
          <a:xfrm>
            <a:off x="10237366" y="7804212"/>
            <a:ext cx="3628390" cy="782311"/>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Assess</a:t>
            </a:r>
          </a:p>
          <a:p>
            <a:pPr marL="0" lvl="1" algn="ctr">
              <a:lnSpc>
                <a:spcPct val="110000"/>
              </a:lnSpc>
              <a:buSzPct val="100000"/>
            </a:pPr>
            <a:endParaRPr lang="en-US" dirty="0">
              <a:solidFill>
                <a:schemeClr val="accent1"/>
              </a:solidFill>
              <a:latin typeface="+mj-lt"/>
            </a:endParaRPr>
          </a:p>
        </p:txBody>
      </p:sp>
      <p:sp>
        <p:nvSpPr>
          <p:cNvPr id="52" name="TextBox 51">
            <a:extLst>
              <a:ext uri="{FF2B5EF4-FFF2-40B4-BE49-F238E27FC236}">
                <a16:creationId xmlns:a16="http://schemas.microsoft.com/office/drawing/2014/main" id="{EF78F8B3-8F35-F8E6-3519-C9AB9D4ADAA6}"/>
              </a:ext>
            </a:extLst>
          </p:cNvPr>
          <p:cNvSpPr txBox="1"/>
          <p:nvPr/>
        </p:nvSpPr>
        <p:spPr>
          <a:xfrm>
            <a:off x="15010092" y="7804212"/>
            <a:ext cx="3628390" cy="957010"/>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Remediate</a:t>
            </a:r>
          </a:p>
        </p:txBody>
      </p:sp>
      <p:sp>
        <p:nvSpPr>
          <p:cNvPr id="54" name="TextBox 53">
            <a:extLst>
              <a:ext uri="{FF2B5EF4-FFF2-40B4-BE49-F238E27FC236}">
                <a16:creationId xmlns:a16="http://schemas.microsoft.com/office/drawing/2014/main" id="{3A6549C6-E4C6-0C78-7DC8-2ADD9B9376AD}"/>
              </a:ext>
            </a:extLst>
          </p:cNvPr>
          <p:cNvSpPr txBox="1"/>
          <p:nvPr/>
        </p:nvSpPr>
        <p:spPr>
          <a:xfrm>
            <a:off x="19900253" y="7799363"/>
            <a:ext cx="3628390" cy="994867"/>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Govern</a:t>
            </a:r>
          </a:p>
        </p:txBody>
      </p:sp>
      <p:sp>
        <p:nvSpPr>
          <p:cNvPr id="56" name="Freeform 55">
            <a:extLst>
              <a:ext uri="{FF2B5EF4-FFF2-40B4-BE49-F238E27FC236}">
                <a16:creationId xmlns:a16="http://schemas.microsoft.com/office/drawing/2014/main" id="{E97FC6FB-E5EA-C6EC-A8D4-C9C65D9F3450}"/>
              </a:ext>
            </a:extLst>
          </p:cNvPr>
          <p:cNvSpPr/>
          <p:nvPr/>
        </p:nvSpPr>
        <p:spPr>
          <a:xfrm>
            <a:off x="6522823" y="5592226"/>
            <a:ext cx="1277154" cy="1193967"/>
          </a:xfrm>
          <a:custGeom>
            <a:avLst/>
            <a:gdLst>
              <a:gd name="csX0" fmla="*/ 929565 w 1277154"/>
              <a:gd name="csY0" fmla="*/ 1193968 h 1193967"/>
              <a:gd name="csX1" fmla="*/ 582018 w 1277154"/>
              <a:gd name="csY1" fmla="*/ 846420 h 1193967"/>
              <a:gd name="csX2" fmla="*/ 929565 w 1277154"/>
              <a:gd name="csY2" fmla="*/ 498872 h 1193967"/>
              <a:gd name="csX3" fmla="*/ 1277113 w 1277154"/>
              <a:gd name="csY3" fmla="*/ 846420 h 1193967"/>
              <a:gd name="csX4" fmla="*/ 929565 w 1277154"/>
              <a:gd name="csY4" fmla="*/ 1193968 h 1193967"/>
              <a:gd name="csX5" fmla="*/ 929565 w 1277154"/>
              <a:gd name="csY5" fmla="*/ 528805 h 1193967"/>
              <a:gd name="csX6" fmla="*/ 611950 w 1277154"/>
              <a:gd name="csY6" fmla="*/ 846420 h 1193967"/>
              <a:gd name="csX7" fmla="*/ 929565 w 1277154"/>
              <a:gd name="csY7" fmla="*/ 1164035 h 1193967"/>
              <a:gd name="csX8" fmla="*/ 1247181 w 1277154"/>
              <a:gd name="csY8" fmla="*/ 846420 h 1193967"/>
              <a:gd name="csX9" fmla="*/ 929565 w 1277154"/>
              <a:gd name="csY9" fmla="*/ 528805 h 1193967"/>
              <a:gd name="csX10" fmla="*/ 222830 w 1277154"/>
              <a:gd name="csY10" fmla="*/ 1193968 h 1193967"/>
              <a:gd name="csX11" fmla="*/ 166291 w 1277154"/>
              <a:gd name="csY11" fmla="*/ 1137429 h 1193967"/>
              <a:gd name="csX12" fmla="*/ 222830 w 1277154"/>
              <a:gd name="csY12" fmla="*/ 1080890 h 1193967"/>
              <a:gd name="csX13" fmla="*/ 279368 w 1277154"/>
              <a:gd name="csY13" fmla="*/ 1137429 h 1193967"/>
              <a:gd name="csX14" fmla="*/ 222830 w 1277154"/>
              <a:gd name="csY14" fmla="*/ 1193968 h 1193967"/>
              <a:gd name="csX15" fmla="*/ 222830 w 1277154"/>
              <a:gd name="csY15" fmla="*/ 1110822 h 1193967"/>
              <a:gd name="csX16" fmla="*/ 196223 w 1277154"/>
              <a:gd name="csY16" fmla="*/ 1137429 h 1193967"/>
              <a:gd name="csX17" fmla="*/ 222830 w 1277154"/>
              <a:gd name="csY17" fmla="*/ 1164035 h 1193967"/>
              <a:gd name="csX18" fmla="*/ 249436 w 1277154"/>
              <a:gd name="csY18" fmla="*/ 1137429 h 1193967"/>
              <a:gd name="csX19" fmla="*/ 222830 w 1277154"/>
              <a:gd name="csY19" fmla="*/ 1110822 h 1193967"/>
              <a:gd name="csX20" fmla="*/ 445659 w 1277154"/>
              <a:gd name="csY20" fmla="*/ 1179001 h 1193967"/>
              <a:gd name="csX21" fmla="*/ 415727 w 1277154"/>
              <a:gd name="csY21" fmla="*/ 1179001 h 1193967"/>
              <a:gd name="csX22" fmla="*/ 415727 w 1277154"/>
              <a:gd name="csY22" fmla="*/ 14966 h 1193967"/>
              <a:gd name="csX23" fmla="*/ 445659 w 1277154"/>
              <a:gd name="csY23" fmla="*/ 14966 h 1193967"/>
              <a:gd name="csX24" fmla="*/ 445659 w 1277154"/>
              <a:gd name="csY24" fmla="*/ 1179001 h 1193967"/>
              <a:gd name="csX25" fmla="*/ 29932 w 1277154"/>
              <a:gd name="csY25" fmla="*/ 1179001 h 1193967"/>
              <a:gd name="csX26" fmla="*/ 0 w 1277154"/>
              <a:gd name="csY26" fmla="*/ 1179001 h 1193967"/>
              <a:gd name="csX27" fmla="*/ 0 w 1277154"/>
              <a:gd name="csY27" fmla="*/ 14966 h 1193967"/>
              <a:gd name="csX28" fmla="*/ 29932 w 1277154"/>
              <a:gd name="csY28" fmla="*/ 14966 h 1193967"/>
              <a:gd name="csX29" fmla="*/ 29932 w 1277154"/>
              <a:gd name="csY29" fmla="*/ 1179001 h 1193967"/>
              <a:gd name="csX30" fmla="*/ 222830 w 1277154"/>
              <a:gd name="csY30" fmla="*/ 1027677 h 1193967"/>
              <a:gd name="csX31" fmla="*/ 166291 w 1277154"/>
              <a:gd name="csY31" fmla="*/ 971138 h 1193967"/>
              <a:gd name="csX32" fmla="*/ 222830 w 1277154"/>
              <a:gd name="csY32" fmla="*/ 914599 h 1193967"/>
              <a:gd name="csX33" fmla="*/ 279368 w 1277154"/>
              <a:gd name="csY33" fmla="*/ 971138 h 1193967"/>
              <a:gd name="csX34" fmla="*/ 222830 w 1277154"/>
              <a:gd name="csY34" fmla="*/ 1027677 h 1193967"/>
              <a:gd name="csX35" fmla="*/ 222830 w 1277154"/>
              <a:gd name="csY35" fmla="*/ 944532 h 1193967"/>
              <a:gd name="csX36" fmla="*/ 196223 w 1277154"/>
              <a:gd name="csY36" fmla="*/ 971138 h 1193967"/>
              <a:gd name="csX37" fmla="*/ 222830 w 1277154"/>
              <a:gd name="csY37" fmla="*/ 997745 h 1193967"/>
              <a:gd name="csX38" fmla="*/ 249436 w 1277154"/>
              <a:gd name="csY38" fmla="*/ 971138 h 1193967"/>
              <a:gd name="csX39" fmla="*/ 222830 w 1277154"/>
              <a:gd name="csY39" fmla="*/ 944532 h 1193967"/>
              <a:gd name="csX40" fmla="*/ 222830 w 1277154"/>
              <a:gd name="csY40" fmla="*/ 861386 h 1193967"/>
              <a:gd name="csX41" fmla="*/ 166291 w 1277154"/>
              <a:gd name="csY41" fmla="*/ 804847 h 1193967"/>
              <a:gd name="csX42" fmla="*/ 222830 w 1277154"/>
              <a:gd name="csY42" fmla="*/ 748308 h 1193967"/>
              <a:gd name="csX43" fmla="*/ 279368 w 1277154"/>
              <a:gd name="csY43" fmla="*/ 804847 h 1193967"/>
              <a:gd name="csX44" fmla="*/ 222830 w 1277154"/>
              <a:gd name="csY44" fmla="*/ 861386 h 1193967"/>
              <a:gd name="csX45" fmla="*/ 222830 w 1277154"/>
              <a:gd name="csY45" fmla="*/ 778241 h 1193967"/>
              <a:gd name="csX46" fmla="*/ 196223 w 1277154"/>
              <a:gd name="csY46" fmla="*/ 804847 h 1193967"/>
              <a:gd name="csX47" fmla="*/ 222830 w 1277154"/>
              <a:gd name="csY47" fmla="*/ 831454 h 1193967"/>
              <a:gd name="csX48" fmla="*/ 249436 w 1277154"/>
              <a:gd name="csY48" fmla="*/ 804847 h 1193967"/>
              <a:gd name="csX49" fmla="*/ 222830 w 1277154"/>
              <a:gd name="csY49" fmla="*/ 778241 h 1193967"/>
              <a:gd name="csX50" fmla="*/ 222830 w 1277154"/>
              <a:gd name="csY50" fmla="*/ 445659 h 1193967"/>
              <a:gd name="csX51" fmla="*/ 215347 w 1277154"/>
              <a:gd name="csY51" fmla="*/ 443664 h 1193967"/>
              <a:gd name="csX52" fmla="*/ 179345 w 1277154"/>
              <a:gd name="csY52" fmla="*/ 422877 h 1193967"/>
              <a:gd name="csX53" fmla="*/ 171862 w 1277154"/>
              <a:gd name="csY53" fmla="*/ 409907 h 1193967"/>
              <a:gd name="csX54" fmla="*/ 171862 w 1277154"/>
              <a:gd name="csY54" fmla="*/ 368334 h 1193967"/>
              <a:gd name="csX55" fmla="*/ 179345 w 1277154"/>
              <a:gd name="csY55" fmla="*/ 355363 h 1193967"/>
              <a:gd name="csX56" fmla="*/ 215347 w 1277154"/>
              <a:gd name="csY56" fmla="*/ 334577 h 1193967"/>
              <a:gd name="csX57" fmla="*/ 230313 w 1277154"/>
              <a:gd name="csY57" fmla="*/ 334577 h 1193967"/>
              <a:gd name="csX58" fmla="*/ 266315 w 1277154"/>
              <a:gd name="csY58" fmla="*/ 355363 h 1193967"/>
              <a:gd name="csX59" fmla="*/ 273798 w 1277154"/>
              <a:gd name="csY59" fmla="*/ 368334 h 1193967"/>
              <a:gd name="csX60" fmla="*/ 273798 w 1277154"/>
              <a:gd name="csY60" fmla="*/ 409907 h 1193967"/>
              <a:gd name="csX61" fmla="*/ 266315 w 1277154"/>
              <a:gd name="csY61" fmla="*/ 422877 h 1193967"/>
              <a:gd name="csX62" fmla="*/ 230313 w 1277154"/>
              <a:gd name="csY62" fmla="*/ 443664 h 1193967"/>
              <a:gd name="csX63" fmla="*/ 222830 w 1277154"/>
              <a:gd name="csY63" fmla="*/ 445659 h 1193967"/>
              <a:gd name="csX64" fmla="*/ 201794 w 1277154"/>
              <a:gd name="csY64" fmla="*/ 401260 h 1193967"/>
              <a:gd name="csX65" fmla="*/ 222830 w 1277154"/>
              <a:gd name="csY65" fmla="*/ 413399 h 1193967"/>
              <a:gd name="csX66" fmla="*/ 243865 w 1277154"/>
              <a:gd name="csY66" fmla="*/ 401260 h 1193967"/>
              <a:gd name="csX67" fmla="*/ 243865 w 1277154"/>
              <a:gd name="csY67" fmla="*/ 376981 h 1193967"/>
              <a:gd name="csX68" fmla="*/ 222830 w 1277154"/>
              <a:gd name="csY68" fmla="*/ 364842 h 1193967"/>
              <a:gd name="csX69" fmla="*/ 201794 w 1277154"/>
              <a:gd name="csY69" fmla="*/ 376981 h 1193967"/>
              <a:gd name="csX70" fmla="*/ 201794 w 1277154"/>
              <a:gd name="csY70" fmla="*/ 401260 h 1193967"/>
              <a:gd name="csX71" fmla="*/ 1277113 w 1277154"/>
              <a:gd name="csY71" fmla="*/ 389120 h 1193967"/>
              <a:gd name="csX72" fmla="*/ 1247181 w 1277154"/>
              <a:gd name="csY72" fmla="*/ 389120 h 1193967"/>
              <a:gd name="csX73" fmla="*/ 1247181 w 1277154"/>
              <a:gd name="csY73" fmla="*/ 14966 h 1193967"/>
              <a:gd name="csX74" fmla="*/ 1277155 w 1277154"/>
              <a:gd name="csY74" fmla="*/ 14966 h 1193967"/>
              <a:gd name="csX75" fmla="*/ 1277113 w 1277154"/>
              <a:gd name="csY75" fmla="*/ 389120 h 1193967"/>
              <a:gd name="csX76" fmla="*/ 1277113 w 1277154"/>
              <a:gd name="csY76" fmla="*/ 389120 h 1193967"/>
              <a:gd name="csX77" fmla="*/ 861386 w 1277154"/>
              <a:gd name="csY77" fmla="*/ 389120 h 1193967"/>
              <a:gd name="csX78" fmla="*/ 831454 w 1277154"/>
              <a:gd name="csY78" fmla="*/ 389120 h 1193967"/>
              <a:gd name="csX79" fmla="*/ 831454 w 1277154"/>
              <a:gd name="csY79" fmla="*/ 14966 h 1193967"/>
              <a:gd name="csX80" fmla="*/ 861428 w 1277154"/>
              <a:gd name="csY80" fmla="*/ 14966 h 1193967"/>
              <a:gd name="csX81" fmla="*/ 861386 w 1277154"/>
              <a:gd name="csY81" fmla="*/ 389120 h 1193967"/>
              <a:gd name="csX82" fmla="*/ 861386 w 1277154"/>
              <a:gd name="csY82" fmla="*/ 389120 h 1193967"/>
              <a:gd name="csX83" fmla="*/ 1054283 w 1277154"/>
              <a:gd name="csY83" fmla="*/ 279368 h 1193967"/>
              <a:gd name="csX84" fmla="*/ 1046800 w 1277154"/>
              <a:gd name="csY84" fmla="*/ 277373 h 1193967"/>
              <a:gd name="csX85" fmla="*/ 1010798 w 1277154"/>
              <a:gd name="csY85" fmla="*/ 256587 h 1193967"/>
              <a:gd name="csX86" fmla="*/ 1003274 w 1277154"/>
              <a:gd name="csY86" fmla="*/ 243616 h 1193967"/>
              <a:gd name="csX87" fmla="*/ 1003274 w 1277154"/>
              <a:gd name="csY87" fmla="*/ 202043 h 1193967"/>
              <a:gd name="csX88" fmla="*/ 1010798 w 1277154"/>
              <a:gd name="csY88" fmla="*/ 189073 h 1193967"/>
              <a:gd name="csX89" fmla="*/ 1046800 w 1277154"/>
              <a:gd name="csY89" fmla="*/ 168286 h 1193967"/>
              <a:gd name="csX90" fmla="*/ 1061725 w 1277154"/>
              <a:gd name="csY90" fmla="*/ 168286 h 1193967"/>
              <a:gd name="csX91" fmla="*/ 1097727 w 1277154"/>
              <a:gd name="csY91" fmla="*/ 189073 h 1193967"/>
              <a:gd name="csX92" fmla="*/ 1105252 w 1277154"/>
              <a:gd name="csY92" fmla="*/ 202043 h 1193967"/>
              <a:gd name="csX93" fmla="*/ 1105252 w 1277154"/>
              <a:gd name="csY93" fmla="*/ 243616 h 1193967"/>
              <a:gd name="csX94" fmla="*/ 1097727 w 1277154"/>
              <a:gd name="csY94" fmla="*/ 256587 h 1193967"/>
              <a:gd name="csX95" fmla="*/ 1061725 w 1277154"/>
              <a:gd name="csY95" fmla="*/ 277373 h 1193967"/>
              <a:gd name="csX96" fmla="*/ 1054283 w 1277154"/>
              <a:gd name="csY96" fmla="*/ 279368 h 1193967"/>
              <a:gd name="csX97" fmla="*/ 1033248 w 1277154"/>
              <a:gd name="csY97" fmla="*/ 234969 h 1193967"/>
              <a:gd name="csX98" fmla="*/ 1054283 w 1277154"/>
              <a:gd name="csY98" fmla="*/ 247108 h 1193967"/>
              <a:gd name="csX99" fmla="*/ 1075319 w 1277154"/>
              <a:gd name="csY99" fmla="*/ 234969 h 1193967"/>
              <a:gd name="csX100" fmla="*/ 1075319 w 1277154"/>
              <a:gd name="csY100" fmla="*/ 210690 h 1193967"/>
              <a:gd name="csX101" fmla="*/ 1054283 w 1277154"/>
              <a:gd name="csY101" fmla="*/ 198551 h 1193967"/>
              <a:gd name="csX102" fmla="*/ 1033248 w 1277154"/>
              <a:gd name="csY102" fmla="*/ 210690 h 1193967"/>
              <a:gd name="csX103" fmla="*/ 1033248 w 1277154"/>
              <a:gd name="csY103" fmla="*/ 234969 h 1193967"/>
              <a:gd name="csX104" fmla="*/ 638557 w 1277154"/>
              <a:gd name="csY104" fmla="*/ 279368 h 1193967"/>
              <a:gd name="csX105" fmla="*/ 582018 w 1277154"/>
              <a:gd name="csY105" fmla="*/ 222830 h 1193967"/>
              <a:gd name="csX106" fmla="*/ 638557 w 1277154"/>
              <a:gd name="csY106" fmla="*/ 166291 h 1193967"/>
              <a:gd name="csX107" fmla="*/ 695095 w 1277154"/>
              <a:gd name="csY107" fmla="*/ 222830 h 1193967"/>
              <a:gd name="csX108" fmla="*/ 638557 w 1277154"/>
              <a:gd name="csY108" fmla="*/ 279368 h 1193967"/>
              <a:gd name="csX109" fmla="*/ 638557 w 1277154"/>
              <a:gd name="csY109" fmla="*/ 196223 h 1193967"/>
              <a:gd name="csX110" fmla="*/ 611950 w 1277154"/>
              <a:gd name="csY110" fmla="*/ 222830 h 1193967"/>
              <a:gd name="csX111" fmla="*/ 638557 w 1277154"/>
              <a:gd name="csY111" fmla="*/ 249436 h 1193967"/>
              <a:gd name="csX112" fmla="*/ 665163 w 1277154"/>
              <a:gd name="csY112" fmla="*/ 222830 h 1193967"/>
              <a:gd name="csX113" fmla="*/ 638557 w 1277154"/>
              <a:gd name="csY113" fmla="*/ 196223 h 1193967"/>
              <a:gd name="csX114" fmla="*/ 1054283 w 1277154"/>
              <a:gd name="csY114" fmla="*/ 113078 h 1193967"/>
              <a:gd name="csX115" fmla="*/ 997745 w 1277154"/>
              <a:gd name="csY115" fmla="*/ 56539 h 1193967"/>
              <a:gd name="csX116" fmla="*/ 1054283 w 1277154"/>
              <a:gd name="csY116" fmla="*/ 0 h 1193967"/>
              <a:gd name="csX117" fmla="*/ 1110822 w 1277154"/>
              <a:gd name="csY117" fmla="*/ 56539 h 1193967"/>
              <a:gd name="csX118" fmla="*/ 1054283 w 1277154"/>
              <a:gd name="csY118" fmla="*/ 113078 h 1193967"/>
              <a:gd name="csX119" fmla="*/ 1054283 w 1277154"/>
              <a:gd name="csY119" fmla="*/ 29932 h 1193967"/>
              <a:gd name="csX120" fmla="*/ 1027677 w 1277154"/>
              <a:gd name="csY120" fmla="*/ 56539 h 1193967"/>
              <a:gd name="csX121" fmla="*/ 1054283 w 1277154"/>
              <a:gd name="csY121" fmla="*/ 83145 h 1193967"/>
              <a:gd name="csX122" fmla="*/ 1080890 w 1277154"/>
              <a:gd name="csY122" fmla="*/ 56539 h 1193967"/>
              <a:gd name="csX123" fmla="*/ 1054283 w 1277154"/>
              <a:gd name="csY123" fmla="*/ 29932 h 1193967"/>
              <a:gd name="csX124" fmla="*/ 680129 w 1277154"/>
              <a:gd name="csY124" fmla="*/ 113078 h 1193967"/>
              <a:gd name="csX125" fmla="*/ 596984 w 1277154"/>
              <a:gd name="csY125" fmla="*/ 113078 h 1193967"/>
              <a:gd name="csX126" fmla="*/ 582018 w 1277154"/>
              <a:gd name="csY126" fmla="*/ 98112 h 1193967"/>
              <a:gd name="csX127" fmla="*/ 582018 w 1277154"/>
              <a:gd name="csY127" fmla="*/ 14966 h 1193967"/>
              <a:gd name="csX128" fmla="*/ 596984 w 1277154"/>
              <a:gd name="csY128" fmla="*/ 0 h 1193967"/>
              <a:gd name="csX129" fmla="*/ 680129 w 1277154"/>
              <a:gd name="csY129" fmla="*/ 0 h 1193967"/>
              <a:gd name="csX130" fmla="*/ 695095 w 1277154"/>
              <a:gd name="csY130" fmla="*/ 14966 h 1193967"/>
              <a:gd name="csX131" fmla="*/ 695095 w 1277154"/>
              <a:gd name="csY131" fmla="*/ 98112 h 1193967"/>
              <a:gd name="csX132" fmla="*/ 680129 w 1277154"/>
              <a:gd name="csY132" fmla="*/ 113078 h 1193967"/>
              <a:gd name="csX133" fmla="*/ 611950 w 1277154"/>
              <a:gd name="csY133" fmla="*/ 83145 h 1193967"/>
              <a:gd name="csX134" fmla="*/ 665163 w 1277154"/>
              <a:gd name="csY134" fmla="*/ 83145 h 1193967"/>
              <a:gd name="csX135" fmla="*/ 665163 w 1277154"/>
              <a:gd name="csY135" fmla="*/ 29932 h 1193967"/>
              <a:gd name="csX136" fmla="*/ 611950 w 1277154"/>
              <a:gd name="csY136" fmla="*/ 29932 h 1193967"/>
              <a:gd name="csX137" fmla="*/ 611950 w 1277154"/>
              <a:gd name="csY137" fmla="*/ 83145 h 1193967"/>
              <a:gd name="csX138" fmla="*/ 222830 w 1277154"/>
              <a:gd name="csY138" fmla="*/ 113078 h 1193967"/>
              <a:gd name="csX139" fmla="*/ 166291 w 1277154"/>
              <a:gd name="csY139" fmla="*/ 56539 h 1193967"/>
              <a:gd name="csX140" fmla="*/ 222830 w 1277154"/>
              <a:gd name="csY140" fmla="*/ 0 h 1193967"/>
              <a:gd name="csX141" fmla="*/ 279368 w 1277154"/>
              <a:gd name="csY141" fmla="*/ 56539 h 1193967"/>
              <a:gd name="csX142" fmla="*/ 222830 w 1277154"/>
              <a:gd name="csY142" fmla="*/ 113078 h 1193967"/>
              <a:gd name="csX143" fmla="*/ 222830 w 1277154"/>
              <a:gd name="csY143" fmla="*/ 29932 h 1193967"/>
              <a:gd name="csX144" fmla="*/ 196223 w 1277154"/>
              <a:gd name="csY144" fmla="*/ 56539 h 1193967"/>
              <a:gd name="csX145" fmla="*/ 222830 w 1277154"/>
              <a:gd name="csY145" fmla="*/ 83145 h 1193967"/>
              <a:gd name="csX146" fmla="*/ 249436 w 1277154"/>
              <a:gd name="csY146" fmla="*/ 56539 h 1193967"/>
              <a:gd name="csX147" fmla="*/ 222830 w 1277154"/>
              <a:gd name="csY147" fmla="*/ 29932 h 1193967"/>
              <a:gd name="csX148" fmla="*/ 1106457 w 1277154"/>
              <a:gd name="csY148" fmla="*/ 732303 h 1193967"/>
              <a:gd name="csX149" fmla="*/ 1085255 w 1277154"/>
              <a:gd name="csY149" fmla="*/ 711101 h 1193967"/>
              <a:gd name="csX150" fmla="*/ 887993 w 1277154"/>
              <a:gd name="csY150" fmla="*/ 908405 h 1193967"/>
              <a:gd name="csX151" fmla="*/ 815448 w 1277154"/>
              <a:gd name="csY151" fmla="*/ 835819 h 1193967"/>
              <a:gd name="csX152" fmla="*/ 794246 w 1277154"/>
              <a:gd name="csY152" fmla="*/ 857021 h 1193967"/>
              <a:gd name="csX153" fmla="*/ 887993 w 1277154"/>
              <a:gd name="csY153" fmla="*/ 950726 h 1193967"/>
              <a:gd name="csX154" fmla="*/ 1106457 w 1277154"/>
              <a:gd name="csY154" fmla="*/ 732303 h 11939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Lst>
            <a:rect l="l" t="t" r="r" b="b"/>
            <a:pathLst>
              <a:path w="1277154" h="1193967">
                <a:moveTo>
                  <a:pt x="929565" y="1193968"/>
                </a:moveTo>
                <a:cubicBezTo>
                  <a:pt x="737957" y="1193968"/>
                  <a:pt x="582018" y="1038028"/>
                  <a:pt x="582018" y="846420"/>
                </a:cubicBezTo>
                <a:cubicBezTo>
                  <a:pt x="582018" y="654811"/>
                  <a:pt x="737915" y="498872"/>
                  <a:pt x="929565" y="498872"/>
                </a:cubicBezTo>
                <a:cubicBezTo>
                  <a:pt x="1121215" y="498872"/>
                  <a:pt x="1277113" y="654770"/>
                  <a:pt x="1277113" y="846420"/>
                </a:cubicBezTo>
                <a:cubicBezTo>
                  <a:pt x="1277113" y="1038070"/>
                  <a:pt x="1121174" y="1193968"/>
                  <a:pt x="929565" y="1193968"/>
                </a:cubicBezTo>
                <a:close/>
                <a:moveTo>
                  <a:pt x="929565" y="528805"/>
                </a:moveTo>
                <a:cubicBezTo>
                  <a:pt x="754420" y="528805"/>
                  <a:pt x="611950" y="671274"/>
                  <a:pt x="611950" y="846420"/>
                </a:cubicBezTo>
                <a:cubicBezTo>
                  <a:pt x="611950" y="1021566"/>
                  <a:pt x="754420" y="1164035"/>
                  <a:pt x="929565" y="1164035"/>
                </a:cubicBezTo>
                <a:cubicBezTo>
                  <a:pt x="1104711" y="1164035"/>
                  <a:pt x="1247181" y="1021566"/>
                  <a:pt x="1247181" y="846420"/>
                </a:cubicBezTo>
                <a:cubicBezTo>
                  <a:pt x="1247181" y="671274"/>
                  <a:pt x="1104711" y="528805"/>
                  <a:pt x="929565" y="528805"/>
                </a:cubicBezTo>
                <a:close/>
                <a:moveTo>
                  <a:pt x="222830" y="1193968"/>
                </a:moveTo>
                <a:cubicBezTo>
                  <a:pt x="191650" y="1193968"/>
                  <a:pt x="166291" y="1168608"/>
                  <a:pt x="166291" y="1137429"/>
                </a:cubicBezTo>
                <a:cubicBezTo>
                  <a:pt x="166291" y="1106249"/>
                  <a:pt x="191650" y="1080890"/>
                  <a:pt x="222830" y="1080890"/>
                </a:cubicBezTo>
                <a:cubicBezTo>
                  <a:pt x="254009" y="1080890"/>
                  <a:pt x="279368" y="1106249"/>
                  <a:pt x="279368" y="1137429"/>
                </a:cubicBezTo>
                <a:cubicBezTo>
                  <a:pt x="279368" y="1168608"/>
                  <a:pt x="254009" y="1193968"/>
                  <a:pt x="222830" y="1193968"/>
                </a:cubicBezTo>
                <a:close/>
                <a:moveTo>
                  <a:pt x="222830" y="1110822"/>
                </a:moveTo>
                <a:cubicBezTo>
                  <a:pt x="208154" y="1110822"/>
                  <a:pt x="196223" y="1122754"/>
                  <a:pt x="196223" y="1137429"/>
                </a:cubicBezTo>
                <a:cubicBezTo>
                  <a:pt x="196223" y="1152104"/>
                  <a:pt x="208154" y="1164035"/>
                  <a:pt x="222830" y="1164035"/>
                </a:cubicBezTo>
                <a:cubicBezTo>
                  <a:pt x="237505" y="1164035"/>
                  <a:pt x="249436" y="1152104"/>
                  <a:pt x="249436" y="1137429"/>
                </a:cubicBezTo>
                <a:cubicBezTo>
                  <a:pt x="249436" y="1122754"/>
                  <a:pt x="237505" y="1110822"/>
                  <a:pt x="222830" y="1110822"/>
                </a:cubicBezTo>
                <a:close/>
                <a:moveTo>
                  <a:pt x="445659" y="1179001"/>
                </a:moveTo>
                <a:lnTo>
                  <a:pt x="415727" y="1179001"/>
                </a:lnTo>
                <a:lnTo>
                  <a:pt x="415727" y="14966"/>
                </a:lnTo>
                <a:lnTo>
                  <a:pt x="445659" y="14966"/>
                </a:lnTo>
                <a:lnTo>
                  <a:pt x="445659" y="1179001"/>
                </a:lnTo>
                <a:close/>
                <a:moveTo>
                  <a:pt x="29932" y="1179001"/>
                </a:moveTo>
                <a:lnTo>
                  <a:pt x="0" y="1179001"/>
                </a:lnTo>
                <a:lnTo>
                  <a:pt x="0" y="14966"/>
                </a:lnTo>
                <a:lnTo>
                  <a:pt x="29932" y="14966"/>
                </a:lnTo>
                <a:lnTo>
                  <a:pt x="29932" y="1179001"/>
                </a:lnTo>
                <a:close/>
                <a:moveTo>
                  <a:pt x="222830" y="1027677"/>
                </a:moveTo>
                <a:cubicBezTo>
                  <a:pt x="191650" y="1027677"/>
                  <a:pt x="166291" y="1002318"/>
                  <a:pt x="166291" y="971138"/>
                </a:cubicBezTo>
                <a:cubicBezTo>
                  <a:pt x="166291" y="939958"/>
                  <a:pt x="191650" y="914599"/>
                  <a:pt x="222830" y="914599"/>
                </a:cubicBezTo>
                <a:cubicBezTo>
                  <a:pt x="254009" y="914599"/>
                  <a:pt x="279368" y="939958"/>
                  <a:pt x="279368" y="971138"/>
                </a:cubicBezTo>
                <a:cubicBezTo>
                  <a:pt x="279368" y="1002318"/>
                  <a:pt x="254009" y="1027677"/>
                  <a:pt x="222830" y="1027677"/>
                </a:cubicBezTo>
                <a:close/>
                <a:moveTo>
                  <a:pt x="222830" y="944532"/>
                </a:moveTo>
                <a:cubicBezTo>
                  <a:pt x="208154" y="944532"/>
                  <a:pt x="196223" y="956463"/>
                  <a:pt x="196223" y="971138"/>
                </a:cubicBezTo>
                <a:cubicBezTo>
                  <a:pt x="196223" y="985813"/>
                  <a:pt x="208154" y="997745"/>
                  <a:pt x="222830" y="997745"/>
                </a:cubicBezTo>
                <a:cubicBezTo>
                  <a:pt x="237505" y="997745"/>
                  <a:pt x="249436" y="985813"/>
                  <a:pt x="249436" y="971138"/>
                </a:cubicBezTo>
                <a:cubicBezTo>
                  <a:pt x="249436" y="956463"/>
                  <a:pt x="237505" y="944532"/>
                  <a:pt x="222830" y="944532"/>
                </a:cubicBezTo>
                <a:close/>
                <a:moveTo>
                  <a:pt x="222830" y="861386"/>
                </a:moveTo>
                <a:cubicBezTo>
                  <a:pt x="191650" y="861386"/>
                  <a:pt x="166291" y="836027"/>
                  <a:pt x="166291" y="804847"/>
                </a:cubicBezTo>
                <a:cubicBezTo>
                  <a:pt x="166291" y="773668"/>
                  <a:pt x="191650" y="748308"/>
                  <a:pt x="222830" y="748308"/>
                </a:cubicBezTo>
                <a:cubicBezTo>
                  <a:pt x="254009" y="748308"/>
                  <a:pt x="279368" y="773668"/>
                  <a:pt x="279368" y="804847"/>
                </a:cubicBezTo>
                <a:cubicBezTo>
                  <a:pt x="279368" y="836027"/>
                  <a:pt x="254009" y="861386"/>
                  <a:pt x="222830" y="861386"/>
                </a:cubicBezTo>
                <a:close/>
                <a:moveTo>
                  <a:pt x="222830" y="778241"/>
                </a:moveTo>
                <a:cubicBezTo>
                  <a:pt x="208154" y="778241"/>
                  <a:pt x="196223" y="790172"/>
                  <a:pt x="196223" y="804847"/>
                </a:cubicBezTo>
                <a:cubicBezTo>
                  <a:pt x="196223" y="819522"/>
                  <a:pt x="208154" y="831454"/>
                  <a:pt x="222830" y="831454"/>
                </a:cubicBezTo>
                <a:cubicBezTo>
                  <a:pt x="237505" y="831454"/>
                  <a:pt x="249436" y="819522"/>
                  <a:pt x="249436" y="804847"/>
                </a:cubicBezTo>
                <a:cubicBezTo>
                  <a:pt x="249436" y="790172"/>
                  <a:pt x="237505" y="778241"/>
                  <a:pt x="222830" y="778241"/>
                </a:cubicBezTo>
                <a:close/>
                <a:moveTo>
                  <a:pt x="222830" y="445659"/>
                </a:moveTo>
                <a:cubicBezTo>
                  <a:pt x="220252" y="445659"/>
                  <a:pt x="217633" y="444994"/>
                  <a:pt x="215347" y="443664"/>
                </a:cubicBezTo>
                <a:lnTo>
                  <a:pt x="179345" y="422877"/>
                </a:lnTo>
                <a:cubicBezTo>
                  <a:pt x="174730" y="420217"/>
                  <a:pt x="171862" y="415228"/>
                  <a:pt x="171862" y="409907"/>
                </a:cubicBezTo>
                <a:lnTo>
                  <a:pt x="171862" y="368334"/>
                </a:lnTo>
                <a:cubicBezTo>
                  <a:pt x="171862" y="363013"/>
                  <a:pt x="174688" y="358024"/>
                  <a:pt x="179345" y="355363"/>
                </a:cubicBezTo>
                <a:lnTo>
                  <a:pt x="215347" y="334577"/>
                </a:lnTo>
                <a:cubicBezTo>
                  <a:pt x="219961" y="331958"/>
                  <a:pt x="225698" y="331958"/>
                  <a:pt x="230313" y="334577"/>
                </a:cubicBezTo>
                <a:lnTo>
                  <a:pt x="266315" y="355363"/>
                </a:lnTo>
                <a:cubicBezTo>
                  <a:pt x="270929" y="358024"/>
                  <a:pt x="273798" y="363013"/>
                  <a:pt x="273798" y="368334"/>
                </a:cubicBezTo>
                <a:lnTo>
                  <a:pt x="273798" y="409907"/>
                </a:lnTo>
                <a:cubicBezTo>
                  <a:pt x="273798" y="415228"/>
                  <a:pt x="270971" y="420217"/>
                  <a:pt x="266315" y="422877"/>
                </a:cubicBezTo>
                <a:lnTo>
                  <a:pt x="230313" y="443664"/>
                </a:lnTo>
                <a:cubicBezTo>
                  <a:pt x="228026" y="444994"/>
                  <a:pt x="225407" y="445659"/>
                  <a:pt x="222830" y="445659"/>
                </a:cubicBezTo>
                <a:close/>
                <a:moveTo>
                  <a:pt x="201794" y="401260"/>
                </a:moveTo>
                <a:lnTo>
                  <a:pt x="222830" y="413399"/>
                </a:lnTo>
                <a:lnTo>
                  <a:pt x="243865" y="401260"/>
                </a:lnTo>
                <a:lnTo>
                  <a:pt x="243865" y="376981"/>
                </a:lnTo>
                <a:lnTo>
                  <a:pt x="222830" y="364842"/>
                </a:lnTo>
                <a:lnTo>
                  <a:pt x="201794" y="376981"/>
                </a:lnTo>
                <a:lnTo>
                  <a:pt x="201794" y="401260"/>
                </a:lnTo>
                <a:close/>
                <a:moveTo>
                  <a:pt x="1277113" y="389120"/>
                </a:moveTo>
                <a:lnTo>
                  <a:pt x="1247181" y="389120"/>
                </a:lnTo>
                <a:lnTo>
                  <a:pt x="1247181" y="14966"/>
                </a:lnTo>
                <a:lnTo>
                  <a:pt x="1277155" y="14966"/>
                </a:lnTo>
                <a:lnTo>
                  <a:pt x="1277113" y="389120"/>
                </a:lnTo>
                <a:lnTo>
                  <a:pt x="1277113" y="389120"/>
                </a:lnTo>
                <a:close/>
                <a:moveTo>
                  <a:pt x="861386" y="389120"/>
                </a:moveTo>
                <a:lnTo>
                  <a:pt x="831454" y="389120"/>
                </a:lnTo>
                <a:lnTo>
                  <a:pt x="831454" y="14966"/>
                </a:lnTo>
                <a:lnTo>
                  <a:pt x="861428" y="14966"/>
                </a:lnTo>
                <a:lnTo>
                  <a:pt x="861386" y="389120"/>
                </a:lnTo>
                <a:lnTo>
                  <a:pt x="861386" y="389120"/>
                </a:lnTo>
                <a:close/>
                <a:moveTo>
                  <a:pt x="1054283" y="279368"/>
                </a:moveTo>
                <a:cubicBezTo>
                  <a:pt x="1051706" y="279368"/>
                  <a:pt x="1049128" y="278703"/>
                  <a:pt x="1046800" y="277373"/>
                </a:cubicBezTo>
                <a:lnTo>
                  <a:pt x="1010798" y="256587"/>
                </a:lnTo>
                <a:cubicBezTo>
                  <a:pt x="1006184" y="253926"/>
                  <a:pt x="1003274" y="248937"/>
                  <a:pt x="1003274" y="243616"/>
                </a:cubicBezTo>
                <a:lnTo>
                  <a:pt x="1003274" y="202043"/>
                </a:lnTo>
                <a:cubicBezTo>
                  <a:pt x="1003274" y="196722"/>
                  <a:pt x="1006142" y="191733"/>
                  <a:pt x="1010798" y="189073"/>
                </a:cubicBezTo>
                <a:lnTo>
                  <a:pt x="1046800" y="168286"/>
                </a:lnTo>
                <a:cubicBezTo>
                  <a:pt x="1051415" y="165667"/>
                  <a:pt x="1057110" y="165667"/>
                  <a:pt x="1061725" y="168286"/>
                </a:cubicBezTo>
                <a:lnTo>
                  <a:pt x="1097727" y="189073"/>
                </a:lnTo>
                <a:cubicBezTo>
                  <a:pt x="1102341" y="191733"/>
                  <a:pt x="1105252" y="196722"/>
                  <a:pt x="1105252" y="202043"/>
                </a:cubicBezTo>
                <a:lnTo>
                  <a:pt x="1105252" y="243616"/>
                </a:lnTo>
                <a:cubicBezTo>
                  <a:pt x="1105252" y="248937"/>
                  <a:pt x="1102383" y="253926"/>
                  <a:pt x="1097727" y="256587"/>
                </a:cubicBezTo>
                <a:lnTo>
                  <a:pt x="1061725" y="277373"/>
                </a:lnTo>
                <a:cubicBezTo>
                  <a:pt x="1059438" y="278703"/>
                  <a:pt x="1056861" y="279368"/>
                  <a:pt x="1054283" y="279368"/>
                </a:cubicBezTo>
                <a:close/>
                <a:moveTo>
                  <a:pt x="1033248" y="234969"/>
                </a:moveTo>
                <a:lnTo>
                  <a:pt x="1054283" y="247108"/>
                </a:lnTo>
                <a:lnTo>
                  <a:pt x="1075319" y="234969"/>
                </a:lnTo>
                <a:lnTo>
                  <a:pt x="1075319" y="210690"/>
                </a:lnTo>
                <a:lnTo>
                  <a:pt x="1054283" y="198551"/>
                </a:lnTo>
                <a:lnTo>
                  <a:pt x="1033248" y="210690"/>
                </a:lnTo>
                <a:lnTo>
                  <a:pt x="1033248" y="234969"/>
                </a:lnTo>
                <a:close/>
                <a:moveTo>
                  <a:pt x="638557" y="279368"/>
                </a:moveTo>
                <a:cubicBezTo>
                  <a:pt x="607377" y="279368"/>
                  <a:pt x="582018" y="254009"/>
                  <a:pt x="582018" y="222830"/>
                </a:cubicBezTo>
                <a:cubicBezTo>
                  <a:pt x="582018" y="191650"/>
                  <a:pt x="607377" y="166291"/>
                  <a:pt x="638557" y="166291"/>
                </a:cubicBezTo>
                <a:cubicBezTo>
                  <a:pt x="669736" y="166291"/>
                  <a:pt x="695095" y="191650"/>
                  <a:pt x="695095" y="222830"/>
                </a:cubicBezTo>
                <a:cubicBezTo>
                  <a:pt x="695095" y="254009"/>
                  <a:pt x="669736" y="279368"/>
                  <a:pt x="638557" y="279368"/>
                </a:cubicBezTo>
                <a:close/>
                <a:moveTo>
                  <a:pt x="638557" y="196223"/>
                </a:moveTo>
                <a:cubicBezTo>
                  <a:pt x="623881" y="196223"/>
                  <a:pt x="611950" y="208154"/>
                  <a:pt x="611950" y="222830"/>
                </a:cubicBezTo>
                <a:cubicBezTo>
                  <a:pt x="611950" y="237505"/>
                  <a:pt x="623881" y="249436"/>
                  <a:pt x="638557" y="249436"/>
                </a:cubicBezTo>
                <a:cubicBezTo>
                  <a:pt x="653232" y="249436"/>
                  <a:pt x="665163" y="237505"/>
                  <a:pt x="665163" y="222830"/>
                </a:cubicBezTo>
                <a:cubicBezTo>
                  <a:pt x="665163" y="208154"/>
                  <a:pt x="653232" y="196223"/>
                  <a:pt x="638557" y="196223"/>
                </a:cubicBezTo>
                <a:close/>
                <a:moveTo>
                  <a:pt x="1054283" y="113078"/>
                </a:moveTo>
                <a:cubicBezTo>
                  <a:pt x="1023104" y="113078"/>
                  <a:pt x="997745" y="87718"/>
                  <a:pt x="997745" y="56539"/>
                </a:cubicBezTo>
                <a:cubicBezTo>
                  <a:pt x="997745" y="25359"/>
                  <a:pt x="1023104" y="0"/>
                  <a:pt x="1054283" y="0"/>
                </a:cubicBezTo>
                <a:cubicBezTo>
                  <a:pt x="1085463" y="0"/>
                  <a:pt x="1110822" y="25359"/>
                  <a:pt x="1110822" y="56539"/>
                </a:cubicBezTo>
                <a:cubicBezTo>
                  <a:pt x="1110822" y="87718"/>
                  <a:pt x="1085463" y="113078"/>
                  <a:pt x="1054283" y="113078"/>
                </a:cubicBezTo>
                <a:close/>
                <a:moveTo>
                  <a:pt x="1054283" y="29932"/>
                </a:moveTo>
                <a:cubicBezTo>
                  <a:pt x="1039608" y="29932"/>
                  <a:pt x="1027677" y="41864"/>
                  <a:pt x="1027677" y="56539"/>
                </a:cubicBezTo>
                <a:cubicBezTo>
                  <a:pt x="1027677" y="71214"/>
                  <a:pt x="1039608" y="83145"/>
                  <a:pt x="1054283" y="83145"/>
                </a:cubicBezTo>
                <a:cubicBezTo>
                  <a:pt x="1068959" y="83145"/>
                  <a:pt x="1080890" y="71214"/>
                  <a:pt x="1080890" y="56539"/>
                </a:cubicBezTo>
                <a:cubicBezTo>
                  <a:pt x="1080890" y="41864"/>
                  <a:pt x="1068959" y="29932"/>
                  <a:pt x="1054283" y="29932"/>
                </a:cubicBezTo>
                <a:close/>
                <a:moveTo>
                  <a:pt x="680129" y="113078"/>
                </a:moveTo>
                <a:lnTo>
                  <a:pt x="596984" y="113078"/>
                </a:lnTo>
                <a:cubicBezTo>
                  <a:pt x="588711" y="113078"/>
                  <a:pt x="582018" y="106385"/>
                  <a:pt x="582018" y="98112"/>
                </a:cubicBezTo>
                <a:lnTo>
                  <a:pt x="582018" y="14966"/>
                </a:lnTo>
                <a:cubicBezTo>
                  <a:pt x="582018" y="6693"/>
                  <a:pt x="588711" y="0"/>
                  <a:pt x="596984" y="0"/>
                </a:cubicBezTo>
                <a:lnTo>
                  <a:pt x="680129" y="0"/>
                </a:lnTo>
                <a:cubicBezTo>
                  <a:pt x="688402" y="0"/>
                  <a:pt x="695095" y="6693"/>
                  <a:pt x="695095" y="14966"/>
                </a:cubicBezTo>
                <a:lnTo>
                  <a:pt x="695095" y="98112"/>
                </a:lnTo>
                <a:cubicBezTo>
                  <a:pt x="695095" y="106385"/>
                  <a:pt x="688402" y="113078"/>
                  <a:pt x="680129" y="113078"/>
                </a:cubicBezTo>
                <a:close/>
                <a:moveTo>
                  <a:pt x="611950" y="83145"/>
                </a:moveTo>
                <a:lnTo>
                  <a:pt x="665163" y="83145"/>
                </a:lnTo>
                <a:lnTo>
                  <a:pt x="665163" y="29932"/>
                </a:lnTo>
                <a:lnTo>
                  <a:pt x="611950" y="29932"/>
                </a:lnTo>
                <a:lnTo>
                  <a:pt x="611950" y="83145"/>
                </a:lnTo>
                <a:close/>
                <a:moveTo>
                  <a:pt x="222830" y="113078"/>
                </a:moveTo>
                <a:cubicBezTo>
                  <a:pt x="191650" y="113078"/>
                  <a:pt x="166291" y="87718"/>
                  <a:pt x="166291" y="56539"/>
                </a:cubicBezTo>
                <a:cubicBezTo>
                  <a:pt x="166291" y="25359"/>
                  <a:pt x="191650" y="0"/>
                  <a:pt x="222830" y="0"/>
                </a:cubicBezTo>
                <a:cubicBezTo>
                  <a:pt x="254009" y="0"/>
                  <a:pt x="279368" y="25359"/>
                  <a:pt x="279368" y="56539"/>
                </a:cubicBezTo>
                <a:cubicBezTo>
                  <a:pt x="279368" y="87718"/>
                  <a:pt x="254009" y="113078"/>
                  <a:pt x="222830" y="113078"/>
                </a:cubicBezTo>
                <a:close/>
                <a:moveTo>
                  <a:pt x="222830" y="29932"/>
                </a:moveTo>
                <a:cubicBezTo>
                  <a:pt x="208154" y="29932"/>
                  <a:pt x="196223" y="41864"/>
                  <a:pt x="196223" y="56539"/>
                </a:cubicBezTo>
                <a:cubicBezTo>
                  <a:pt x="196223" y="71214"/>
                  <a:pt x="208154" y="83145"/>
                  <a:pt x="222830" y="83145"/>
                </a:cubicBezTo>
                <a:cubicBezTo>
                  <a:pt x="237505" y="83145"/>
                  <a:pt x="249436" y="71214"/>
                  <a:pt x="249436" y="56539"/>
                </a:cubicBezTo>
                <a:cubicBezTo>
                  <a:pt x="249436" y="41864"/>
                  <a:pt x="237505" y="29932"/>
                  <a:pt x="222830" y="29932"/>
                </a:cubicBezTo>
                <a:close/>
                <a:moveTo>
                  <a:pt x="1106457" y="732303"/>
                </a:moveTo>
                <a:lnTo>
                  <a:pt x="1085255" y="711101"/>
                </a:lnTo>
                <a:lnTo>
                  <a:pt x="887993" y="908405"/>
                </a:lnTo>
                <a:lnTo>
                  <a:pt x="815448" y="835819"/>
                </a:lnTo>
                <a:lnTo>
                  <a:pt x="794246" y="857021"/>
                </a:lnTo>
                <a:lnTo>
                  <a:pt x="887993" y="950726"/>
                </a:lnTo>
                <a:lnTo>
                  <a:pt x="1106457" y="732303"/>
                </a:lnTo>
                <a:close/>
              </a:path>
            </a:pathLst>
          </a:custGeom>
          <a:solidFill>
            <a:schemeClr val="tx1"/>
          </a:solidFill>
          <a:ln w="41374" cap="flat">
            <a:noFill/>
            <a:prstDash val="solid"/>
            <a:miter/>
          </a:ln>
        </p:spPr>
        <p:txBody>
          <a:bodyPr/>
          <a:lstStyle/>
          <a:p>
            <a:endParaRPr lang="en-US"/>
          </a:p>
        </p:txBody>
      </p:sp>
      <p:sp>
        <p:nvSpPr>
          <p:cNvPr id="60" name="Freeform 59">
            <a:extLst>
              <a:ext uri="{FF2B5EF4-FFF2-40B4-BE49-F238E27FC236}">
                <a16:creationId xmlns:a16="http://schemas.microsoft.com/office/drawing/2014/main" id="{A01123F1-3905-E022-B629-021AC6E229ED}"/>
              </a:ext>
            </a:extLst>
          </p:cNvPr>
          <p:cNvSpPr/>
          <p:nvPr/>
        </p:nvSpPr>
        <p:spPr>
          <a:xfrm>
            <a:off x="21234921" y="5571439"/>
            <a:ext cx="1193925" cy="1235540"/>
          </a:xfrm>
          <a:custGeom>
            <a:avLst/>
            <a:gdLst>
              <a:gd name="csX0" fmla="*/ 596984 w 1193925"/>
              <a:gd name="csY0" fmla="*/ 1235540 h 1235540"/>
              <a:gd name="csX1" fmla="*/ 540445 w 1193925"/>
              <a:gd name="csY1" fmla="*/ 1179001 h 1235540"/>
              <a:gd name="csX2" fmla="*/ 582018 w 1193925"/>
              <a:gd name="csY2" fmla="*/ 1124458 h 1235540"/>
              <a:gd name="csX3" fmla="*/ 582018 w 1193925"/>
              <a:gd name="csY3" fmla="*/ 433894 h 1235540"/>
              <a:gd name="csX4" fmla="*/ 366048 w 1193925"/>
              <a:gd name="csY4" fmla="*/ 1055198 h 1235540"/>
              <a:gd name="csX5" fmla="*/ 383300 w 1193925"/>
              <a:gd name="csY5" fmla="*/ 1095856 h 1235540"/>
              <a:gd name="csX6" fmla="*/ 326761 w 1193925"/>
              <a:gd name="csY6" fmla="*/ 1152395 h 1235540"/>
              <a:gd name="csX7" fmla="*/ 270222 w 1193925"/>
              <a:gd name="csY7" fmla="*/ 1095856 h 1235540"/>
              <a:gd name="csX8" fmla="*/ 326761 w 1193925"/>
              <a:gd name="csY8" fmla="*/ 1039317 h 1235540"/>
              <a:gd name="csX9" fmla="*/ 339774 w 1193925"/>
              <a:gd name="csY9" fmla="*/ 1040855 h 1235540"/>
              <a:gd name="csX10" fmla="*/ 552376 w 1193925"/>
              <a:gd name="csY10" fmla="*/ 429612 h 1235540"/>
              <a:gd name="csX11" fmla="*/ 193313 w 1193925"/>
              <a:gd name="csY11" fmla="*/ 870158 h 1235540"/>
              <a:gd name="csX12" fmla="*/ 196223 w 1193925"/>
              <a:gd name="csY12" fmla="*/ 887993 h 1235540"/>
              <a:gd name="csX13" fmla="*/ 139684 w 1193925"/>
              <a:gd name="csY13" fmla="*/ 944532 h 1235540"/>
              <a:gd name="csX14" fmla="*/ 83145 w 1193925"/>
              <a:gd name="csY14" fmla="*/ 887993 h 1235540"/>
              <a:gd name="csX15" fmla="*/ 139684 w 1193925"/>
              <a:gd name="csY15" fmla="*/ 831454 h 1235540"/>
              <a:gd name="csX16" fmla="*/ 176684 w 1193925"/>
              <a:gd name="csY16" fmla="*/ 845297 h 1235540"/>
              <a:gd name="csX17" fmla="*/ 543022 w 1193925"/>
              <a:gd name="csY17" fmla="*/ 364759 h 1235540"/>
              <a:gd name="csX18" fmla="*/ 111872 w 1193925"/>
              <a:gd name="csY18" fmla="*/ 650280 h 1235540"/>
              <a:gd name="csX19" fmla="*/ 56539 w 1193925"/>
              <a:gd name="csY19" fmla="*/ 695095 h 1235540"/>
              <a:gd name="csX20" fmla="*/ 0 w 1193925"/>
              <a:gd name="csY20" fmla="*/ 638557 h 1235540"/>
              <a:gd name="csX21" fmla="*/ 56539 w 1193925"/>
              <a:gd name="csY21" fmla="*/ 582018 h 1235540"/>
              <a:gd name="csX22" fmla="*/ 110084 w 1193925"/>
              <a:gd name="csY22" fmla="*/ 620348 h 1235540"/>
              <a:gd name="csX23" fmla="*/ 581893 w 1193925"/>
              <a:gd name="csY23" fmla="*/ 110999 h 1235540"/>
              <a:gd name="csX24" fmla="*/ 540445 w 1193925"/>
              <a:gd name="csY24" fmla="*/ 56539 h 1235540"/>
              <a:gd name="csX25" fmla="*/ 596984 w 1193925"/>
              <a:gd name="csY25" fmla="*/ 0 h 1235540"/>
              <a:gd name="csX26" fmla="*/ 653523 w 1193925"/>
              <a:gd name="csY26" fmla="*/ 56539 h 1235540"/>
              <a:gd name="csX27" fmla="*/ 612075 w 1193925"/>
              <a:gd name="csY27" fmla="*/ 111041 h 1235540"/>
              <a:gd name="csX28" fmla="*/ 1083883 w 1193925"/>
              <a:gd name="csY28" fmla="*/ 620306 h 1235540"/>
              <a:gd name="csX29" fmla="*/ 1137387 w 1193925"/>
              <a:gd name="csY29" fmla="*/ 582059 h 1235540"/>
              <a:gd name="csX30" fmla="*/ 1193926 w 1193925"/>
              <a:gd name="csY30" fmla="*/ 638598 h 1235540"/>
              <a:gd name="csX31" fmla="*/ 1137387 w 1193925"/>
              <a:gd name="csY31" fmla="*/ 695137 h 1235540"/>
              <a:gd name="csX32" fmla="*/ 1082054 w 1193925"/>
              <a:gd name="csY32" fmla="*/ 650197 h 1235540"/>
              <a:gd name="csX33" fmla="*/ 650737 w 1193925"/>
              <a:gd name="csY33" fmla="*/ 364052 h 1235540"/>
              <a:gd name="csX34" fmla="*/ 1017699 w 1193925"/>
              <a:gd name="csY34" fmla="*/ 844882 h 1235540"/>
              <a:gd name="csX35" fmla="*/ 1054242 w 1193925"/>
              <a:gd name="csY35" fmla="*/ 831454 h 1235540"/>
              <a:gd name="csX36" fmla="*/ 1110781 w 1193925"/>
              <a:gd name="csY36" fmla="*/ 887993 h 1235540"/>
              <a:gd name="csX37" fmla="*/ 1054242 w 1193925"/>
              <a:gd name="csY37" fmla="*/ 944532 h 1235540"/>
              <a:gd name="csX38" fmla="*/ 997703 w 1193925"/>
              <a:gd name="csY38" fmla="*/ 887993 h 1235540"/>
              <a:gd name="csX39" fmla="*/ 1000779 w 1193925"/>
              <a:gd name="csY39" fmla="*/ 869576 h 1235540"/>
              <a:gd name="csX40" fmla="*/ 640303 w 1193925"/>
              <a:gd name="csY40" fmla="*/ 425663 h 1235540"/>
              <a:gd name="csX41" fmla="*/ 854818 w 1193925"/>
              <a:gd name="csY41" fmla="*/ 1040689 h 1235540"/>
              <a:gd name="csX42" fmla="*/ 867165 w 1193925"/>
              <a:gd name="csY42" fmla="*/ 1039317 h 1235540"/>
              <a:gd name="csX43" fmla="*/ 923704 w 1193925"/>
              <a:gd name="csY43" fmla="*/ 1095856 h 1235540"/>
              <a:gd name="csX44" fmla="*/ 867165 w 1193925"/>
              <a:gd name="csY44" fmla="*/ 1152395 h 1235540"/>
              <a:gd name="csX45" fmla="*/ 810626 w 1193925"/>
              <a:gd name="csY45" fmla="*/ 1095856 h 1235540"/>
              <a:gd name="csX46" fmla="*/ 828419 w 1193925"/>
              <a:gd name="csY46" fmla="*/ 1054741 h 1235540"/>
              <a:gd name="csX47" fmla="*/ 611908 w 1193925"/>
              <a:gd name="csY47" fmla="*/ 437095 h 1235540"/>
              <a:gd name="csX48" fmla="*/ 611908 w 1193925"/>
              <a:gd name="csY48" fmla="*/ 1124500 h 1235540"/>
              <a:gd name="csX49" fmla="*/ 653481 w 1193925"/>
              <a:gd name="csY49" fmla="*/ 1179043 h 1235540"/>
              <a:gd name="csX50" fmla="*/ 596984 w 1193925"/>
              <a:gd name="csY50" fmla="*/ 1235540 h 1235540"/>
              <a:gd name="csX51" fmla="*/ 596984 w 1193925"/>
              <a:gd name="csY51" fmla="*/ 1152395 h 1235540"/>
              <a:gd name="csX52" fmla="*/ 570377 w 1193925"/>
              <a:gd name="csY52" fmla="*/ 1179001 h 1235540"/>
              <a:gd name="csX53" fmla="*/ 596984 w 1193925"/>
              <a:gd name="csY53" fmla="*/ 1205608 h 1235540"/>
              <a:gd name="csX54" fmla="*/ 623590 w 1193925"/>
              <a:gd name="csY54" fmla="*/ 1179001 h 1235540"/>
              <a:gd name="csX55" fmla="*/ 596984 w 1193925"/>
              <a:gd name="csY55" fmla="*/ 1152395 h 1235540"/>
              <a:gd name="csX56" fmla="*/ 867206 w 1193925"/>
              <a:gd name="csY56" fmla="*/ 1069250 h 1235540"/>
              <a:gd name="csX57" fmla="*/ 840600 w 1193925"/>
              <a:gd name="csY57" fmla="*/ 1095856 h 1235540"/>
              <a:gd name="csX58" fmla="*/ 867206 w 1193925"/>
              <a:gd name="csY58" fmla="*/ 1122463 h 1235540"/>
              <a:gd name="csX59" fmla="*/ 893813 w 1193925"/>
              <a:gd name="csY59" fmla="*/ 1095856 h 1235540"/>
              <a:gd name="csX60" fmla="*/ 867206 w 1193925"/>
              <a:gd name="csY60" fmla="*/ 1069250 h 1235540"/>
              <a:gd name="csX61" fmla="*/ 326761 w 1193925"/>
              <a:gd name="csY61" fmla="*/ 1069250 h 1235540"/>
              <a:gd name="csX62" fmla="*/ 300155 w 1193925"/>
              <a:gd name="csY62" fmla="*/ 1095856 h 1235540"/>
              <a:gd name="csX63" fmla="*/ 326761 w 1193925"/>
              <a:gd name="csY63" fmla="*/ 1122463 h 1235540"/>
              <a:gd name="csX64" fmla="*/ 353368 w 1193925"/>
              <a:gd name="csY64" fmla="*/ 1095856 h 1235540"/>
              <a:gd name="csX65" fmla="*/ 326761 w 1193925"/>
              <a:gd name="csY65" fmla="*/ 1069250 h 1235540"/>
              <a:gd name="csX66" fmla="*/ 1054283 w 1193925"/>
              <a:gd name="csY66" fmla="*/ 861386 h 1235540"/>
              <a:gd name="csX67" fmla="*/ 1027677 w 1193925"/>
              <a:gd name="csY67" fmla="*/ 887993 h 1235540"/>
              <a:gd name="csX68" fmla="*/ 1054283 w 1193925"/>
              <a:gd name="csY68" fmla="*/ 914599 h 1235540"/>
              <a:gd name="csX69" fmla="*/ 1080890 w 1193925"/>
              <a:gd name="csY69" fmla="*/ 887993 h 1235540"/>
              <a:gd name="csX70" fmla="*/ 1054283 w 1193925"/>
              <a:gd name="csY70" fmla="*/ 861386 h 1235540"/>
              <a:gd name="csX71" fmla="*/ 139684 w 1193925"/>
              <a:gd name="csY71" fmla="*/ 861386 h 1235540"/>
              <a:gd name="csX72" fmla="*/ 113078 w 1193925"/>
              <a:gd name="csY72" fmla="*/ 887993 h 1235540"/>
              <a:gd name="csX73" fmla="*/ 139684 w 1193925"/>
              <a:gd name="csY73" fmla="*/ 914599 h 1235540"/>
              <a:gd name="csX74" fmla="*/ 166291 w 1193925"/>
              <a:gd name="csY74" fmla="*/ 887993 h 1235540"/>
              <a:gd name="csX75" fmla="*/ 139684 w 1193925"/>
              <a:gd name="csY75" fmla="*/ 861386 h 1235540"/>
              <a:gd name="csX76" fmla="*/ 1137429 w 1193925"/>
              <a:gd name="csY76" fmla="*/ 611950 h 1235540"/>
              <a:gd name="csX77" fmla="*/ 1110822 w 1193925"/>
              <a:gd name="csY77" fmla="*/ 638557 h 1235540"/>
              <a:gd name="csX78" fmla="*/ 1137429 w 1193925"/>
              <a:gd name="csY78" fmla="*/ 665163 h 1235540"/>
              <a:gd name="csX79" fmla="*/ 1164035 w 1193925"/>
              <a:gd name="csY79" fmla="*/ 638557 h 1235540"/>
              <a:gd name="csX80" fmla="*/ 1137429 w 1193925"/>
              <a:gd name="csY80" fmla="*/ 611950 h 1235540"/>
              <a:gd name="csX81" fmla="*/ 56539 w 1193925"/>
              <a:gd name="csY81" fmla="*/ 611950 h 1235540"/>
              <a:gd name="csX82" fmla="*/ 29932 w 1193925"/>
              <a:gd name="csY82" fmla="*/ 638557 h 1235540"/>
              <a:gd name="csX83" fmla="*/ 56539 w 1193925"/>
              <a:gd name="csY83" fmla="*/ 665163 h 1235540"/>
              <a:gd name="csX84" fmla="*/ 83145 w 1193925"/>
              <a:gd name="csY84" fmla="*/ 638557 h 1235540"/>
              <a:gd name="csX85" fmla="*/ 56539 w 1193925"/>
              <a:gd name="csY85" fmla="*/ 611950 h 1235540"/>
              <a:gd name="csX86" fmla="*/ 596984 w 1193925"/>
              <a:gd name="csY86" fmla="*/ 29932 h 1235540"/>
              <a:gd name="csX87" fmla="*/ 570377 w 1193925"/>
              <a:gd name="csY87" fmla="*/ 56539 h 1235540"/>
              <a:gd name="csX88" fmla="*/ 596984 w 1193925"/>
              <a:gd name="csY88" fmla="*/ 83145 h 1235540"/>
              <a:gd name="csX89" fmla="*/ 623590 w 1193925"/>
              <a:gd name="csY89" fmla="*/ 56539 h 1235540"/>
              <a:gd name="csX90" fmla="*/ 596984 w 1193925"/>
              <a:gd name="csY90" fmla="*/ 29932 h 12355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1193925" h="1235540">
                <a:moveTo>
                  <a:pt x="596984" y="1235540"/>
                </a:moveTo>
                <a:cubicBezTo>
                  <a:pt x="565804" y="1235540"/>
                  <a:pt x="540445" y="1210181"/>
                  <a:pt x="540445" y="1179001"/>
                </a:cubicBezTo>
                <a:cubicBezTo>
                  <a:pt x="540445" y="1153019"/>
                  <a:pt x="558072" y="1131068"/>
                  <a:pt x="582018" y="1124458"/>
                </a:cubicBezTo>
                <a:lnTo>
                  <a:pt x="582018" y="433894"/>
                </a:lnTo>
                <a:cubicBezTo>
                  <a:pt x="544311" y="646414"/>
                  <a:pt x="471476" y="856772"/>
                  <a:pt x="366048" y="1055198"/>
                </a:cubicBezTo>
                <a:cubicBezTo>
                  <a:pt x="376690" y="1065508"/>
                  <a:pt x="383300" y="1079892"/>
                  <a:pt x="383300" y="1095856"/>
                </a:cubicBezTo>
                <a:cubicBezTo>
                  <a:pt x="383300" y="1127036"/>
                  <a:pt x="357941" y="1152395"/>
                  <a:pt x="326761" y="1152395"/>
                </a:cubicBezTo>
                <a:cubicBezTo>
                  <a:pt x="295582" y="1152395"/>
                  <a:pt x="270222" y="1127036"/>
                  <a:pt x="270222" y="1095856"/>
                </a:cubicBezTo>
                <a:cubicBezTo>
                  <a:pt x="270222" y="1064677"/>
                  <a:pt x="295582" y="1039317"/>
                  <a:pt x="326761" y="1039317"/>
                </a:cubicBezTo>
                <a:cubicBezTo>
                  <a:pt x="331251" y="1039317"/>
                  <a:pt x="335575" y="1039858"/>
                  <a:pt x="339774" y="1040855"/>
                </a:cubicBezTo>
                <a:cubicBezTo>
                  <a:pt x="443497" y="845588"/>
                  <a:pt x="515210" y="638640"/>
                  <a:pt x="552376" y="429612"/>
                </a:cubicBezTo>
                <a:cubicBezTo>
                  <a:pt x="486026" y="602264"/>
                  <a:pt x="365133" y="751426"/>
                  <a:pt x="193313" y="870158"/>
                </a:cubicBezTo>
                <a:cubicBezTo>
                  <a:pt x="195184" y="875770"/>
                  <a:pt x="196223" y="881798"/>
                  <a:pt x="196223" y="887993"/>
                </a:cubicBezTo>
                <a:cubicBezTo>
                  <a:pt x="196223" y="919172"/>
                  <a:pt x="170864" y="944532"/>
                  <a:pt x="139684" y="944532"/>
                </a:cubicBezTo>
                <a:cubicBezTo>
                  <a:pt x="108505" y="944532"/>
                  <a:pt x="83145" y="919172"/>
                  <a:pt x="83145" y="887993"/>
                </a:cubicBezTo>
                <a:cubicBezTo>
                  <a:pt x="83145" y="856813"/>
                  <a:pt x="108505" y="831454"/>
                  <a:pt x="139684" y="831454"/>
                </a:cubicBezTo>
                <a:cubicBezTo>
                  <a:pt x="153819" y="831454"/>
                  <a:pt x="166748" y="836692"/>
                  <a:pt x="176684" y="845297"/>
                </a:cubicBezTo>
                <a:cubicBezTo>
                  <a:pt x="360685" y="718002"/>
                  <a:pt x="484447" y="554788"/>
                  <a:pt x="543022" y="364759"/>
                </a:cubicBezTo>
                <a:cubicBezTo>
                  <a:pt x="456967" y="520407"/>
                  <a:pt x="298159" y="631822"/>
                  <a:pt x="111872" y="650280"/>
                </a:cubicBezTo>
                <a:cubicBezTo>
                  <a:pt x="106468" y="675847"/>
                  <a:pt x="83686" y="695095"/>
                  <a:pt x="56539" y="695095"/>
                </a:cubicBezTo>
                <a:cubicBezTo>
                  <a:pt x="25359" y="695095"/>
                  <a:pt x="0" y="669736"/>
                  <a:pt x="0" y="638557"/>
                </a:cubicBezTo>
                <a:cubicBezTo>
                  <a:pt x="0" y="607377"/>
                  <a:pt x="25359" y="582018"/>
                  <a:pt x="56539" y="582018"/>
                </a:cubicBezTo>
                <a:cubicBezTo>
                  <a:pt x="81358" y="582018"/>
                  <a:pt x="102477" y="598065"/>
                  <a:pt x="110084" y="620348"/>
                </a:cubicBezTo>
                <a:cubicBezTo>
                  <a:pt x="371577" y="593866"/>
                  <a:pt x="575366" y="373863"/>
                  <a:pt x="581893" y="110999"/>
                </a:cubicBezTo>
                <a:cubicBezTo>
                  <a:pt x="557989" y="104389"/>
                  <a:pt x="540445" y="82480"/>
                  <a:pt x="540445" y="56539"/>
                </a:cubicBezTo>
                <a:cubicBezTo>
                  <a:pt x="540445" y="25359"/>
                  <a:pt x="565804" y="0"/>
                  <a:pt x="596984" y="0"/>
                </a:cubicBezTo>
                <a:cubicBezTo>
                  <a:pt x="628163" y="0"/>
                  <a:pt x="653523" y="25359"/>
                  <a:pt x="653523" y="56539"/>
                </a:cubicBezTo>
                <a:cubicBezTo>
                  <a:pt x="653523" y="82480"/>
                  <a:pt x="635937" y="104389"/>
                  <a:pt x="612075" y="111041"/>
                </a:cubicBezTo>
                <a:cubicBezTo>
                  <a:pt x="618560" y="373406"/>
                  <a:pt x="822391" y="593367"/>
                  <a:pt x="1083883" y="620306"/>
                </a:cubicBezTo>
                <a:cubicBezTo>
                  <a:pt x="1091533" y="598065"/>
                  <a:pt x="1112610" y="582059"/>
                  <a:pt x="1137387" y="582059"/>
                </a:cubicBezTo>
                <a:cubicBezTo>
                  <a:pt x="1168567" y="582059"/>
                  <a:pt x="1193926" y="607419"/>
                  <a:pt x="1193926" y="638598"/>
                </a:cubicBezTo>
                <a:cubicBezTo>
                  <a:pt x="1193926" y="669778"/>
                  <a:pt x="1168567" y="695137"/>
                  <a:pt x="1137387" y="695137"/>
                </a:cubicBezTo>
                <a:cubicBezTo>
                  <a:pt x="1110199" y="695137"/>
                  <a:pt x="1087417" y="675847"/>
                  <a:pt x="1082054" y="650197"/>
                </a:cubicBezTo>
                <a:cubicBezTo>
                  <a:pt x="895642" y="631364"/>
                  <a:pt x="736751" y="519742"/>
                  <a:pt x="650737" y="364052"/>
                </a:cubicBezTo>
                <a:cubicBezTo>
                  <a:pt x="721743" y="594074"/>
                  <a:pt x="878098" y="748059"/>
                  <a:pt x="1017699" y="844882"/>
                </a:cubicBezTo>
                <a:cubicBezTo>
                  <a:pt x="1027552" y="836526"/>
                  <a:pt x="1040315" y="831454"/>
                  <a:pt x="1054242" y="831454"/>
                </a:cubicBezTo>
                <a:cubicBezTo>
                  <a:pt x="1085421" y="831454"/>
                  <a:pt x="1110781" y="856813"/>
                  <a:pt x="1110781" y="887993"/>
                </a:cubicBezTo>
                <a:cubicBezTo>
                  <a:pt x="1110781" y="919172"/>
                  <a:pt x="1085421" y="944532"/>
                  <a:pt x="1054242" y="944532"/>
                </a:cubicBezTo>
                <a:cubicBezTo>
                  <a:pt x="1023062" y="944532"/>
                  <a:pt x="997703" y="919172"/>
                  <a:pt x="997703" y="887993"/>
                </a:cubicBezTo>
                <a:cubicBezTo>
                  <a:pt x="997703" y="881549"/>
                  <a:pt x="998784" y="875313"/>
                  <a:pt x="1000779" y="869576"/>
                </a:cubicBezTo>
                <a:cubicBezTo>
                  <a:pt x="827837" y="749805"/>
                  <a:pt x="706362" y="599478"/>
                  <a:pt x="640303" y="425663"/>
                </a:cubicBezTo>
                <a:cubicBezTo>
                  <a:pt x="676845" y="635148"/>
                  <a:pt x="748558" y="840974"/>
                  <a:pt x="854818" y="1040689"/>
                </a:cubicBezTo>
                <a:cubicBezTo>
                  <a:pt x="858809" y="1039816"/>
                  <a:pt x="862924" y="1039317"/>
                  <a:pt x="867165" y="1039317"/>
                </a:cubicBezTo>
                <a:cubicBezTo>
                  <a:pt x="898344" y="1039317"/>
                  <a:pt x="923704" y="1064677"/>
                  <a:pt x="923704" y="1095856"/>
                </a:cubicBezTo>
                <a:cubicBezTo>
                  <a:pt x="923704" y="1127036"/>
                  <a:pt x="898344" y="1152395"/>
                  <a:pt x="867165" y="1152395"/>
                </a:cubicBezTo>
                <a:cubicBezTo>
                  <a:pt x="835985" y="1152395"/>
                  <a:pt x="810626" y="1127036"/>
                  <a:pt x="810626" y="1095856"/>
                </a:cubicBezTo>
                <a:cubicBezTo>
                  <a:pt x="810626" y="1079643"/>
                  <a:pt x="817485" y="1065051"/>
                  <a:pt x="828419" y="1054741"/>
                </a:cubicBezTo>
                <a:cubicBezTo>
                  <a:pt x="721743" y="854194"/>
                  <a:pt x="649324" y="647536"/>
                  <a:pt x="611908" y="437095"/>
                </a:cubicBezTo>
                <a:lnTo>
                  <a:pt x="611908" y="1124500"/>
                </a:lnTo>
                <a:cubicBezTo>
                  <a:pt x="635854" y="1131068"/>
                  <a:pt x="653481" y="1153060"/>
                  <a:pt x="653481" y="1179043"/>
                </a:cubicBezTo>
                <a:cubicBezTo>
                  <a:pt x="653523" y="1210181"/>
                  <a:pt x="628163" y="1235540"/>
                  <a:pt x="596984" y="1235540"/>
                </a:cubicBezTo>
                <a:close/>
                <a:moveTo>
                  <a:pt x="596984" y="1152395"/>
                </a:moveTo>
                <a:cubicBezTo>
                  <a:pt x="582309" y="1152395"/>
                  <a:pt x="570377" y="1164326"/>
                  <a:pt x="570377" y="1179001"/>
                </a:cubicBezTo>
                <a:cubicBezTo>
                  <a:pt x="570377" y="1193677"/>
                  <a:pt x="582309" y="1205608"/>
                  <a:pt x="596984" y="1205608"/>
                </a:cubicBezTo>
                <a:cubicBezTo>
                  <a:pt x="611659" y="1205608"/>
                  <a:pt x="623590" y="1193677"/>
                  <a:pt x="623590" y="1179001"/>
                </a:cubicBezTo>
                <a:cubicBezTo>
                  <a:pt x="623590" y="1164326"/>
                  <a:pt x="611659" y="1152395"/>
                  <a:pt x="596984" y="1152395"/>
                </a:cubicBezTo>
                <a:close/>
                <a:moveTo>
                  <a:pt x="867206" y="1069250"/>
                </a:moveTo>
                <a:cubicBezTo>
                  <a:pt x="852531" y="1069250"/>
                  <a:pt x="840600" y="1081181"/>
                  <a:pt x="840600" y="1095856"/>
                </a:cubicBezTo>
                <a:cubicBezTo>
                  <a:pt x="840600" y="1110531"/>
                  <a:pt x="852531" y="1122463"/>
                  <a:pt x="867206" y="1122463"/>
                </a:cubicBezTo>
                <a:cubicBezTo>
                  <a:pt x="881881" y="1122463"/>
                  <a:pt x="893813" y="1110531"/>
                  <a:pt x="893813" y="1095856"/>
                </a:cubicBezTo>
                <a:cubicBezTo>
                  <a:pt x="893813" y="1081181"/>
                  <a:pt x="881881" y="1069250"/>
                  <a:pt x="867206" y="1069250"/>
                </a:cubicBezTo>
                <a:close/>
                <a:moveTo>
                  <a:pt x="326761" y="1069250"/>
                </a:moveTo>
                <a:cubicBezTo>
                  <a:pt x="312086" y="1069250"/>
                  <a:pt x="300155" y="1081181"/>
                  <a:pt x="300155" y="1095856"/>
                </a:cubicBezTo>
                <a:cubicBezTo>
                  <a:pt x="300155" y="1110531"/>
                  <a:pt x="312086" y="1122463"/>
                  <a:pt x="326761" y="1122463"/>
                </a:cubicBezTo>
                <a:cubicBezTo>
                  <a:pt x="341436" y="1122463"/>
                  <a:pt x="353368" y="1110531"/>
                  <a:pt x="353368" y="1095856"/>
                </a:cubicBezTo>
                <a:cubicBezTo>
                  <a:pt x="353368" y="1081181"/>
                  <a:pt x="341436" y="1069250"/>
                  <a:pt x="326761" y="1069250"/>
                </a:cubicBezTo>
                <a:close/>
                <a:moveTo>
                  <a:pt x="1054283" y="861386"/>
                </a:moveTo>
                <a:cubicBezTo>
                  <a:pt x="1039608" y="861386"/>
                  <a:pt x="1027677" y="873317"/>
                  <a:pt x="1027677" y="887993"/>
                </a:cubicBezTo>
                <a:cubicBezTo>
                  <a:pt x="1027677" y="902668"/>
                  <a:pt x="1039608" y="914599"/>
                  <a:pt x="1054283" y="914599"/>
                </a:cubicBezTo>
                <a:cubicBezTo>
                  <a:pt x="1068959" y="914599"/>
                  <a:pt x="1080890" y="902668"/>
                  <a:pt x="1080890" y="887993"/>
                </a:cubicBezTo>
                <a:cubicBezTo>
                  <a:pt x="1080890" y="873317"/>
                  <a:pt x="1068959" y="861386"/>
                  <a:pt x="1054283" y="861386"/>
                </a:cubicBezTo>
                <a:close/>
                <a:moveTo>
                  <a:pt x="139684" y="861386"/>
                </a:moveTo>
                <a:cubicBezTo>
                  <a:pt x="125009" y="861386"/>
                  <a:pt x="113078" y="873317"/>
                  <a:pt x="113078" y="887993"/>
                </a:cubicBezTo>
                <a:cubicBezTo>
                  <a:pt x="113078" y="902668"/>
                  <a:pt x="125009" y="914599"/>
                  <a:pt x="139684" y="914599"/>
                </a:cubicBezTo>
                <a:cubicBezTo>
                  <a:pt x="154359" y="914599"/>
                  <a:pt x="166291" y="902668"/>
                  <a:pt x="166291" y="887993"/>
                </a:cubicBezTo>
                <a:cubicBezTo>
                  <a:pt x="166291" y="873317"/>
                  <a:pt x="154359" y="861386"/>
                  <a:pt x="139684" y="861386"/>
                </a:cubicBezTo>
                <a:close/>
                <a:moveTo>
                  <a:pt x="1137429" y="611950"/>
                </a:moveTo>
                <a:cubicBezTo>
                  <a:pt x="1122754" y="611950"/>
                  <a:pt x="1110822" y="623881"/>
                  <a:pt x="1110822" y="638557"/>
                </a:cubicBezTo>
                <a:cubicBezTo>
                  <a:pt x="1110822" y="653232"/>
                  <a:pt x="1122754" y="665163"/>
                  <a:pt x="1137429" y="665163"/>
                </a:cubicBezTo>
                <a:cubicBezTo>
                  <a:pt x="1152104" y="665163"/>
                  <a:pt x="1164035" y="653232"/>
                  <a:pt x="1164035" y="638557"/>
                </a:cubicBezTo>
                <a:cubicBezTo>
                  <a:pt x="1164035" y="623881"/>
                  <a:pt x="1152104" y="611950"/>
                  <a:pt x="1137429" y="611950"/>
                </a:cubicBezTo>
                <a:close/>
                <a:moveTo>
                  <a:pt x="56539" y="611950"/>
                </a:moveTo>
                <a:cubicBezTo>
                  <a:pt x="41864" y="611950"/>
                  <a:pt x="29932" y="623881"/>
                  <a:pt x="29932" y="638557"/>
                </a:cubicBezTo>
                <a:cubicBezTo>
                  <a:pt x="29932" y="653232"/>
                  <a:pt x="41864" y="665163"/>
                  <a:pt x="56539" y="665163"/>
                </a:cubicBezTo>
                <a:cubicBezTo>
                  <a:pt x="71214" y="665163"/>
                  <a:pt x="83145" y="653232"/>
                  <a:pt x="83145" y="638557"/>
                </a:cubicBezTo>
                <a:cubicBezTo>
                  <a:pt x="83145" y="623881"/>
                  <a:pt x="71214" y="611950"/>
                  <a:pt x="56539" y="611950"/>
                </a:cubicBezTo>
                <a:close/>
                <a:moveTo>
                  <a:pt x="596984" y="29932"/>
                </a:moveTo>
                <a:cubicBezTo>
                  <a:pt x="582309" y="29932"/>
                  <a:pt x="570377" y="41864"/>
                  <a:pt x="570377" y="56539"/>
                </a:cubicBezTo>
                <a:cubicBezTo>
                  <a:pt x="570377" y="71214"/>
                  <a:pt x="582309" y="83145"/>
                  <a:pt x="596984" y="83145"/>
                </a:cubicBezTo>
                <a:cubicBezTo>
                  <a:pt x="611659" y="83145"/>
                  <a:pt x="623590" y="71214"/>
                  <a:pt x="623590" y="56539"/>
                </a:cubicBezTo>
                <a:cubicBezTo>
                  <a:pt x="623590" y="41864"/>
                  <a:pt x="611659" y="29932"/>
                  <a:pt x="596984" y="29932"/>
                </a:cubicBezTo>
                <a:close/>
              </a:path>
            </a:pathLst>
          </a:custGeom>
          <a:solidFill>
            <a:schemeClr val="tx1"/>
          </a:solidFill>
          <a:ln w="41374" cap="flat">
            <a:noFill/>
            <a:prstDash val="solid"/>
            <a:miter/>
          </a:ln>
        </p:spPr>
        <p:txBody>
          <a:bodyPr/>
          <a:lstStyle/>
          <a:p>
            <a:endParaRPr lang="en-US"/>
          </a:p>
        </p:txBody>
      </p:sp>
      <p:sp>
        <p:nvSpPr>
          <p:cNvPr id="61" name="Freeform 60">
            <a:extLst>
              <a:ext uri="{FF2B5EF4-FFF2-40B4-BE49-F238E27FC236}">
                <a16:creationId xmlns:a16="http://schemas.microsoft.com/office/drawing/2014/main" id="{5A5E398B-C6AC-F453-B3A8-9C38B91EFCF3}"/>
              </a:ext>
            </a:extLst>
          </p:cNvPr>
          <p:cNvSpPr/>
          <p:nvPr/>
        </p:nvSpPr>
        <p:spPr>
          <a:xfrm>
            <a:off x="16303166" y="5550653"/>
            <a:ext cx="1277112" cy="1277112"/>
          </a:xfrm>
          <a:custGeom>
            <a:avLst/>
            <a:gdLst>
              <a:gd name="csX0" fmla="*/ 638557 w 1277112"/>
              <a:gd name="csY0" fmla="*/ 1277113 h 1277112"/>
              <a:gd name="csX1" fmla="*/ 0 w 1277112"/>
              <a:gd name="csY1" fmla="*/ 638557 h 1277112"/>
              <a:gd name="csX2" fmla="*/ 638557 w 1277112"/>
              <a:gd name="csY2" fmla="*/ 0 h 1277112"/>
              <a:gd name="csX3" fmla="*/ 1277113 w 1277112"/>
              <a:gd name="csY3" fmla="*/ 638557 h 1277112"/>
              <a:gd name="csX4" fmla="*/ 638557 w 1277112"/>
              <a:gd name="csY4" fmla="*/ 1277113 h 1277112"/>
              <a:gd name="csX5" fmla="*/ 612989 w 1277112"/>
              <a:gd name="csY5" fmla="*/ 1246640 h 1277112"/>
              <a:gd name="csX6" fmla="*/ 638557 w 1277112"/>
              <a:gd name="csY6" fmla="*/ 1247181 h 1277112"/>
              <a:gd name="csX7" fmla="*/ 1122463 w 1277112"/>
              <a:gd name="csY7" fmla="*/ 1007306 h 1277112"/>
              <a:gd name="csX8" fmla="*/ 1122463 w 1277112"/>
              <a:gd name="csY8" fmla="*/ 472598 h 1277112"/>
              <a:gd name="csX9" fmla="*/ 1152437 w 1277112"/>
              <a:gd name="csY9" fmla="*/ 472598 h 1277112"/>
              <a:gd name="csX10" fmla="*/ 1152437 w 1277112"/>
              <a:gd name="csY10" fmla="*/ 964445 h 1277112"/>
              <a:gd name="csX11" fmla="*/ 1247181 w 1277112"/>
              <a:gd name="csY11" fmla="*/ 638557 h 1277112"/>
              <a:gd name="csX12" fmla="*/ 1200204 w 1277112"/>
              <a:gd name="csY12" fmla="*/ 404045 h 1277112"/>
              <a:gd name="csX13" fmla="*/ 736793 w 1277112"/>
              <a:gd name="csY13" fmla="*/ 136525 h 1277112"/>
              <a:gd name="csX14" fmla="*/ 751759 w 1277112"/>
              <a:gd name="csY14" fmla="*/ 110583 h 1277112"/>
              <a:gd name="csX15" fmla="*/ 1177837 w 1277112"/>
              <a:gd name="csY15" fmla="*/ 356569 h 1277112"/>
              <a:gd name="csX16" fmla="*/ 716339 w 1277112"/>
              <a:gd name="csY16" fmla="*/ 34879 h 1277112"/>
              <a:gd name="csX17" fmla="*/ 252887 w 1277112"/>
              <a:gd name="csY17" fmla="*/ 302483 h 1277112"/>
              <a:gd name="csX18" fmla="*/ 237920 w 1277112"/>
              <a:gd name="csY18" fmla="*/ 276542 h 1277112"/>
              <a:gd name="csX19" fmla="*/ 664124 w 1277112"/>
              <a:gd name="csY19" fmla="*/ 30473 h 1277112"/>
              <a:gd name="csX20" fmla="*/ 638557 w 1277112"/>
              <a:gd name="csY20" fmla="*/ 29932 h 1277112"/>
              <a:gd name="csX21" fmla="*/ 154650 w 1277112"/>
              <a:gd name="csY21" fmla="*/ 269848 h 1277112"/>
              <a:gd name="csX22" fmla="*/ 154650 w 1277112"/>
              <a:gd name="csY22" fmla="*/ 804556 h 1277112"/>
              <a:gd name="csX23" fmla="*/ 124718 w 1277112"/>
              <a:gd name="csY23" fmla="*/ 804556 h 1277112"/>
              <a:gd name="csX24" fmla="*/ 124718 w 1277112"/>
              <a:gd name="csY24" fmla="*/ 312668 h 1277112"/>
              <a:gd name="csX25" fmla="*/ 29932 w 1277112"/>
              <a:gd name="csY25" fmla="*/ 638557 h 1277112"/>
              <a:gd name="csX26" fmla="*/ 76909 w 1277112"/>
              <a:gd name="csY26" fmla="*/ 873068 h 1277112"/>
              <a:gd name="csX27" fmla="*/ 540320 w 1277112"/>
              <a:gd name="csY27" fmla="*/ 1140630 h 1277112"/>
              <a:gd name="csX28" fmla="*/ 525354 w 1277112"/>
              <a:gd name="csY28" fmla="*/ 1166530 h 1277112"/>
              <a:gd name="csX29" fmla="*/ 99276 w 1277112"/>
              <a:gd name="csY29" fmla="*/ 920502 h 1277112"/>
              <a:gd name="csX30" fmla="*/ 560774 w 1277112"/>
              <a:gd name="csY30" fmla="*/ 1242234 h 1277112"/>
              <a:gd name="csX31" fmla="*/ 1024226 w 1277112"/>
              <a:gd name="csY31" fmla="*/ 974630 h 1277112"/>
              <a:gd name="csX32" fmla="*/ 1039151 w 1277112"/>
              <a:gd name="csY32" fmla="*/ 1000530 h 1277112"/>
              <a:gd name="csX33" fmla="*/ 612989 w 1277112"/>
              <a:gd name="csY33" fmla="*/ 1246640 h 1277112"/>
              <a:gd name="csX34" fmla="*/ 417099 w 1277112"/>
              <a:gd name="csY34" fmla="*/ 874523 h 1277112"/>
              <a:gd name="csX35" fmla="*/ 331958 w 1277112"/>
              <a:gd name="csY35" fmla="*/ 825467 h 1277112"/>
              <a:gd name="csX36" fmla="*/ 331958 w 1277112"/>
              <a:gd name="csY36" fmla="*/ 825467 h 1277112"/>
              <a:gd name="csX37" fmla="*/ 322271 w 1277112"/>
              <a:gd name="csY37" fmla="*/ 751094 h 1277112"/>
              <a:gd name="csX38" fmla="*/ 367877 w 1277112"/>
              <a:gd name="csY38" fmla="*/ 691479 h 1277112"/>
              <a:gd name="csX39" fmla="*/ 595903 w 1277112"/>
              <a:gd name="csY39" fmla="*/ 559818 h 1277112"/>
              <a:gd name="csX40" fmla="*/ 686365 w 1277112"/>
              <a:gd name="csY40" fmla="*/ 411611 h 1277112"/>
              <a:gd name="csX41" fmla="*/ 906326 w 1277112"/>
              <a:gd name="csY41" fmla="*/ 441585 h 1277112"/>
              <a:gd name="csX42" fmla="*/ 910483 w 1277112"/>
              <a:gd name="csY42" fmla="*/ 454098 h 1277112"/>
              <a:gd name="csX43" fmla="*/ 903125 w 1277112"/>
              <a:gd name="csY43" fmla="*/ 465032 h 1277112"/>
              <a:gd name="csX44" fmla="*/ 763690 w 1277112"/>
              <a:gd name="csY44" fmla="*/ 545558 h 1277112"/>
              <a:gd name="csX45" fmla="*/ 753962 w 1277112"/>
              <a:gd name="csY45" fmla="*/ 581934 h 1277112"/>
              <a:gd name="csX46" fmla="*/ 790338 w 1277112"/>
              <a:gd name="csY46" fmla="*/ 591663 h 1277112"/>
              <a:gd name="csX47" fmla="*/ 929773 w 1277112"/>
              <a:gd name="csY47" fmla="*/ 511136 h 1277112"/>
              <a:gd name="csX48" fmla="*/ 942869 w 1277112"/>
              <a:gd name="csY48" fmla="*/ 510222 h 1277112"/>
              <a:gd name="csX49" fmla="*/ 951640 w 1277112"/>
              <a:gd name="csY49" fmla="*/ 520074 h 1277112"/>
              <a:gd name="csX50" fmla="*/ 867622 w 1277112"/>
              <a:gd name="csY50" fmla="*/ 725568 h 1277112"/>
              <a:gd name="csX51" fmla="*/ 694014 w 1277112"/>
              <a:gd name="csY51" fmla="*/ 729850 h 1277112"/>
              <a:gd name="csX52" fmla="*/ 466030 w 1277112"/>
              <a:gd name="csY52" fmla="*/ 861469 h 1277112"/>
              <a:gd name="csX53" fmla="*/ 417099 w 1277112"/>
              <a:gd name="csY53" fmla="*/ 874523 h 1277112"/>
              <a:gd name="csX54" fmla="*/ 776994 w 1277112"/>
              <a:gd name="csY54" fmla="*/ 417182 h 1277112"/>
              <a:gd name="csX55" fmla="*/ 701290 w 1277112"/>
              <a:gd name="csY55" fmla="*/ 437511 h 1277112"/>
              <a:gd name="csX56" fmla="*/ 625586 w 1277112"/>
              <a:gd name="csY56" fmla="*/ 568590 h 1277112"/>
              <a:gd name="csX57" fmla="*/ 618103 w 1277112"/>
              <a:gd name="csY57" fmla="*/ 581519 h 1277112"/>
              <a:gd name="csX58" fmla="*/ 382843 w 1277112"/>
              <a:gd name="csY58" fmla="*/ 717378 h 1277112"/>
              <a:gd name="csX59" fmla="*/ 351165 w 1277112"/>
              <a:gd name="csY59" fmla="*/ 758785 h 1277112"/>
              <a:gd name="csX60" fmla="*/ 357858 w 1277112"/>
              <a:gd name="csY60" fmla="*/ 810501 h 1277112"/>
              <a:gd name="csX61" fmla="*/ 357858 w 1277112"/>
              <a:gd name="csY61" fmla="*/ 810501 h 1277112"/>
              <a:gd name="csX62" fmla="*/ 451022 w 1277112"/>
              <a:gd name="csY62" fmla="*/ 835486 h 1277112"/>
              <a:gd name="csX63" fmla="*/ 686324 w 1277112"/>
              <a:gd name="csY63" fmla="*/ 699627 h 1277112"/>
              <a:gd name="csX64" fmla="*/ 701248 w 1277112"/>
              <a:gd name="csY64" fmla="*/ 699627 h 1277112"/>
              <a:gd name="csX65" fmla="*/ 852656 w 1277112"/>
              <a:gd name="csY65" fmla="*/ 699585 h 1277112"/>
              <a:gd name="csX66" fmla="*/ 926863 w 1277112"/>
              <a:gd name="csY66" fmla="*/ 547263 h 1277112"/>
              <a:gd name="csX67" fmla="*/ 805221 w 1277112"/>
              <a:gd name="csY67" fmla="*/ 617479 h 1277112"/>
              <a:gd name="csX68" fmla="*/ 728021 w 1277112"/>
              <a:gd name="csY68" fmla="*/ 596776 h 1277112"/>
              <a:gd name="csX69" fmla="*/ 748724 w 1277112"/>
              <a:gd name="csY69" fmla="*/ 519534 h 1277112"/>
              <a:gd name="csX70" fmla="*/ 870324 w 1277112"/>
              <a:gd name="csY70" fmla="*/ 449318 h 1277112"/>
              <a:gd name="csX71" fmla="*/ 776994 w 1277112"/>
              <a:gd name="csY71" fmla="*/ 417182 h 1277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1277112" h="1277112">
                <a:moveTo>
                  <a:pt x="638557" y="1277113"/>
                </a:moveTo>
                <a:cubicBezTo>
                  <a:pt x="286436" y="1277113"/>
                  <a:pt x="0" y="990677"/>
                  <a:pt x="0" y="638557"/>
                </a:cubicBezTo>
                <a:cubicBezTo>
                  <a:pt x="0" y="286436"/>
                  <a:pt x="286436" y="0"/>
                  <a:pt x="638557" y="0"/>
                </a:cubicBezTo>
                <a:cubicBezTo>
                  <a:pt x="990677" y="0"/>
                  <a:pt x="1277113" y="286436"/>
                  <a:pt x="1277113" y="638557"/>
                </a:cubicBezTo>
                <a:cubicBezTo>
                  <a:pt x="1277113" y="990677"/>
                  <a:pt x="990677" y="1277113"/>
                  <a:pt x="638557" y="1277113"/>
                </a:cubicBezTo>
                <a:close/>
                <a:moveTo>
                  <a:pt x="612989" y="1246640"/>
                </a:moveTo>
                <a:cubicBezTo>
                  <a:pt x="621470" y="1247014"/>
                  <a:pt x="629993" y="1247181"/>
                  <a:pt x="638557" y="1247181"/>
                </a:cubicBezTo>
                <a:cubicBezTo>
                  <a:pt x="835653" y="1247181"/>
                  <a:pt x="1011172" y="1153019"/>
                  <a:pt x="1122463" y="1007306"/>
                </a:cubicBezTo>
                <a:lnTo>
                  <a:pt x="1122463" y="472598"/>
                </a:lnTo>
                <a:lnTo>
                  <a:pt x="1152437" y="472598"/>
                </a:lnTo>
                <a:lnTo>
                  <a:pt x="1152437" y="964445"/>
                </a:lnTo>
                <a:cubicBezTo>
                  <a:pt x="1212384" y="870158"/>
                  <a:pt x="1247181" y="758369"/>
                  <a:pt x="1247181" y="638557"/>
                </a:cubicBezTo>
                <a:cubicBezTo>
                  <a:pt x="1247181" y="555453"/>
                  <a:pt x="1230469" y="476257"/>
                  <a:pt x="1200204" y="404045"/>
                </a:cubicBezTo>
                <a:lnTo>
                  <a:pt x="736793" y="136525"/>
                </a:lnTo>
                <a:lnTo>
                  <a:pt x="751759" y="110583"/>
                </a:lnTo>
                <a:lnTo>
                  <a:pt x="1177837" y="356569"/>
                </a:lnTo>
                <a:cubicBezTo>
                  <a:pt x="1087458" y="184416"/>
                  <a:pt x="917052" y="60613"/>
                  <a:pt x="716339" y="34879"/>
                </a:cubicBezTo>
                <a:lnTo>
                  <a:pt x="252887" y="302483"/>
                </a:lnTo>
                <a:lnTo>
                  <a:pt x="237920" y="276542"/>
                </a:lnTo>
                <a:lnTo>
                  <a:pt x="664124" y="30473"/>
                </a:lnTo>
                <a:cubicBezTo>
                  <a:pt x="655684" y="30099"/>
                  <a:pt x="647120" y="29932"/>
                  <a:pt x="638557" y="29932"/>
                </a:cubicBezTo>
                <a:cubicBezTo>
                  <a:pt x="441460" y="29932"/>
                  <a:pt x="265941" y="124136"/>
                  <a:pt x="154650" y="269848"/>
                </a:cubicBezTo>
                <a:lnTo>
                  <a:pt x="154650" y="804556"/>
                </a:lnTo>
                <a:lnTo>
                  <a:pt x="124718" y="804556"/>
                </a:lnTo>
                <a:lnTo>
                  <a:pt x="124718" y="312668"/>
                </a:lnTo>
                <a:cubicBezTo>
                  <a:pt x="64729" y="406955"/>
                  <a:pt x="29932" y="518786"/>
                  <a:pt x="29932" y="638557"/>
                </a:cubicBezTo>
                <a:cubicBezTo>
                  <a:pt x="29932" y="721619"/>
                  <a:pt x="46645" y="800815"/>
                  <a:pt x="76909" y="873068"/>
                </a:cubicBezTo>
                <a:lnTo>
                  <a:pt x="540320" y="1140630"/>
                </a:lnTo>
                <a:lnTo>
                  <a:pt x="525354" y="1166530"/>
                </a:lnTo>
                <a:lnTo>
                  <a:pt x="99276" y="920502"/>
                </a:lnTo>
                <a:cubicBezTo>
                  <a:pt x="189655" y="1092697"/>
                  <a:pt x="360061" y="1216500"/>
                  <a:pt x="560774" y="1242234"/>
                </a:cubicBezTo>
                <a:lnTo>
                  <a:pt x="1024226" y="974630"/>
                </a:lnTo>
                <a:lnTo>
                  <a:pt x="1039151" y="1000530"/>
                </a:lnTo>
                <a:lnTo>
                  <a:pt x="612989" y="1246640"/>
                </a:lnTo>
                <a:close/>
                <a:moveTo>
                  <a:pt x="417099" y="874523"/>
                </a:moveTo>
                <a:cubicBezTo>
                  <a:pt x="383175" y="874523"/>
                  <a:pt x="350125" y="856938"/>
                  <a:pt x="331958" y="825467"/>
                </a:cubicBezTo>
                <a:lnTo>
                  <a:pt x="331958" y="825467"/>
                </a:lnTo>
                <a:cubicBezTo>
                  <a:pt x="318904" y="802852"/>
                  <a:pt x="315454" y="776453"/>
                  <a:pt x="322271" y="751094"/>
                </a:cubicBezTo>
                <a:cubicBezTo>
                  <a:pt x="329089" y="725693"/>
                  <a:pt x="345261" y="704532"/>
                  <a:pt x="367877" y="691479"/>
                </a:cubicBezTo>
                <a:lnTo>
                  <a:pt x="595903" y="559818"/>
                </a:lnTo>
                <a:cubicBezTo>
                  <a:pt x="598938" y="498581"/>
                  <a:pt x="633027" y="442375"/>
                  <a:pt x="686365" y="411611"/>
                </a:cubicBezTo>
                <a:cubicBezTo>
                  <a:pt x="758036" y="370246"/>
                  <a:pt x="848499" y="382552"/>
                  <a:pt x="906326" y="441585"/>
                </a:cubicBezTo>
                <a:cubicBezTo>
                  <a:pt x="909569" y="444911"/>
                  <a:pt x="911107" y="449484"/>
                  <a:pt x="910483" y="454098"/>
                </a:cubicBezTo>
                <a:cubicBezTo>
                  <a:pt x="909860" y="458671"/>
                  <a:pt x="907158" y="462746"/>
                  <a:pt x="903125" y="465032"/>
                </a:cubicBezTo>
                <a:lnTo>
                  <a:pt x="763690" y="545558"/>
                </a:lnTo>
                <a:cubicBezTo>
                  <a:pt x="750969" y="552875"/>
                  <a:pt x="746646" y="569213"/>
                  <a:pt x="753962" y="581934"/>
                </a:cubicBezTo>
                <a:cubicBezTo>
                  <a:pt x="761362" y="594614"/>
                  <a:pt x="777659" y="599062"/>
                  <a:pt x="790338" y="591663"/>
                </a:cubicBezTo>
                <a:lnTo>
                  <a:pt x="929773" y="511136"/>
                </a:lnTo>
                <a:cubicBezTo>
                  <a:pt x="933723" y="508808"/>
                  <a:pt x="938670" y="508517"/>
                  <a:pt x="942869" y="510222"/>
                </a:cubicBezTo>
                <a:cubicBezTo>
                  <a:pt x="947192" y="511968"/>
                  <a:pt x="950393" y="515584"/>
                  <a:pt x="951640" y="520074"/>
                </a:cubicBezTo>
                <a:cubicBezTo>
                  <a:pt x="973840" y="599728"/>
                  <a:pt x="939293" y="684203"/>
                  <a:pt x="867622" y="725568"/>
                </a:cubicBezTo>
                <a:cubicBezTo>
                  <a:pt x="814409" y="756373"/>
                  <a:pt x="748683" y="757745"/>
                  <a:pt x="694014" y="729850"/>
                </a:cubicBezTo>
                <a:lnTo>
                  <a:pt x="466030" y="861469"/>
                </a:lnTo>
                <a:cubicBezTo>
                  <a:pt x="450606" y="870283"/>
                  <a:pt x="433728" y="874523"/>
                  <a:pt x="417099" y="874523"/>
                </a:cubicBezTo>
                <a:close/>
                <a:moveTo>
                  <a:pt x="776994" y="417182"/>
                </a:moveTo>
                <a:cubicBezTo>
                  <a:pt x="751094" y="417182"/>
                  <a:pt x="724945" y="423834"/>
                  <a:pt x="701290" y="437511"/>
                </a:cubicBezTo>
                <a:cubicBezTo>
                  <a:pt x="654645" y="464450"/>
                  <a:pt x="625669" y="514670"/>
                  <a:pt x="625586" y="568590"/>
                </a:cubicBezTo>
                <a:cubicBezTo>
                  <a:pt x="625586" y="573911"/>
                  <a:pt x="622759" y="578858"/>
                  <a:pt x="618103" y="581519"/>
                </a:cubicBezTo>
                <a:lnTo>
                  <a:pt x="382843" y="717378"/>
                </a:lnTo>
                <a:cubicBezTo>
                  <a:pt x="367170" y="726441"/>
                  <a:pt x="355904" y="741158"/>
                  <a:pt x="351165" y="758785"/>
                </a:cubicBezTo>
                <a:cubicBezTo>
                  <a:pt x="346425" y="776453"/>
                  <a:pt x="348795" y="794787"/>
                  <a:pt x="357858" y="810501"/>
                </a:cubicBezTo>
                <a:lnTo>
                  <a:pt x="357858" y="810501"/>
                </a:lnTo>
                <a:cubicBezTo>
                  <a:pt x="376690" y="843053"/>
                  <a:pt x="418512" y="854277"/>
                  <a:pt x="451022" y="835486"/>
                </a:cubicBezTo>
                <a:lnTo>
                  <a:pt x="686324" y="699627"/>
                </a:lnTo>
                <a:cubicBezTo>
                  <a:pt x="690938" y="696966"/>
                  <a:pt x="696634" y="696966"/>
                  <a:pt x="701248" y="699627"/>
                </a:cubicBezTo>
                <a:cubicBezTo>
                  <a:pt x="747976" y="726524"/>
                  <a:pt x="806011" y="726483"/>
                  <a:pt x="852656" y="699585"/>
                </a:cubicBezTo>
                <a:cubicBezTo>
                  <a:pt x="906742" y="668364"/>
                  <a:pt x="935510" y="607751"/>
                  <a:pt x="926863" y="547263"/>
                </a:cubicBezTo>
                <a:lnTo>
                  <a:pt x="805221" y="617479"/>
                </a:lnTo>
                <a:cubicBezTo>
                  <a:pt x="778282" y="633069"/>
                  <a:pt x="743611" y="623757"/>
                  <a:pt x="728021" y="596776"/>
                </a:cubicBezTo>
                <a:cubicBezTo>
                  <a:pt x="712431" y="569754"/>
                  <a:pt x="721743" y="535124"/>
                  <a:pt x="748724" y="519534"/>
                </a:cubicBezTo>
                <a:lnTo>
                  <a:pt x="870324" y="449318"/>
                </a:lnTo>
                <a:cubicBezTo>
                  <a:pt x="843302" y="428199"/>
                  <a:pt x="810293" y="417182"/>
                  <a:pt x="776994" y="417182"/>
                </a:cubicBezTo>
                <a:close/>
              </a:path>
            </a:pathLst>
          </a:custGeom>
          <a:solidFill>
            <a:schemeClr val="tx1"/>
          </a:solidFill>
          <a:ln w="41374" cap="flat">
            <a:noFill/>
            <a:prstDash val="solid"/>
            <a:miter/>
          </a:ln>
        </p:spPr>
        <p:txBody>
          <a:bodyPr/>
          <a:lstStyle/>
          <a:p>
            <a:endParaRPr lang="en-US"/>
          </a:p>
        </p:txBody>
      </p:sp>
      <p:sp>
        <p:nvSpPr>
          <p:cNvPr id="64" name="Freeform 63">
            <a:extLst>
              <a:ext uri="{FF2B5EF4-FFF2-40B4-BE49-F238E27FC236}">
                <a16:creationId xmlns:a16="http://schemas.microsoft.com/office/drawing/2014/main" id="{FED48F96-F9CC-A72A-14A5-313C12378B01}"/>
              </a:ext>
            </a:extLst>
          </p:cNvPr>
          <p:cNvSpPr/>
          <p:nvPr/>
        </p:nvSpPr>
        <p:spPr>
          <a:xfrm>
            <a:off x="11435974" y="5558136"/>
            <a:ext cx="1231175" cy="1262146"/>
          </a:xfrm>
          <a:custGeom>
            <a:avLst/>
            <a:gdLst>
              <a:gd name="csX0" fmla="*/ 409907 w 1231175"/>
              <a:gd name="csY0" fmla="*/ 555411 h 1262146"/>
              <a:gd name="csX1" fmla="*/ 430693 w 1231175"/>
              <a:gd name="csY1" fmla="*/ 534625 h 1262146"/>
              <a:gd name="csX2" fmla="*/ 451479 w 1231175"/>
              <a:gd name="csY2" fmla="*/ 555411 h 1262146"/>
              <a:gd name="csX3" fmla="*/ 430693 w 1231175"/>
              <a:gd name="csY3" fmla="*/ 576197 h 1262146"/>
              <a:gd name="csX4" fmla="*/ 409907 w 1231175"/>
              <a:gd name="csY4" fmla="*/ 555411 h 1262146"/>
              <a:gd name="csX5" fmla="*/ 430693 w 1231175"/>
              <a:gd name="csY5" fmla="*/ 451479 h 1262146"/>
              <a:gd name="csX6" fmla="*/ 451479 w 1231175"/>
              <a:gd name="csY6" fmla="*/ 430693 h 1262146"/>
              <a:gd name="csX7" fmla="*/ 430693 w 1231175"/>
              <a:gd name="csY7" fmla="*/ 409907 h 1262146"/>
              <a:gd name="csX8" fmla="*/ 409907 w 1231175"/>
              <a:gd name="csY8" fmla="*/ 430693 h 1262146"/>
              <a:gd name="csX9" fmla="*/ 430693 w 1231175"/>
              <a:gd name="csY9" fmla="*/ 451479 h 1262146"/>
              <a:gd name="csX10" fmla="*/ 430693 w 1231175"/>
              <a:gd name="csY10" fmla="*/ 326761 h 1262146"/>
              <a:gd name="csX11" fmla="*/ 451479 w 1231175"/>
              <a:gd name="csY11" fmla="*/ 305975 h 1262146"/>
              <a:gd name="csX12" fmla="*/ 430693 w 1231175"/>
              <a:gd name="csY12" fmla="*/ 285189 h 1262146"/>
              <a:gd name="csX13" fmla="*/ 409907 w 1231175"/>
              <a:gd name="csY13" fmla="*/ 305975 h 1262146"/>
              <a:gd name="csX14" fmla="*/ 430693 w 1231175"/>
              <a:gd name="csY14" fmla="*/ 326761 h 1262146"/>
              <a:gd name="csX15" fmla="*/ 638557 w 1231175"/>
              <a:gd name="csY15" fmla="*/ 700916 h 1262146"/>
              <a:gd name="csX16" fmla="*/ 659343 w 1231175"/>
              <a:gd name="csY16" fmla="*/ 680129 h 1262146"/>
              <a:gd name="csX17" fmla="*/ 638557 w 1231175"/>
              <a:gd name="csY17" fmla="*/ 659343 h 1262146"/>
              <a:gd name="csX18" fmla="*/ 617770 w 1231175"/>
              <a:gd name="csY18" fmla="*/ 680129 h 1262146"/>
              <a:gd name="csX19" fmla="*/ 638557 w 1231175"/>
              <a:gd name="csY19" fmla="*/ 700916 h 1262146"/>
              <a:gd name="csX20" fmla="*/ 638557 w 1231175"/>
              <a:gd name="csY20" fmla="*/ 576197 h 1262146"/>
              <a:gd name="csX21" fmla="*/ 659343 w 1231175"/>
              <a:gd name="csY21" fmla="*/ 555411 h 1262146"/>
              <a:gd name="csX22" fmla="*/ 638557 w 1231175"/>
              <a:gd name="csY22" fmla="*/ 534625 h 1262146"/>
              <a:gd name="csX23" fmla="*/ 617770 w 1231175"/>
              <a:gd name="csY23" fmla="*/ 555411 h 1262146"/>
              <a:gd name="csX24" fmla="*/ 638557 w 1231175"/>
              <a:gd name="csY24" fmla="*/ 576197 h 1262146"/>
              <a:gd name="csX25" fmla="*/ 638557 w 1231175"/>
              <a:gd name="csY25" fmla="*/ 451479 h 1262146"/>
              <a:gd name="csX26" fmla="*/ 659343 w 1231175"/>
              <a:gd name="csY26" fmla="*/ 430693 h 1262146"/>
              <a:gd name="csX27" fmla="*/ 638557 w 1231175"/>
              <a:gd name="csY27" fmla="*/ 409907 h 1262146"/>
              <a:gd name="csX28" fmla="*/ 617770 w 1231175"/>
              <a:gd name="csY28" fmla="*/ 430693 h 1262146"/>
              <a:gd name="csX29" fmla="*/ 638557 w 1231175"/>
              <a:gd name="csY29" fmla="*/ 451479 h 1262146"/>
              <a:gd name="csX30" fmla="*/ 846420 w 1231175"/>
              <a:gd name="csY30" fmla="*/ 638557 h 1262146"/>
              <a:gd name="csX31" fmla="*/ 867206 w 1231175"/>
              <a:gd name="csY31" fmla="*/ 617770 h 1262146"/>
              <a:gd name="csX32" fmla="*/ 846420 w 1231175"/>
              <a:gd name="csY32" fmla="*/ 596984 h 1262146"/>
              <a:gd name="csX33" fmla="*/ 825634 w 1231175"/>
              <a:gd name="csY33" fmla="*/ 617770 h 1262146"/>
              <a:gd name="csX34" fmla="*/ 846420 w 1231175"/>
              <a:gd name="csY34" fmla="*/ 638557 h 1262146"/>
              <a:gd name="csX35" fmla="*/ 846420 w 1231175"/>
              <a:gd name="csY35" fmla="*/ 513838 h 1262146"/>
              <a:gd name="csX36" fmla="*/ 867206 w 1231175"/>
              <a:gd name="csY36" fmla="*/ 493052 h 1262146"/>
              <a:gd name="csX37" fmla="*/ 846420 w 1231175"/>
              <a:gd name="csY37" fmla="*/ 472266 h 1262146"/>
              <a:gd name="csX38" fmla="*/ 825634 w 1231175"/>
              <a:gd name="csY38" fmla="*/ 493052 h 1262146"/>
              <a:gd name="csX39" fmla="*/ 846420 w 1231175"/>
              <a:gd name="csY39" fmla="*/ 513838 h 1262146"/>
              <a:gd name="csX40" fmla="*/ 846420 w 1231175"/>
              <a:gd name="csY40" fmla="*/ 389120 h 1262146"/>
              <a:gd name="csX41" fmla="*/ 867206 w 1231175"/>
              <a:gd name="csY41" fmla="*/ 368334 h 1262146"/>
              <a:gd name="csX42" fmla="*/ 846420 w 1231175"/>
              <a:gd name="csY42" fmla="*/ 347548 h 1262146"/>
              <a:gd name="csX43" fmla="*/ 825634 w 1231175"/>
              <a:gd name="csY43" fmla="*/ 368334 h 1262146"/>
              <a:gd name="csX44" fmla="*/ 846420 w 1231175"/>
              <a:gd name="csY44" fmla="*/ 389120 h 1262146"/>
              <a:gd name="csX45" fmla="*/ 653523 w 1231175"/>
              <a:gd name="csY45" fmla="*/ 1262147 h 1262146"/>
              <a:gd name="csX46" fmla="*/ 623590 w 1231175"/>
              <a:gd name="csY46" fmla="*/ 1262147 h 1262146"/>
              <a:gd name="csX47" fmla="*/ 623590 w 1231175"/>
              <a:gd name="csY47" fmla="*/ 774167 h 1262146"/>
              <a:gd name="csX48" fmla="*/ 445659 w 1231175"/>
              <a:gd name="csY48" fmla="*/ 699502 h 1262146"/>
              <a:gd name="csX49" fmla="*/ 445659 w 1231175"/>
              <a:gd name="csY49" fmla="*/ 1095856 h 1262146"/>
              <a:gd name="csX50" fmla="*/ 415727 w 1231175"/>
              <a:gd name="csY50" fmla="*/ 1095856 h 1262146"/>
              <a:gd name="csX51" fmla="*/ 415727 w 1231175"/>
              <a:gd name="csY51" fmla="*/ 674351 h 1262146"/>
              <a:gd name="csX52" fmla="*/ 291009 w 1231175"/>
              <a:gd name="csY52" fmla="*/ 389120 h 1262146"/>
              <a:gd name="csX53" fmla="*/ 680129 w 1231175"/>
              <a:gd name="csY53" fmla="*/ 0 h 1262146"/>
              <a:gd name="csX54" fmla="*/ 1069250 w 1231175"/>
              <a:gd name="csY54" fmla="*/ 389120 h 1262146"/>
              <a:gd name="csX55" fmla="*/ 965650 w 1231175"/>
              <a:gd name="csY55" fmla="*/ 653440 h 1262146"/>
              <a:gd name="csX56" fmla="*/ 1231175 w 1231175"/>
              <a:gd name="csY56" fmla="*/ 918964 h 1262146"/>
              <a:gd name="csX57" fmla="*/ 1209973 w 1231175"/>
              <a:gd name="csY57" fmla="*/ 940166 h 1262146"/>
              <a:gd name="csX58" fmla="*/ 944448 w 1231175"/>
              <a:gd name="csY58" fmla="*/ 674600 h 1262146"/>
              <a:gd name="csX59" fmla="*/ 861386 w 1231175"/>
              <a:gd name="csY59" fmla="*/ 733633 h 1262146"/>
              <a:gd name="csX60" fmla="*/ 861386 w 1231175"/>
              <a:gd name="csY60" fmla="*/ 1179001 h 1262146"/>
              <a:gd name="csX61" fmla="*/ 831454 w 1231175"/>
              <a:gd name="csY61" fmla="*/ 1179001 h 1262146"/>
              <a:gd name="csX62" fmla="*/ 831454 w 1231175"/>
              <a:gd name="csY62" fmla="*/ 747851 h 1262146"/>
              <a:gd name="csX63" fmla="*/ 653564 w 1231175"/>
              <a:gd name="csY63" fmla="*/ 777326 h 1262146"/>
              <a:gd name="csX64" fmla="*/ 653523 w 1231175"/>
              <a:gd name="csY64" fmla="*/ 1262147 h 1262146"/>
              <a:gd name="csX65" fmla="*/ 653523 w 1231175"/>
              <a:gd name="csY65" fmla="*/ 1262147 h 1262146"/>
              <a:gd name="csX66" fmla="*/ 680129 w 1231175"/>
              <a:gd name="csY66" fmla="*/ 29932 h 1262146"/>
              <a:gd name="csX67" fmla="*/ 320941 w 1231175"/>
              <a:gd name="csY67" fmla="*/ 389120 h 1262146"/>
              <a:gd name="csX68" fmla="*/ 680129 w 1231175"/>
              <a:gd name="csY68" fmla="*/ 748308 h 1262146"/>
              <a:gd name="csX69" fmla="*/ 934055 w 1231175"/>
              <a:gd name="csY69" fmla="*/ 643088 h 1262146"/>
              <a:gd name="csX70" fmla="*/ 1039276 w 1231175"/>
              <a:gd name="csY70" fmla="*/ 389162 h 1262146"/>
              <a:gd name="csX71" fmla="*/ 680129 w 1231175"/>
              <a:gd name="csY71" fmla="*/ 29932 h 1262146"/>
              <a:gd name="csX72" fmla="*/ 237796 w 1231175"/>
              <a:gd name="csY72" fmla="*/ 1137429 h 1262146"/>
              <a:gd name="csX73" fmla="*/ 207863 w 1231175"/>
              <a:gd name="csY73" fmla="*/ 1137429 h 1262146"/>
              <a:gd name="csX74" fmla="*/ 207863 w 1231175"/>
              <a:gd name="csY74" fmla="*/ 389120 h 1262146"/>
              <a:gd name="csX75" fmla="*/ 237796 w 1231175"/>
              <a:gd name="csY75" fmla="*/ 389120 h 1262146"/>
              <a:gd name="csX76" fmla="*/ 237796 w 1231175"/>
              <a:gd name="csY76" fmla="*/ 1137429 h 1262146"/>
              <a:gd name="csX77" fmla="*/ 29932 w 1231175"/>
              <a:gd name="csY77" fmla="*/ 971138 h 1262146"/>
              <a:gd name="csX78" fmla="*/ 0 w 1231175"/>
              <a:gd name="csY78" fmla="*/ 971138 h 1262146"/>
              <a:gd name="csX79" fmla="*/ 0 w 1231175"/>
              <a:gd name="csY79" fmla="*/ 139684 h 1262146"/>
              <a:gd name="csX80" fmla="*/ 29932 w 1231175"/>
              <a:gd name="csY80" fmla="*/ 139684 h 1262146"/>
              <a:gd name="csX81" fmla="*/ 29932 w 1231175"/>
              <a:gd name="csY81" fmla="*/ 971138 h 1262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Lst>
            <a:rect l="l" t="t" r="r" b="b"/>
            <a:pathLst>
              <a:path w="1231175" h="1262146">
                <a:moveTo>
                  <a:pt x="409907" y="555411"/>
                </a:moveTo>
                <a:cubicBezTo>
                  <a:pt x="409907" y="543937"/>
                  <a:pt x="419219" y="534625"/>
                  <a:pt x="430693" y="534625"/>
                </a:cubicBezTo>
                <a:cubicBezTo>
                  <a:pt x="442167" y="534625"/>
                  <a:pt x="451479" y="543937"/>
                  <a:pt x="451479" y="555411"/>
                </a:cubicBezTo>
                <a:cubicBezTo>
                  <a:pt x="451479" y="566885"/>
                  <a:pt x="442167" y="576197"/>
                  <a:pt x="430693" y="576197"/>
                </a:cubicBezTo>
                <a:cubicBezTo>
                  <a:pt x="419219" y="576197"/>
                  <a:pt x="409907" y="566885"/>
                  <a:pt x="409907" y="555411"/>
                </a:cubicBezTo>
                <a:close/>
                <a:moveTo>
                  <a:pt x="430693" y="451479"/>
                </a:moveTo>
                <a:cubicBezTo>
                  <a:pt x="442167" y="451479"/>
                  <a:pt x="451479" y="442167"/>
                  <a:pt x="451479" y="430693"/>
                </a:cubicBezTo>
                <a:cubicBezTo>
                  <a:pt x="451479" y="419219"/>
                  <a:pt x="442167" y="409907"/>
                  <a:pt x="430693" y="409907"/>
                </a:cubicBezTo>
                <a:cubicBezTo>
                  <a:pt x="419219" y="409907"/>
                  <a:pt x="409907" y="419219"/>
                  <a:pt x="409907" y="430693"/>
                </a:cubicBezTo>
                <a:cubicBezTo>
                  <a:pt x="409907" y="442167"/>
                  <a:pt x="419219" y="451479"/>
                  <a:pt x="430693" y="451479"/>
                </a:cubicBezTo>
                <a:close/>
                <a:moveTo>
                  <a:pt x="430693" y="326761"/>
                </a:moveTo>
                <a:cubicBezTo>
                  <a:pt x="442167" y="326761"/>
                  <a:pt x="451479" y="317449"/>
                  <a:pt x="451479" y="305975"/>
                </a:cubicBezTo>
                <a:cubicBezTo>
                  <a:pt x="451479" y="294501"/>
                  <a:pt x="442167" y="285189"/>
                  <a:pt x="430693" y="285189"/>
                </a:cubicBezTo>
                <a:cubicBezTo>
                  <a:pt x="419219" y="285189"/>
                  <a:pt x="409907" y="294501"/>
                  <a:pt x="409907" y="305975"/>
                </a:cubicBezTo>
                <a:cubicBezTo>
                  <a:pt x="409907" y="317449"/>
                  <a:pt x="419219" y="326761"/>
                  <a:pt x="430693" y="326761"/>
                </a:cubicBezTo>
                <a:close/>
                <a:moveTo>
                  <a:pt x="638557" y="700916"/>
                </a:moveTo>
                <a:cubicBezTo>
                  <a:pt x="650031" y="700916"/>
                  <a:pt x="659343" y="691603"/>
                  <a:pt x="659343" y="680129"/>
                </a:cubicBezTo>
                <a:cubicBezTo>
                  <a:pt x="659343" y="668655"/>
                  <a:pt x="650031" y="659343"/>
                  <a:pt x="638557" y="659343"/>
                </a:cubicBezTo>
                <a:cubicBezTo>
                  <a:pt x="627082" y="659343"/>
                  <a:pt x="617770" y="668655"/>
                  <a:pt x="617770" y="680129"/>
                </a:cubicBezTo>
                <a:cubicBezTo>
                  <a:pt x="617770" y="691603"/>
                  <a:pt x="627082" y="700916"/>
                  <a:pt x="638557" y="700916"/>
                </a:cubicBezTo>
                <a:close/>
                <a:moveTo>
                  <a:pt x="638557" y="576197"/>
                </a:moveTo>
                <a:cubicBezTo>
                  <a:pt x="650031" y="576197"/>
                  <a:pt x="659343" y="566885"/>
                  <a:pt x="659343" y="555411"/>
                </a:cubicBezTo>
                <a:cubicBezTo>
                  <a:pt x="659343" y="543937"/>
                  <a:pt x="650031" y="534625"/>
                  <a:pt x="638557" y="534625"/>
                </a:cubicBezTo>
                <a:cubicBezTo>
                  <a:pt x="627082" y="534625"/>
                  <a:pt x="617770" y="543937"/>
                  <a:pt x="617770" y="555411"/>
                </a:cubicBezTo>
                <a:cubicBezTo>
                  <a:pt x="617770" y="566885"/>
                  <a:pt x="627082" y="576197"/>
                  <a:pt x="638557" y="576197"/>
                </a:cubicBezTo>
                <a:close/>
                <a:moveTo>
                  <a:pt x="638557" y="451479"/>
                </a:moveTo>
                <a:cubicBezTo>
                  <a:pt x="650031" y="451479"/>
                  <a:pt x="659343" y="442167"/>
                  <a:pt x="659343" y="430693"/>
                </a:cubicBezTo>
                <a:cubicBezTo>
                  <a:pt x="659343" y="419219"/>
                  <a:pt x="650031" y="409907"/>
                  <a:pt x="638557" y="409907"/>
                </a:cubicBezTo>
                <a:cubicBezTo>
                  <a:pt x="627082" y="409907"/>
                  <a:pt x="617770" y="419219"/>
                  <a:pt x="617770" y="430693"/>
                </a:cubicBezTo>
                <a:cubicBezTo>
                  <a:pt x="617770" y="442167"/>
                  <a:pt x="627082" y="451479"/>
                  <a:pt x="638557" y="451479"/>
                </a:cubicBezTo>
                <a:close/>
                <a:moveTo>
                  <a:pt x="846420" y="638557"/>
                </a:moveTo>
                <a:cubicBezTo>
                  <a:pt x="857894" y="638557"/>
                  <a:pt x="867206" y="629244"/>
                  <a:pt x="867206" y="617770"/>
                </a:cubicBezTo>
                <a:cubicBezTo>
                  <a:pt x="867206" y="606296"/>
                  <a:pt x="857894" y="596984"/>
                  <a:pt x="846420" y="596984"/>
                </a:cubicBezTo>
                <a:cubicBezTo>
                  <a:pt x="834946" y="596984"/>
                  <a:pt x="825634" y="606296"/>
                  <a:pt x="825634" y="617770"/>
                </a:cubicBezTo>
                <a:cubicBezTo>
                  <a:pt x="825634" y="629244"/>
                  <a:pt x="834946" y="638557"/>
                  <a:pt x="846420" y="638557"/>
                </a:cubicBezTo>
                <a:close/>
                <a:moveTo>
                  <a:pt x="846420" y="513838"/>
                </a:moveTo>
                <a:cubicBezTo>
                  <a:pt x="857894" y="513838"/>
                  <a:pt x="867206" y="504526"/>
                  <a:pt x="867206" y="493052"/>
                </a:cubicBezTo>
                <a:cubicBezTo>
                  <a:pt x="867206" y="481578"/>
                  <a:pt x="857894" y="472266"/>
                  <a:pt x="846420" y="472266"/>
                </a:cubicBezTo>
                <a:cubicBezTo>
                  <a:pt x="834946" y="472266"/>
                  <a:pt x="825634" y="481578"/>
                  <a:pt x="825634" y="493052"/>
                </a:cubicBezTo>
                <a:cubicBezTo>
                  <a:pt x="825634" y="504526"/>
                  <a:pt x="834946" y="513838"/>
                  <a:pt x="846420" y="513838"/>
                </a:cubicBezTo>
                <a:close/>
                <a:moveTo>
                  <a:pt x="846420" y="389120"/>
                </a:moveTo>
                <a:cubicBezTo>
                  <a:pt x="857894" y="389120"/>
                  <a:pt x="867206" y="379808"/>
                  <a:pt x="867206" y="368334"/>
                </a:cubicBezTo>
                <a:cubicBezTo>
                  <a:pt x="867206" y="356860"/>
                  <a:pt x="857894" y="347548"/>
                  <a:pt x="846420" y="347548"/>
                </a:cubicBezTo>
                <a:cubicBezTo>
                  <a:pt x="834946" y="347548"/>
                  <a:pt x="825634" y="356860"/>
                  <a:pt x="825634" y="368334"/>
                </a:cubicBezTo>
                <a:cubicBezTo>
                  <a:pt x="825634" y="379808"/>
                  <a:pt x="834946" y="389120"/>
                  <a:pt x="846420" y="389120"/>
                </a:cubicBezTo>
                <a:close/>
                <a:moveTo>
                  <a:pt x="653523" y="1262147"/>
                </a:moveTo>
                <a:lnTo>
                  <a:pt x="623590" y="1262147"/>
                </a:lnTo>
                <a:lnTo>
                  <a:pt x="623590" y="774167"/>
                </a:lnTo>
                <a:cubicBezTo>
                  <a:pt x="557448" y="764522"/>
                  <a:pt x="496669" y="738123"/>
                  <a:pt x="445659" y="699502"/>
                </a:cubicBezTo>
                <a:lnTo>
                  <a:pt x="445659" y="1095856"/>
                </a:lnTo>
                <a:lnTo>
                  <a:pt x="415727" y="1095856"/>
                </a:lnTo>
                <a:lnTo>
                  <a:pt x="415727" y="674351"/>
                </a:lnTo>
                <a:cubicBezTo>
                  <a:pt x="339067" y="603261"/>
                  <a:pt x="291009" y="501699"/>
                  <a:pt x="291009" y="389120"/>
                </a:cubicBezTo>
                <a:cubicBezTo>
                  <a:pt x="291009" y="174564"/>
                  <a:pt x="465573" y="0"/>
                  <a:pt x="680129" y="0"/>
                </a:cubicBezTo>
                <a:cubicBezTo>
                  <a:pt x="894686" y="0"/>
                  <a:pt x="1069250" y="174564"/>
                  <a:pt x="1069250" y="389120"/>
                </a:cubicBezTo>
                <a:cubicBezTo>
                  <a:pt x="1069250" y="488022"/>
                  <a:pt x="1032541" y="581352"/>
                  <a:pt x="965650" y="653440"/>
                </a:cubicBezTo>
                <a:lnTo>
                  <a:pt x="1231175" y="918964"/>
                </a:lnTo>
                <a:lnTo>
                  <a:pt x="1209973" y="940166"/>
                </a:lnTo>
                <a:lnTo>
                  <a:pt x="944448" y="674600"/>
                </a:lnTo>
                <a:cubicBezTo>
                  <a:pt x="919172" y="698089"/>
                  <a:pt x="891235" y="717877"/>
                  <a:pt x="861386" y="733633"/>
                </a:cubicBezTo>
                <a:lnTo>
                  <a:pt x="861386" y="1179001"/>
                </a:lnTo>
                <a:lnTo>
                  <a:pt x="831454" y="1179001"/>
                </a:lnTo>
                <a:lnTo>
                  <a:pt x="831454" y="747851"/>
                </a:lnTo>
                <a:cubicBezTo>
                  <a:pt x="776204" y="771173"/>
                  <a:pt x="714260" y="781525"/>
                  <a:pt x="653564" y="777326"/>
                </a:cubicBezTo>
                <a:lnTo>
                  <a:pt x="653523" y="1262147"/>
                </a:lnTo>
                <a:lnTo>
                  <a:pt x="653523" y="1262147"/>
                </a:lnTo>
                <a:close/>
                <a:moveTo>
                  <a:pt x="680129" y="29932"/>
                </a:moveTo>
                <a:cubicBezTo>
                  <a:pt x="482077" y="29932"/>
                  <a:pt x="320941" y="191068"/>
                  <a:pt x="320941" y="389120"/>
                </a:cubicBezTo>
                <a:cubicBezTo>
                  <a:pt x="320941" y="587173"/>
                  <a:pt x="482077" y="748308"/>
                  <a:pt x="680129" y="748308"/>
                </a:cubicBezTo>
                <a:cubicBezTo>
                  <a:pt x="776079" y="748308"/>
                  <a:pt x="866292" y="710976"/>
                  <a:pt x="934055" y="643088"/>
                </a:cubicBezTo>
                <a:cubicBezTo>
                  <a:pt x="1001943" y="575283"/>
                  <a:pt x="1039276" y="485070"/>
                  <a:pt x="1039276" y="389162"/>
                </a:cubicBezTo>
                <a:cubicBezTo>
                  <a:pt x="1039317" y="191068"/>
                  <a:pt x="878181" y="29932"/>
                  <a:pt x="680129" y="29932"/>
                </a:cubicBezTo>
                <a:close/>
                <a:moveTo>
                  <a:pt x="237796" y="1137429"/>
                </a:moveTo>
                <a:lnTo>
                  <a:pt x="207863" y="1137429"/>
                </a:lnTo>
                <a:lnTo>
                  <a:pt x="207863" y="389120"/>
                </a:lnTo>
                <a:lnTo>
                  <a:pt x="237796" y="389120"/>
                </a:lnTo>
                <a:cubicBezTo>
                  <a:pt x="237796" y="389120"/>
                  <a:pt x="237796" y="1137429"/>
                  <a:pt x="237796" y="1137429"/>
                </a:cubicBezTo>
                <a:close/>
                <a:moveTo>
                  <a:pt x="29932" y="971138"/>
                </a:moveTo>
                <a:lnTo>
                  <a:pt x="0" y="971138"/>
                </a:lnTo>
                <a:lnTo>
                  <a:pt x="0" y="139684"/>
                </a:lnTo>
                <a:lnTo>
                  <a:pt x="29932" y="139684"/>
                </a:lnTo>
                <a:cubicBezTo>
                  <a:pt x="29932" y="139684"/>
                  <a:pt x="29932" y="971138"/>
                  <a:pt x="29932" y="971138"/>
                </a:cubicBezTo>
                <a:close/>
              </a:path>
            </a:pathLst>
          </a:custGeom>
          <a:solidFill>
            <a:schemeClr val="tx1"/>
          </a:solidFill>
          <a:ln w="41374" cap="flat">
            <a:noFill/>
            <a:prstDash val="solid"/>
            <a:miter/>
          </a:ln>
        </p:spPr>
        <p:txBody>
          <a:bodyPr/>
          <a:lstStyle/>
          <a:p>
            <a:endParaRPr lang="en-US"/>
          </a:p>
        </p:txBody>
      </p:sp>
      <p:sp>
        <p:nvSpPr>
          <p:cNvPr id="66" name="Freeform 65">
            <a:extLst>
              <a:ext uri="{FF2B5EF4-FFF2-40B4-BE49-F238E27FC236}">
                <a16:creationId xmlns:a16="http://schemas.microsoft.com/office/drawing/2014/main" id="{B75DB64A-EF24-587C-B898-6349A11A6B2A}"/>
              </a:ext>
            </a:extLst>
          </p:cNvPr>
          <p:cNvSpPr/>
          <p:nvPr/>
        </p:nvSpPr>
        <p:spPr>
          <a:xfrm>
            <a:off x="1632694" y="5522078"/>
            <a:ext cx="1277091" cy="1277112"/>
          </a:xfrm>
          <a:custGeom>
            <a:avLst/>
            <a:gdLst>
              <a:gd name="csX0" fmla="*/ 1262146 w 1277091"/>
              <a:gd name="csY0" fmla="*/ 1277113 h 1277112"/>
              <a:gd name="csX1" fmla="*/ 14965 w 1277091"/>
              <a:gd name="csY1" fmla="*/ 1277113 h 1277112"/>
              <a:gd name="csX2" fmla="*/ 14965 w 1277091"/>
              <a:gd name="csY2" fmla="*/ 1247181 h 1277112"/>
              <a:gd name="csX3" fmla="*/ 41571 w 1277091"/>
              <a:gd name="csY3" fmla="*/ 1247181 h 1277112"/>
              <a:gd name="csX4" fmla="*/ 41571 w 1277091"/>
              <a:gd name="csY4" fmla="*/ 1140962 h 1277112"/>
              <a:gd name="csX5" fmla="*/ 1578 w 1277091"/>
              <a:gd name="csY5" fmla="*/ 1060977 h 1277112"/>
              <a:gd name="csX6" fmla="*/ 955 w 1277091"/>
              <a:gd name="csY6" fmla="*/ 1049045 h 1277112"/>
              <a:gd name="csX7" fmla="*/ 40116 w 1277091"/>
              <a:gd name="csY7" fmla="*/ 944532 h 1277112"/>
              <a:gd name="csX8" fmla="*/ 14965 w 1277091"/>
              <a:gd name="csY8" fmla="*/ 944532 h 1277112"/>
              <a:gd name="csX9" fmla="*/ 14965 w 1277091"/>
              <a:gd name="csY9" fmla="*/ 914599 h 1277112"/>
              <a:gd name="csX10" fmla="*/ 51341 w 1277091"/>
              <a:gd name="csY10" fmla="*/ 914599 h 1277112"/>
              <a:gd name="csX11" fmla="*/ 124717 w 1277091"/>
              <a:gd name="csY11" fmla="*/ 719000 h 1277112"/>
              <a:gd name="csX12" fmla="*/ 124717 w 1277091"/>
              <a:gd name="csY12" fmla="*/ 513838 h 1277112"/>
              <a:gd name="csX13" fmla="*/ 154649 w 1277091"/>
              <a:gd name="csY13" fmla="*/ 513838 h 1277112"/>
              <a:gd name="csX14" fmla="*/ 154649 w 1277091"/>
              <a:gd name="csY14" fmla="*/ 721702 h 1277112"/>
              <a:gd name="csX15" fmla="*/ 153693 w 1277091"/>
              <a:gd name="csY15" fmla="*/ 726940 h 1277112"/>
              <a:gd name="csX16" fmla="*/ 83352 w 1277091"/>
              <a:gd name="csY16" fmla="*/ 914599 h 1277112"/>
              <a:gd name="csX17" fmla="*/ 445492 w 1277091"/>
              <a:gd name="csY17" fmla="*/ 914599 h 1277112"/>
              <a:gd name="csX18" fmla="*/ 375151 w 1277091"/>
              <a:gd name="csY18" fmla="*/ 726940 h 1277112"/>
              <a:gd name="csX19" fmla="*/ 374153 w 1277091"/>
              <a:gd name="csY19" fmla="*/ 721702 h 1277112"/>
              <a:gd name="csX20" fmla="*/ 374153 w 1277091"/>
              <a:gd name="csY20" fmla="*/ 513838 h 1277112"/>
              <a:gd name="csX21" fmla="*/ 404085 w 1277091"/>
              <a:gd name="csY21" fmla="*/ 513838 h 1277112"/>
              <a:gd name="csX22" fmla="*/ 404085 w 1277091"/>
              <a:gd name="csY22" fmla="*/ 719000 h 1277112"/>
              <a:gd name="csX23" fmla="*/ 477461 w 1277091"/>
              <a:gd name="csY23" fmla="*/ 914599 h 1277112"/>
              <a:gd name="csX24" fmla="*/ 513837 w 1277091"/>
              <a:gd name="csY24" fmla="*/ 914599 h 1277112"/>
              <a:gd name="csX25" fmla="*/ 513837 w 1277091"/>
              <a:gd name="csY25" fmla="*/ 944573 h 1277112"/>
              <a:gd name="csX26" fmla="*/ 488686 w 1277091"/>
              <a:gd name="csY26" fmla="*/ 944573 h 1277112"/>
              <a:gd name="csX27" fmla="*/ 527847 w 1277091"/>
              <a:gd name="csY27" fmla="*/ 1049087 h 1277112"/>
              <a:gd name="csX28" fmla="*/ 527224 w 1277091"/>
              <a:gd name="csY28" fmla="*/ 1061018 h 1277112"/>
              <a:gd name="csX29" fmla="*/ 487231 w 1277091"/>
              <a:gd name="csY29" fmla="*/ 1141004 h 1277112"/>
              <a:gd name="csX30" fmla="*/ 487231 w 1277091"/>
              <a:gd name="csY30" fmla="*/ 1247222 h 1277112"/>
              <a:gd name="csX31" fmla="*/ 623589 w 1277091"/>
              <a:gd name="csY31" fmla="*/ 1247222 h 1277112"/>
              <a:gd name="csX32" fmla="*/ 623589 w 1277091"/>
              <a:gd name="csY32" fmla="*/ 1220574 h 1277112"/>
              <a:gd name="csX33" fmla="*/ 744399 w 1277091"/>
              <a:gd name="csY33" fmla="*/ 1049710 h 1277112"/>
              <a:gd name="csX34" fmla="*/ 707441 w 1277091"/>
              <a:gd name="csY34" fmla="*/ 934180 h 1277112"/>
              <a:gd name="csX35" fmla="*/ 706734 w 1277091"/>
              <a:gd name="csY35" fmla="*/ 929565 h 1277112"/>
              <a:gd name="csX36" fmla="*/ 706734 w 1277091"/>
              <a:gd name="csY36" fmla="*/ 615899 h 1277112"/>
              <a:gd name="csX37" fmla="*/ 798236 w 1277091"/>
              <a:gd name="csY37" fmla="*/ 355821 h 1277112"/>
              <a:gd name="csX38" fmla="*/ 919919 w 1277091"/>
              <a:gd name="csY38" fmla="*/ 252970 h 1277112"/>
              <a:gd name="csX39" fmla="*/ 935883 w 1277091"/>
              <a:gd name="csY39" fmla="*/ 250808 h 1277112"/>
              <a:gd name="csX40" fmla="*/ 944530 w 1277091"/>
              <a:gd name="csY40" fmla="*/ 264402 h 1277112"/>
              <a:gd name="csX41" fmla="*/ 944530 w 1277091"/>
              <a:gd name="csY41" fmla="*/ 374154 h 1277112"/>
              <a:gd name="csX42" fmla="*/ 1012709 w 1277091"/>
              <a:gd name="csY42" fmla="*/ 374154 h 1277112"/>
              <a:gd name="csX43" fmla="*/ 1022271 w 1277091"/>
              <a:gd name="csY43" fmla="*/ 377605 h 1277112"/>
              <a:gd name="csX44" fmla="*/ 1271707 w 1277091"/>
              <a:gd name="csY44" fmla="*/ 585468 h 1277112"/>
              <a:gd name="csX45" fmla="*/ 1275532 w 1277091"/>
              <a:gd name="csY45" fmla="*/ 603677 h 1277112"/>
              <a:gd name="csX46" fmla="*/ 1233959 w 1277091"/>
              <a:gd name="csY46" fmla="*/ 686822 h 1277112"/>
              <a:gd name="csX47" fmla="*/ 1218079 w 1277091"/>
              <a:gd name="csY47" fmla="*/ 694887 h 1277112"/>
              <a:gd name="csX48" fmla="*/ 999739 w 1277091"/>
              <a:gd name="csY48" fmla="*/ 658511 h 1277112"/>
              <a:gd name="csX49" fmla="*/ 1150398 w 1277091"/>
              <a:gd name="csY49" fmla="*/ 922124 h 1277112"/>
              <a:gd name="csX50" fmla="*/ 1151645 w 1277091"/>
              <a:gd name="csY50" fmla="*/ 934097 h 1277112"/>
              <a:gd name="csX51" fmla="*/ 1114687 w 1277091"/>
              <a:gd name="csY51" fmla="*/ 1049627 h 1277112"/>
              <a:gd name="csX52" fmla="*/ 1235497 w 1277091"/>
              <a:gd name="csY52" fmla="*/ 1220491 h 1277112"/>
              <a:gd name="csX53" fmla="*/ 1235497 w 1277091"/>
              <a:gd name="csY53" fmla="*/ 1247139 h 1277112"/>
              <a:gd name="csX54" fmla="*/ 1262146 w 1277091"/>
              <a:gd name="csY54" fmla="*/ 1247139 h 1277112"/>
              <a:gd name="csX55" fmla="*/ 1262146 w 1277091"/>
              <a:gd name="csY55" fmla="*/ 1277113 h 1277112"/>
              <a:gd name="csX56" fmla="*/ 653521 w 1277091"/>
              <a:gd name="csY56" fmla="*/ 1247181 h 1277112"/>
              <a:gd name="csX57" fmla="*/ 1205607 w 1277091"/>
              <a:gd name="csY57" fmla="*/ 1247181 h 1277112"/>
              <a:gd name="csX58" fmla="*/ 1205607 w 1277091"/>
              <a:gd name="csY58" fmla="*/ 1220533 h 1277112"/>
              <a:gd name="csX59" fmla="*/ 1054282 w 1277091"/>
              <a:gd name="csY59" fmla="*/ 1069250 h 1277112"/>
              <a:gd name="csX60" fmla="*/ 804846 w 1277091"/>
              <a:gd name="csY60" fmla="*/ 1069250 h 1277112"/>
              <a:gd name="csX61" fmla="*/ 653521 w 1277091"/>
              <a:gd name="csY61" fmla="*/ 1220533 h 1277112"/>
              <a:gd name="csX62" fmla="*/ 653521 w 1277091"/>
              <a:gd name="csY62" fmla="*/ 1247181 h 1277112"/>
              <a:gd name="csX63" fmla="*/ 71504 w 1277091"/>
              <a:gd name="csY63" fmla="*/ 1247181 h 1277112"/>
              <a:gd name="csX64" fmla="*/ 457298 w 1277091"/>
              <a:gd name="csY64" fmla="*/ 1247181 h 1277112"/>
              <a:gd name="csX65" fmla="*/ 457298 w 1277091"/>
              <a:gd name="csY65" fmla="*/ 1152395 h 1277112"/>
              <a:gd name="csX66" fmla="*/ 71504 w 1277091"/>
              <a:gd name="csY66" fmla="*/ 1152395 h 1277112"/>
              <a:gd name="csX67" fmla="*/ 71504 w 1277091"/>
              <a:gd name="csY67" fmla="*/ 1247181 h 1277112"/>
              <a:gd name="csX68" fmla="*/ 261948 w 1277091"/>
              <a:gd name="csY68" fmla="*/ 1122463 h 1277112"/>
              <a:gd name="csX69" fmla="*/ 462994 w 1277091"/>
              <a:gd name="csY69" fmla="*/ 1122463 h 1277112"/>
              <a:gd name="csX70" fmla="*/ 497541 w 1277091"/>
              <a:gd name="csY70" fmla="*/ 1053452 h 1277112"/>
              <a:gd name="csX71" fmla="*/ 456716 w 1277091"/>
              <a:gd name="csY71" fmla="*/ 944573 h 1277112"/>
              <a:gd name="csX72" fmla="*/ 72127 w 1277091"/>
              <a:gd name="csY72" fmla="*/ 944573 h 1277112"/>
              <a:gd name="csX73" fmla="*/ 31303 w 1277091"/>
              <a:gd name="csY73" fmla="*/ 1053452 h 1277112"/>
              <a:gd name="csX74" fmla="*/ 65850 w 1277091"/>
              <a:gd name="csY74" fmla="*/ 1122463 h 1277112"/>
              <a:gd name="csX75" fmla="*/ 261948 w 1277091"/>
              <a:gd name="csY75" fmla="*/ 1122463 h 1277112"/>
              <a:gd name="csX76" fmla="*/ 804846 w 1277091"/>
              <a:gd name="csY76" fmla="*/ 1039317 h 1277112"/>
              <a:gd name="csX77" fmla="*/ 1054282 w 1277091"/>
              <a:gd name="csY77" fmla="*/ 1039317 h 1277112"/>
              <a:gd name="csX78" fmla="*/ 1085753 w 1277091"/>
              <a:gd name="csY78" fmla="*/ 1042061 h 1277112"/>
              <a:gd name="csX79" fmla="*/ 1121173 w 1277091"/>
              <a:gd name="csY79" fmla="*/ 931270 h 1277112"/>
              <a:gd name="csX80" fmla="*/ 958166 w 1277091"/>
              <a:gd name="csY80" fmla="*/ 645998 h 1277112"/>
              <a:gd name="csX81" fmla="*/ 958914 w 1277091"/>
              <a:gd name="csY81" fmla="*/ 630034 h 1277112"/>
              <a:gd name="csX82" fmla="*/ 973631 w 1277091"/>
              <a:gd name="csY82" fmla="*/ 623840 h 1277112"/>
              <a:gd name="csX83" fmla="*/ 1212134 w 1277091"/>
              <a:gd name="csY83" fmla="*/ 663583 h 1277112"/>
              <a:gd name="csX84" fmla="*/ 1243479 w 1277091"/>
              <a:gd name="csY84" fmla="*/ 600933 h 1277112"/>
              <a:gd name="csX85" fmla="*/ 1007305 w 1277091"/>
              <a:gd name="csY85" fmla="*/ 404087 h 1277112"/>
              <a:gd name="csX86" fmla="*/ 929564 w 1277091"/>
              <a:gd name="csY86" fmla="*/ 404087 h 1277112"/>
              <a:gd name="csX87" fmla="*/ 914598 w 1277091"/>
              <a:gd name="csY87" fmla="*/ 389120 h 1277112"/>
              <a:gd name="csX88" fmla="*/ 914598 w 1277091"/>
              <a:gd name="csY88" fmla="*/ 296621 h 1277112"/>
              <a:gd name="csX89" fmla="*/ 818482 w 1277091"/>
              <a:gd name="csY89" fmla="*/ 377813 h 1277112"/>
              <a:gd name="csX90" fmla="*/ 737457 w 1277091"/>
              <a:gd name="csY90" fmla="*/ 582018 h 1277112"/>
              <a:gd name="csX91" fmla="*/ 804846 w 1277091"/>
              <a:gd name="csY91" fmla="*/ 582018 h 1277112"/>
              <a:gd name="csX92" fmla="*/ 804846 w 1277091"/>
              <a:gd name="csY92" fmla="*/ 611950 h 1277112"/>
              <a:gd name="csX93" fmla="*/ 736667 w 1277091"/>
              <a:gd name="csY93" fmla="*/ 611950 h 1277112"/>
              <a:gd name="csX94" fmla="*/ 736667 w 1277091"/>
              <a:gd name="csY94" fmla="*/ 615899 h 1277112"/>
              <a:gd name="csX95" fmla="*/ 736667 w 1277091"/>
              <a:gd name="csY95" fmla="*/ 706736 h 1277112"/>
              <a:gd name="csX96" fmla="*/ 804846 w 1277091"/>
              <a:gd name="csY96" fmla="*/ 706736 h 1277112"/>
              <a:gd name="csX97" fmla="*/ 804846 w 1277091"/>
              <a:gd name="csY97" fmla="*/ 736710 h 1277112"/>
              <a:gd name="csX98" fmla="*/ 736667 w 1277091"/>
              <a:gd name="csY98" fmla="*/ 736710 h 1277112"/>
              <a:gd name="csX99" fmla="*/ 736667 w 1277091"/>
              <a:gd name="csY99" fmla="*/ 831454 h 1277112"/>
              <a:gd name="csX100" fmla="*/ 804846 w 1277091"/>
              <a:gd name="csY100" fmla="*/ 831454 h 1277112"/>
              <a:gd name="csX101" fmla="*/ 804846 w 1277091"/>
              <a:gd name="csY101" fmla="*/ 861428 h 1277112"/>
              <a:gd name="csX102" fmla="*/ 736667 w 1277091"/>
              <a:gd name="csY102" fmla="*/ 861428 h 1277112"/>
              <a:gd name="csX103" fmla="*/ 736667 w 1277091"/>
              <a:gd name="csY103" fmla="*/ 927237 h 1277112"/>
              <a:gd name="csX104" fmla="*/ 773375 w 1277091"/>
              <a:gd name="csY104" fmla="*/ 1042103 h 1277112"/>
              <a:gd name="csX105" fmla="*/ 804846 w 1277091"/>
              <a:gd name="csY105" fmla="*/ 1039317 h 1277112"/>
              <a:gd name="csX106" fmla="*/ 430692 w 1277091"/>
              <a:gd name="csY106" fmla="*/ 445659 h 1277112"/>
              <a:gd name="csX107" fmla="*/ 98110 w 1277091"/>
              <a:gd name="csY107" fmla="*/ 445659 h 1277112"/>
              <a:gd name="csX108" fmla="*/ 98110 w 1277091"/>
              <a:gd name="csY108" fmla="*/ 415727 h 1277112"/>
              <a:gd name="csX109" fmla="*/ 430692 w 1277091"/>
              <a:gd name="csY109" fmla="*/ 415727 h 1277112"/>
              <a:gd name="csX110" fmla="*/ 430692 w 1277091"/>
              <a:gd name="csY110" fmla="*/ 445659 h 1277112"/>
              <a:gd name="csX111" fmla="*/ 404085 w 1277091"/>
              <a:gd name="csY111" fmla="*/ 347548 h 1277112"/>
              <a:gd name="csX112" fmla="*/ 374153 w 1277091"/>
              <a:gd name="csY112" fmla="*/ 347548 h 1277112"/>
              <a:gd name="csX113" fmla="*/ 374153 w 1277091"/>
              <a:gd name="csY113" fmla="*/ 264402 h 1277112"/>
              <a:gd name="csX114" fmla="*/ 375733 w 1277091"/>
              <a:gd name="csY114" fmla="*/ 257709 h 1277112"/>
              <a:gd name="csX115" fmla="*/ 413980 w 1277091"/>
              <a:gd name="csY115" fmla="*/ 181257 h 1277112"/>
              <a:gd name="csX116" fmla="*/ 379890 w 1277091"/>
              <a:gd name="csY116" fmla="*/ 113078 h 1277112"/>
              <a:gd name="csX117" fmla="*/ 148954 w 1277091"/>
              <a:gd name="csY117" fmla="*/ 113078 h 1277112"/>
              <a:gd name="csX118" fmla="*/ 114822 w 1277091"/>
              <a:gd name="csY118" fmla="*/ 181257 h 1277112"/>
              <a:gd name="csX119" fmla="*/ 153028 w 1277091"/>
              <a:gd name="csY119" fmla="*/ 257709 h 1277112"/>
              <a:gd name="csX120" fmla="*/ 154649 w 1277091"/>
              <a:gd name="csY120" fmla="*/ 264402 h 1277112"/>
              <a:gd name="csX121" fmla="*/ 154649 w 1277091"/>
              <a:gd name="csY121" fmla="*/ 347548 h 1277112"/>
              <a:gd name="csX122" fmla="*/ 124717 w 1277091"/>
              <a:gd name="csY122" fmla="*/ 347548 h 1277112"/>
              <a:gd name="csX123" fmla="*/ 124717 w 1277091"/>
              <a:gd name="csY123" fmla="*/ 267936 h 1277112"/>
              <a:gd name="csX124" fmla="*/ 84724 w 1277091"/>
              <a:gd name="csY124" fmla="*/ 187950 h 1277112"/>
              <a:gd name="csX125" fmla="*/ 84724 w 1277091"/>
              <a:gd name="csY125" fmla="*/ 174564 h 1277112"/>
              <a:gd name="csX126" fmla="*/ 126297 w 1277091"/>
              <a:gd name="csY126" fmla="*/ 91418 h 1277112"/>
              <a:gd name="csX127" fmla="*/ 139683 w 1277091"/>
              <a:gd name="csY127" fmla="*/ 83145 h 1277112"/>
              <a:gd name="csX128" fmla="*/ 166289 w 1277091"/>
              <a:gd name="csY128" fmla="*/ 83145 h 1277112"/>
              <a:gd name="csX129" fmla="*/ 166289 w 1277091"/>
              <a:gd name="csY129" fmla="*/ 14966 h 1277112"/>
              <a:gd name="csX130" fmla="*/ 181256 w 1277091"/>
              <a:gd name="csY130" fmla="*/ 0 h 1277112"/>
              <a:gd name="csX131" fmla="*/ 347546 w 1277091"/>
              <a:gd name="csY131" fmla="*/ 0 h 1277112"/>
              <a:gd name="csX132" fmla="*/ 362513 w 1277091"/>
              <a:gd name="csY132" fmla="*/ 14966 h 1277112"/>
              <a:gd name="csX133" fmla="*/ 362513 w 1277091"/>
              <a:gd name="csY133" fmla="*/ 83145 h 1277112"/>
              <a:gd name="csX134" fmla="*/ 389119 w 1277091"/>
              <a:gd name="csY134" fmla="*/ 83145 h 1277112"/>
              <a:gd name="csX135" fmla="*/ 402505 w 1277091"/>
              <a:gd name="csY135" fmla="*/ 91418 h 1277112"/>
              <a:gd name="csX136" fmla="*/ 444078 w 1277091"/>
              <a:gd name="csY136" fmla="*/ 174564 h 1277112"/>
              <a:gd name="csX137" fmla="*/ 444078 w 1277091"/>
              <a:gd name="csY137" fmla="*/ 187950 h 1277112"/>
              <a:gd name="csX138" fmla="*/ 404085 w 1277091"/>
              <a:gd name="csY138" fmla="*/ 267936 h 1277112"/>
              <a:gd name="csX139" fmla="*/ 404085 w 1277091"/>
              <a:gd name="csY139" fmla="*/ 347548 h 1277112"/>
              <a:gd name="csX140" fmla="*/ 196222 w 1277091"/>
              <a:gd name="csY140" fmla="*/ 83145 h 1277112"/>
              <a:gd name="csX141" fmla="*/ 332580 w 1277091"/>
              <a:gd name="csY141" fmla="*/ 83145 h 1277112"/>
              <a:gd name="csX142" fmla="*/ 332580 w 1277091"/>
              <a:gd name="csY142" fmla="*/ 29932 h 1277112"/>
              <a:gd name="csX143" fmla="*/ 196222 w 1277091"/>
              <a:gd name="csY143" fmla="*/ 29932 h 1277112"/>
              <a:gd name="csX144" fmla="*/ 196222 w 1277091"/>
              <a:gd name="csY144" fmla="*/ 83145 h 1277112"/>
              <a:gd name="csX145" fmla="*/ 347546 w 1277091"/>
              <a:gd name="csY145" fmla="*/ 196223 h 1277112"/>
              <a:gd name="csX146" fmla="*/ 181256 w 1277091"/>
              <a:gd name="csY146" fmla="*/ 196223 h 1277112"/>
              <a:gd name="csX147" fmla="*/ 181256 w 1277091"/>
              <a:gd name="csY147" fmla="*/ 166291 h 1277112"/>
              <a:gd name="csX148" fmla="*/ 347546 w 1277091"/>
              <a:gd name="csY148" fmla="*/ 166291 h 1277112"/>
              <a:gd name="csX149" fmla="*/ 347546 w 1277091"/>
              <a:gd name="csY149" fmla="*/ 196223 h 1277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Lst>
            <a:rect l="l" t="t" r="r" b="b"/>
            <a:pathLst>
              <a:path w="1277091" h="1277112">
                <a:moveTo>
                  <a:pt x="1262146" y="1277113"/>
                </a:moveTo>
                <a:lnTo>
                  <a:pt x="14965" y="1277113"/>
                </a:lnTo>
                <a:lnTo>
                  <a:pt x="14965" y="1247181"/>
                </a:lnTo>
                <a:lnTo>
                  <a:pt x="41571" y="1247181"/>
                </a:lnTo>
                <a:lnTo>
                  <a:pt x="41571" y="1140962"/>
                </a:lnTo>
                <a:lnTo>
                  <a:pt x="1578" y="1060977"/>
                </a:lnTo>
                <a:cubicBezTo>
                  <a:pt x="-292" y="1057235"/>
                  <a:pt x="-500" y="1052953"/>
                  <a:pt x="955" y="1049045"/>
                </a:cubicBezTo>
                <a:lnTo>
                  <a:pt x="40116" y="944532"/>
                </a:lnTo>
                <a:lnTo>
                  <a:pt x="14965" y="944532"/>
                </a:lnTo>
                <a:lnTo>
                  <a:pt x="14965" y="914599"/>
                </a:lnTo>
                <a:lnTo>
                  <a:pt x="51341" y="914599"/>
                </a:lnTo>
                <a:lnTo>
                  <a:pt x="124717" y="719000"/>
                </a:lnTo>
                <a:lnTo>
                  <a:pt x="124717" y="513838"/>
                </a:lnTo>
                <a:lnTo>
                  <a:pt x="154649" y="513838"/>
                </a:lnTo>
                <a:lnTo>
                  <a:pt x="154649" y="721702"/>
                </a:lnTo>
                <a:cubicBezTo>
                  <a:pt x="154649" y="723489"/>
                  <a:pt x="154317" y="725277"/>
                  <a:pt x="153693" y="726940"/>
                </a:cubicBezTo>
                <a:lnTo>
                  <a:pt x="83352" y="914599"/>
                </a:lnTo>
                <a:lnTo>
                  <a:pt x="445492" y="914599"/>
                </a:lnTo>
                <a:lnTo>
                  <a:pt x="375151" y="726940"/>
                </a:lnTo>
                <a:cubicBezTo>
                  <a:pt x="374485" y="725277"/>
                  <a:pt x="374153" y="723489"/>
                  <a:pt x="374153" y="721702"/>
                </a:cubicBezTo>
                <a:lnTo>
                  <a:pt x="374153" y="513838"/>
                </a:lnTo>
                <a:lnTo>
                  <a:pt x="404085" y="513838"/>
                </a:lnTo>
                <a:lnTo>
                  <a:pt x="404085" y="719000"/>
                </a:lnTo>
                <a:lnTo>
                  <a:pt x="477461" y="914599"/>
                </a:lnTo>
                <a:lnTo>
                  <a:pt x="513837" y="914599"/>
                </a:lnTo>
                <a:lnTo>
                  <a:pt x="513837" y="944573"/>
                </a:lnTo>
                <a:lnTo>
                  <a:pt x="488686" y="944573"/>
                </a:lnTo>
                <a:lnTo>
                  <a:pt x="527847" y="1049087"/>
                </a:lnTo>
                <a:cubicBezTo>
                  <a:pt x="529302" y="1052995"/>
                  <a:pt x="529094" y="1057277"/>
                  <a:pt x="527224" y="1061018"/>
                </a:cubicBezTo>
                <a:lnTo>
                  <a:pt x="487231" y="1141004"/>
                </a:lnTo>
                <a:lnTo>
                  <a:pt x="487231" y="1247222"/>
                </a:lnTo>
                <a:lnTo>
                  <a:pt x="623589" y="1247222"/>
                </a:lnTo>
                <a:lnTo>
                  <a:pt x="623589" y="1220574"/>
                </a:lnTo>
                <a:cubicBezTo>
                  <a:pt x="623589" y="1141794"/>
                  <a:pt x="674058" y="1074654"/>
                  <a:pt x="744399" y="1049710"/>
                </a:cubicBezTo>
                <a:lnTo>
                  <a:pt x="707441" y="934180"/>
                </a:lnTo>
                <a:cubicBezTo>
                  <a:pt x="706984" y="932642"/>
                  <a:pt x="706734" y="931104"/>
                  <a:pt x="706734" y="929565"/>
                </a:cubicBezTo>
                <a:lnTo>
                  <a:pt x="706734" y="615899"/>
                </a:lnTo>
                <a:cubicBezTo>
                  <a:pt x="706734" y="475508"/>
                  <a:pt x="741780" y="412276"/>
                  <a:pt x="798236" y="355821"/>
                </a:cubicBezTo>
                <a:lnTo>
                  <a:pt x="919919" y="252970"/>
                </a:lnTo>
                <a:cubicBezTo>
                  <a:pt x="924409" y="249187"/>
                  <a:pt x="930728" y="248438"/>
                  <a:pt x="935883" y="250808"/>
                </a:cubicBezTo>
                <a:cubicBezTo>
                  <a:pt x="941121" y="253261"/>
                  <a:pt x="944530" y="258582"/>
                  <a:pt x="944530" y="264402"/>
                </a:cubicBezTo>
                <a:lnTo>
                  <a:pt x="944530" y="374154"/>
                </a:lnTo>
                <a:lnTo>
                  <a:pt x="1012709" y="374154"/>
                </a:lnTo>
                <a:cubicBezTo>
                  <a:pt x="1016201" y="374154"/>
                  <a:pt x="1019610" y="375360"/>
                  <a:pt x="1022271" y="377605"/>
                </a:cubicBezTo>
                <a:lnTo>
                  <a:pt x="1271707" y="585468"/>
                </a:lnTo>
                <a:cubicBezTo>
                  <a:pt x="1277029" y="589916"/>
                  <a:pt x="1278608" y="597441"/>
                  <a:pt x="1275532" y="603677"/>
                </a:cubicBezTo>
                <a:lnTo>
                  <a:pt x="1233959" y="686822"/>
                </a:lnTo>
                <a:cubicBezTo>
                  <a:pt x="1231049" y="692684"/>
                  <a:pt x="1224813" y="695802"/>
                  <a:pt x="1218079" y="694887"/>
                </a:cubicBezTo>
                <a:lnTo>
                  <a:pt x="999739" y="658511"/>
                </a:lnTo>
                <a:lnTo>
                  <a:pt x="1150398" y="922124"/>
                </a:lnTo>
                <a:cubicBezTo>
                  <a:pt x="1152477" y="925782"/>
                  <a:pt x="1152976" y="930106"/>
                  <a:pt x="1151645" y="934097"/>
                </a:cubicBezTo>
                <a:lnTo>
                  <a:pt x="1114687" y="1049627"/>
                </a:lnTo>
                <a:cubicBezTo>
                  <a:pt x="1184987" y="1074612"/>
                  <a:pt x="1235497" y="1141752"/>
                  <a:pt x="1235497" y="1220491"/>
                </a:cubicBezTo>
                <a:lnTo>
                  <a:pt x="1235497" y="1247139"/>
                </a:lnTo>
                <a:lnTo>
                  <a:pt x="1262146" y="1247139"/>
                </a:lnTo>
                <a:lnTo>
                  <a:pt x="1262146" y="1277113"/>
                </a:lnTo>
                <a:close/>
                <a:moveTo>
                  <a:pt x="653521" y="1247181"/>
                </a:moveTo>
                <a:lnTo>
                  <a:pt x="1205607" y="1247181"/>
                </a:lnTo>
                <a:lnTo>
                  <a:pt x="1205607" y="1220533"/>
                </a:lnTo>
                <a:cubicBezTo>
                  <a:pt x="1205607" y="1137096"/>
                  <a:pt x="1137719" y="1069250"/>
                  <a:pt x="1054282" y="1069250"/>
                </a:cubicBezTo>
                <a:lnTo>
                  <a:pt x="804846" y="1069250"/>
                </a:lnTo>
                <a:cubicBezTo>
                  <a:pt x="721410" y="1069250"/>
                  <a:pt x="653521" y="1137096"/>
                  <a:pt x="653521" y="1220533"/>
                </a:cubicBezTo>
                <a:lnTo>
                  <a:pt x="653521" y="1247181"/>
                </a:lnTo>
                <a:close/>
                <a:moveTo>
                  <a:pt x="71504" y="1247181"/>
                </a:moveTo>
                <a:lnTo>
                  <a:pt x="457298" y="1247181"/>
                </a:lnTo>
                <a:lnTo>
                  <a:pt x="457298" y="1152395"/>
                </a:lnTo>
                <a:lnTo>
                  <a:pt x="71504" y="1152395"/>
                </a:lnTo>
                <a:lnTo>
                  <a:pt x="71504" y="1247181"/>
                </a:lnTo>
                <a:close/>
                <a:moveTo>
                  <a:pt x="261948" y="1122463"/>
                </a:moveTo>
                <a:lnTo>
                  <a:pt x="462994" y="1122463"/>
                </a:lnTo>
                <a:lnTo>
                  <a:pt x="497541" y="1053452"/>
                </a:lnTo>
                <a:lnTo>
                  <a:pt x="456716" y="944573"/>
                </a:lnTo>
                <a:lnTo>
                  <a:pt x="72127" y="944573"/>
                </a:lnTo>
                <a:lnTo>
                  <a:pt x="31303" y="1053452"/>
                </a:lnTo>
                <a:lnTo>
                  <a:pt x="65850" y="1122463"/>
                </a:lnTo>
                <a:lnTo>
                  <a:pt x="261948" y="1122463"/>
                </a:lnTo>
                <a:close/>
                <a:moveTo>
                  <a:pt x="804846" y="1039317"/>
                </a:moveTo>
                <a:lnTo>
                  <a:pt x="1054282" y="1039317"/>
                </a:lnTo>
                <a:cubicBezTo>
                  <a:pt x="1065008" y="1039317"/>
                  <a:pt x="1075526" y="1040232"/>
                  <a:pt x="1085753" y="1042061"/>
                </a:cubicBezTo>
                <a:lnTo>
                  <a:pt x="1121173" y="931270"/>
                </a:lnTo>
                <a:lnTo>
                  <a:pt x="958166" y="645998"/>
                </a:lnTo>
                <a:cubicBezTo>
                  <a:pt x="955297" y="640968"/>
                  <a:pt x="955589" y="634732"/>
                  <a:pt x="958914" y="630034"/>
                </a:cubicBezTo>
                <a:cubicBezTo>
                  <a:pt x="962157" y="625295"/>
                  <a:pt x="967728" y="622925"/>
                  <a:pt x="973631" y="623840"/>
                </a:cubicBezTo>
                <a:lnTo>
                  <a:pt x="1212134" y="663583"/>
                </a:lnTo>
                <a:lnTo>
                  <a:pt x="1243479" y="600933"/>
                </a:lnTo>
                <a:lnTo>
                  <a:pt x="1007305" y="404087"/>
                </a:lnTo>
                <a:lnTo>
                  <a:pt x="929564" y="404087"/>
                </a:lnTo>
                <a:cubicBezTo>
                  <a:pt x="921291" y="404087"/>
                  <a:pt x="914598" y="397393"/>
                  <a:pt x="914598" y="389120"/>
                </a:cubicBezTo>
                <a:lnTo>
                  <a:pt x="914598" y="296621"/>
                </a:lnTo>
                <a:lnTo>
                  <a:pt x="818482" y="377813"/>
                </a:lnTo>
                <a:cubicBezTo>
                  <a:pt x="772877" y="423459"/>
                  <a:pt x="742612" y="475301"/>
                  <a:pt x="737457" y="582018"/>
                </a:cubicBezTo>
                <a:lnTo>
                  <a:pt x="804846" y="582018"/>
                </a:lnTo>
                <a:lnTo>
                  <a:pt x="804846" y="611950"/>
                </a:lnTo>
                <a:lnTo>
                  <a:pt x="736667" y="611950"/>
                </a:lnTo>
                <a:cubicBezTo>
                  <a:pt x="736667" y="613280"/>
                  <a:pt x="736667" y="614569"/>
                  <a:pt x="736667" y="615899"/>
                </a:cubicBezTo>
                <a:lnTo>
                  <a:pt x="736667" y="706736"/>
                </a:lnTo>
                <a:lnTo>
                  <a:pt x="804846" y="706736"/>
                </a:lnTo>
                <a:lnTo>
                  <a:pt x="804846" y="736710"/>
                </a:lnTo>
                <a:lnTo>
                  <a:pt x="736667" y="736710"/>
                </a:lnTo>
                <a:lnTo>
                  <a:pt x="736667" y="831454"/>
                </a:lnTo>
                <a:lnTo>
                  <a:pt x="804846" y="831454"/>
                </a:lnTo>
                <a:lnTo>
                  <a:pt x="804846" y="861428"/>
                </a:lnTo>
                <a:lnTo>
                  <a:pt x="736667" y="861428"/>
                </a:lnTo>
                <a:lnTo>
                  <a:pt x="736667" y="927237"/>
                </a:lnTo>
                <a:lnTo>
                  <a:pt x="773375" y="1042103"/>
                </a:lnTo>
                <a:cubicBezTo>
                  <a:pt x="783602" y="1040232"/>
                  <a:pt x="794120" y="1039317"/>
                  <a:pt x="804846" y="1039317"/>
                </a:cubicBezTo>
                <a:close/>
                <a:moveTo>
                  <a:pt x="430692" y="445659"/>
                </a:moveTo>
                <a:lnTo>
                  <a:pt x="98110" y="445659"/>
                </a:lnTo>
                <a:lnTo>
                  <a:pt x="98110" y="415727"/>
                </a:lnTo>
                <a:lnTo>
                  <a:pt x="430692" y="415727"/>
                </a:lnTo>
                <a:lnTo>
                  <a:pt x="430692" y="445659"/>
                </a:lnTo>
                <a:close/>
                <a:moveTo>
                  <a:pt x="404085" y="347548"/>
                </a:moveTo>
                <a:lnTo>
                  <a:pt x="374153" y="347548"/>
                </a:lnTo>
                <a:lnTo>
                  <a:pt x="374153" y="264402"/>
                </a:lnTo>
                <a:cubicBezTo>
                  <a:pt x="374153" y="262074"/>
                  <a:pt x="374693" y="259788"/>
                  <a:pt x="375733" y="257709"/>
                </a:cubicBezTo>
                <a:lnTo>
                  <a:pt x="413980" y="181257"/>
                </a:lnTo>
                <a:lnTo>
                  <a:pt x="379890" y="113078"/>
                </a:lnTo>
                <a:lnTo>
                  <a:pt x="148954" y="113078"/>
                </a:lnTo>
                <a:lnTo>
                  <a:pt x="114822" y="181257"/>
                </a:lnTo>
                <a:lnTo>
                  <a:pt x="153028" y="257709"/>
                </a:lnTo>
                <a:cubicBezTo>
                  <a:pt x="154109" y="259788"/>
                  <a:pt x="154649" y="262074"/>
                  <a:pt x="154649" y="264402"/>
                </a:cubicBezTo>
                <a:lnTo>
                  <a:pt x="154649" y="347548"/>
                </a:lnTo>
                <a:lnTo>
                  <a:pt x="124717" y="347548"/>
                </a:lnTo>
                <a:lnTo>
                  <a:pt x="124717" y="267936"/>
                </a:lnTo>
                <a:lnTo>
                  <a:pt x="84724" y="187950"/>
                </a:lnTo>
                <a:cubicBezTo>
                  <a:pt x="82604" y="183710"/>
                  <a:pt x="82604" y="178763"/>
                  <a:pt x="84724" y="174564"/>
                </a:cubicBezTo>
                <a:lnTo>
                  <a:pt x="126297" y="91418"/>
                </a:lnTo>
                <a:cubicBezTo>
                  <a:pt x="128832" y="86346"/>
                  <a:pt x="134029" y="83145"/>
                  <a:pt x="139683" y="83145"/>
                </a:cubicBezTo>
                <a:lnTo>
                  <a:pt x="166289" y="83145"/>
                </a:lnTo>
                <a:lnTo>
                  <a:pt x="166289" y="14966"/>
                </a:lnTo>
                <a:cubicBezTo>
                  <a:pt x="166289" y="6693"/>
                  <a:pt x="172983" y="0"/>
                  <a:pt x="181256" y="0"/>
                </a:cubicBezTo>
                <a:lnTo>
                  <a:pt x="347546" y="0"/>
                </a:lnTo>
                <a:cubicBezTo>
                  <a:pt x="355819" y="0"/>
                  <a:pt x="362513" y="6693"/>
                  <a:pt x="362513" y="14966"/>
                </a:cubicBezTo>
                <a:lnTo>
                  <a:pt x="362513" y="83145"/>
                </a:lnTo>
                <a:lnTo>
                  <a:pt x="389119" y="83145"/>
                </a:lnTo>
                <a:cubicBezTo>
                  <a:pt x="394773" y="83145"/>
                  <a:pt x="399970" y="86346"/>
                  <a:pt x="402505" y="91418"/>
                </a:cubicBezTo>
                <a:lnTo>
                  <a:pt x="444078" y="174564"/>
                </a:lnTo>
                <a:cubicBezTo>
                  <a:pt x="446198" y="178804"/>
                  <a:pt x="446198" y="183751"/>
                  <a:pt x="444078" y="187950"/>
                </a:cubicBezTo>
                <a:lnTo>
                  <a:pt x="404085" y="267936"/>
                </a:lnTo>
                <a:lnTo>
                  <a:pt x="404085" y="347548"/>
                </a:lnTo>
                <a:close/>
                <a:moveTo>
                  <a:pt x="196222" y="83145"/>
                </a:moveTo>
                <a:lnTo>
                  <a:pt x="332580" y="83145"/>
                </a:lnTo>
                <a:lnTo>
                  <a:pt x="332580" y="29932"/>
                </a:lnTo>
                <a:lnTo>
                  <a:pt x="196222" y="29932"/>
                </a:lnTo>
                <a:lnTo>
                  <a:pt x="196222" y="83145"/>
                </a:lnTo>
                <a:close/>
                <a:moveTo>
                  <a:pt x="347546" y="196223"/>
                </a:moveTo>
                <a:lnTo>
                  <a:pt x="181256" y="196223"/>
                </a:lnTo>
                <a:lnTo>
                  <a:pt x="181256" y="166291"/>
                </a:lnTo>
                <a:lnTo>
                  <a:pt x="347546" y="166291"/>
                </a:lnTo>
                <a:lnTo>
                  <a:pt x="347546" y="196223"/>
                </a:lnTo>
                <a:close/>
              </a:path>
            </a:pathLst>
          </a:custGeom>
          <a:solidFill>
            <a:schemeClr val="tx1"/>
          </a:solidFill>
          <a:ln w="41374" cap="flat">
            <a:noFill/>
            <a:prstDash val="solid"/>
            <a:miter/>
          </a:ln>
        </p:spPr>
        <p:txBody>
          <a:bodyPr/>
          <a:lstStyle/>
          <a:p>
            <a:endParaRPr lang="en-US"/>
          </a:p>
        </p:txBody>
      </p:sp>
      <p:sp>
        <p:nvSpPr>
          <p:cNvPr id="70" name="!!Discover-Title">
            <a:extLst>
              <a:ext uri="{FF2B5EF4-FFF2-40B4-BE49-F238E27FC236}">
                <a16:creationId xmlns:a16="http://schemas.microsoft.com/office/drawing/2014/main" id="{F91045C7-B31B-1A9F-A9E8-7FD4E69871D2}"/>
              </a:ext>
            </a:extLst>
          </p:cNvPr>
          <p:cNvSpPr txBox="1"/>
          <p:nvPr/>
        </p:nvSpPr>
        <p:spPr>
          <a:xfrm>
            <a:off x="371984" y="9225206"/>
            <a:ext cx="3840480" cy="1723549"/>
          </a:xfrm>
          <a:prstGeom prst="rect">
            <a:avLst/>
          </a:prstGeom>
          <a:noFill/>
        </p:spPr>
        <p:txBody>
          <a:bodyPr wrap="square" lIns="0" tIns="0" rIns="0" bIns="0" rtlCol="0">
            <a:spAutoFit/>
          </a:bodyPr>
          <a:lstStyle/>
          <a:p>
            <a:pPr marL="0" marR="0" lvl="0" indent="0" algn="ctr" defTabSz="1829308" rtl="0" eaLnBrk="1" fontAlgn="auto" latinLnBrk="0" hangingPunct="0">
              <a:lnSpc>
                <a:spcPct val="100000"/>
              </a:lnSpc>
              <a:spcBef>
                <a:spcPts val="1200"/>
              </a:spcBef>
              <a:spcAft>
                <a:spcPts val="0"/>
              </a:spcAft>
              <a:buClrTx/>
              <a:buSzTx/>
              <a:buFontTx/>
              <a:buNone/>
              <a:tabLst/>
              <a:defRPr/>
            </a:pPr>
            <a:r>
              <a:rPr kumimoji="0" lang="en-US" sz="2800" u="none" strike="noStrike" kern="1200" cap="none" spc="0" normalizeH="0" baseline="0" noProof="0" dirty="0">
                <a:ln>
                  <a:noFill/>
                </a:ln>
                <a:solidFill>
                  <a:schemeClr val="tx1">
                    <a:lumMod val="75000"/>
                    <a:lumOff val="25000"/>
                  </a:schemeClr>
                </a:solidFill>
                <a:effectLst/>
                <a:uLnTx/>
                <a:uFillTx/>
                <a:ea typeface="+mn-ea"/>
                <a:cs typeface="AkayaTelivigala" pitchFamily="2" charset="77"/>
                <a:sym typeface="Helvetica"/>
              </a:rPr>
              <a:t>Strategize and plan your </a:t>
            </a:r>
            <a:r>
              <a:rPr lang="en-US" sz="2800" dirty="0">
                <a:solidFill>
                  <a:schemeClr val="tx1">
                    <a:lumMod val="75000"/>
                    <a:lumOff val="25000"/>
                  </a:schemeClr>
                </a:solidFill>
                <a:cs typeface="AkayaTelivigala" pitchFamily="2" charset="77"/>
                <a:sym typeface="Helvetica"/>
              </a:rPr>
              <a:t>quantum safe </a:t>
            </a:r>
            <a:r>
              <a:rPr kumimoji="0" lang="en-US" sz="2800" u="none" strike="noStrike" kern="1200" cap="none" spc="0" normalizeH="0" baseline="0" noProof="0" dirty="0">
                <a:ln>
                  <a:noFill/>
                </a:ln>
                <a:solidFill>
                  <a:schemeClr val="tx1">
                    <a:lumMod val="75000"/>
                    <a:lumOff val="25000"/>
                  </a:schemeClr>
                </a:solidFill>
                <a:effectLst/>
                <a:uLnTx/>
                <a:uFillTx/>
                <a:ea typeface="+mn-ea"/>
                <a:cs typeface="AkayaTelivigala" pitchFamily="2" charset="77"/>
                <a:sym typeface="Helvetica"/>
              </a:rPr>
              <a:t>initiative from a tops-down priority perspective</a:t>
            </a:r>
          </a:p>
        </p:txBody>
      </p:sp>
      <p:sp>
        <p:nvSpPr>
          <p:cNvPr id="71" name="!!Discover-Title">
            <a:extLst>
              <a:ext uri="{FF2B5EF4-FFF2-40B4-BE49-F238E27FC236}">
                <a16:creationId xmlns:a16="http://schemas.microsoft.com/office/drawing/2014/main" id="{9D13C600-9CFC-C534-B9B6-5EC79618191B}"/>
              </a:ext>
            </a:extLst>
          </p:cNvPr>
          <p:cNvSpPr txBox="1"/>
          <p:nvPr/>
        </p:nvSpPr>
        <p:spPr>
          <a:xfrm>
            <a:off x="14950740" y="9225206"/>
            <a:ext cx="3853076" cy="1723549"/>
          </a:xfrm>
          <a:prstGeom prst="rect">
            <a:avLst/>
          </a:prstGeom>
          <a:noFill/>
        </p:spPr>
        <p:txBody>
          <a:bodyPr wrap="square" lIns="0" tIns="0" rIns="0" bIns="0" rtlCol="0">
            <a:spAutoFit/>
          </a:bodyPr>
          <a:lstStyle/>
          <a:p>
            <a:pPr lvl="0" algn="ctr" defTabSz="1829308" hangingPunct="0">
              <a:spcBef>
                <a:spcPts val="1200"/>
              </a:spcBef>
              <a:defRPr/>
            </a:pPr>
            <a:r>
              <a:rPr kumimoji="0" lang="en-US" sz="2800" u="none" strike="noStrike" kern="1200" cap="none" spc="0" normalizeH="0" baseline="0" noProof="0" dirty="0">
                <a:ln>
                  <a:noFill/>
                </a:ln>
                <a:solidFill>
                  <a:schemeClr val="tx1">
                    <a:lumMod val="75000"/>
                    <a:lumOff val="25000"/>
                  </a:schemeClr>
                </a:solidFill>
                <a:effectLst/>
                <a:uLnTx/>
                <a:uFillTx/>
                <a:ea typeface="+mn-ea"/>
                <a:cs typeface="AkayaTelivigala" pitchFamily="2" charset="77"/>
                <a:sym typeface="Helvetica"/>
              </a:rPr>
              <a:t>Remediate, protect and mitigate: adopt crypto-agile</a:t>
            </a:r>
            <a:r>
              <a:rPr lang="en-US" sz="2800" dirty="0">
                <a:solidFill>
                  <a:schemeClr val="tx1">
                    <a:lumMod val="75000"/>
                    <a:lumOff val="25000"/>
                  </a:schemeClr>
                </a:solidFill>
                <a:cs typeface="AkayaTelivigala" pitchFamily="2" charset="77"/>
                <a:sym typeface="Helvetica"/>
              </a:rPr>
              <a:t>, orchestrate lifecycle, take action</a:t>
            </a:r>
            <a:endParaRPr kumimoji="0" lang="en-US" sz="2800" u="none" strike="noStrike" kern="1200" cap="none" spc="0" normalizeH="0" baseline="0" noProof="0" dirty="0">
              <a:ln>
                <a:noFill/>
              </a:ln>
              <a:solidFill>
                <a:schemeClr val="tx1">
                  <a:lumMod val="75000"/>
                  <a:lumOff val="25000"/>
                </a:schemeClr>
              </a:solidFill>
              <a:effectLst/>
              <a:uLnTx/>
              <a:uFillTx/>
              <a:ea typeface="+mn-ea"/>
              <a:cs typeface="AkayaTelivigala" pitchFamily="2" charset="77"/>
              <a:sym typeface="Helvetica"/>
            </a:endParaRPr>
          </a:p>
        </p:txBody>
      </p:sp>
      <p:sp>
        <p:nvSpPr>
          <p:cNvPr id="73" name="!!Discover-Title">
            <a:extLst>
              <a:ext uri="{FF2B5EF4-FFF2-40B4-BE49-F238E27FC236}">
                <a16:creationId xmlns:a16="http://schemas.microsoft.com/office/drawing/2014/main" id="{118705C1-AED2-2825-0CE3-16230D9A0515}"/>
              </a:ext>
            </a:extLst>
          </p:cNvPr>
          <p:cNvSpPr txBox="1"/>
          <p:nvPr/>
        </p:nvSpPr>
        <p:spPr>
          <a:xfrm>
            <a:off x="19820197" y="9225206"/>
            <a:ext cx="3840480" cy="1723549"/>
          </a:xfrm>
          <a:prstGeom prst="rect">
            <a:avLst/>
          </a:prstGeom>
          <a:noFill/>
        </p:spPr>
        <p:txBody>
          <a:bodyPr wrap="square" lIns="0" tIns="0" rIns="0" bIns="0" rtlCol="0">
            <a:spAutoFit/>
          </a:bodyPr>
          <a:lstStyle/>
          <a:p>
            <a:pPr marL="0" marR="0" lvl="0" indent="0" algn="ctr" defTabSz="1829308" rtl="0" eaLnBrk="1" fontAlgn="auto" latinLnBrk="0" hangingPunct="0">
              <a:lnSpc>
                <a:spcPct val="100000"/>
              </a:lnSpc>
              <a:spcBef>
                <a:spcPts val="1200"/>
              </a:spcBef>
              <a:spcAft>
                <a:spcPts val="0"/>
              </a:spcAft>
              <a:buClrTx/>
              <a:buSzTx/>
              <a:buFontTx/>
              <a:buNone/>
              <a:tabLst/>
              <a:defRPr/>
            </a:pPr>
            <a:r>
              <a:rPr kumimoji="0" lang="en-US" sz="2800" u="none" strike="noStrike" kern="1200" cap="none" spc="0" normalizeH="0" baseline="0" noProof="0" dirty="0">
                <a:ln>
                  <a:noFill/>
                </a:ln>
                <a:solidFill>
                  <a:schemeClr val="tx1">
                    <a:lumMod val="75000"/>
                    <a:lumOff val="25000"/>
                  </a:schemeClr>
                </a:solidFill>
                <a:effectLst/>
                <a:uLnTx/>
                <a:uFillTx/>
                <a:ea typeface="+mn-ea"/>
                <a:cs typeface="AkayaTelivigala" pitchFamily="2" charset="77"/>
                <a:sym typeface="Helvetica"/>
              </a:rPr>
              <a:t>Govern PQC initiative and cryptographic posture with policy-driven compliance</a:t>
            </a:r>
          </a:p>
        </p:txBody>
      </p:sp>
    </p:spTree>
    <p:extLst>
      <p:ext uri="{BB962C8B-B14F-4D97-AF65-F5344CB8AC3E}">
        <p14:creationId xmlns:p14="http://schemas.microsoft.com/office/powerpoint/2010/main" val="2839589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D2C4D98-CD67-6756-E2DE-C77E5A84A345}"/>
              </a:ext>
            </a:extLst>
          </p:cNvPr>
          <p:cNvSpPr/>
          <p:nvPr/>
        </p:nvSpPr>
        <p:spPr>
          <a:xfrm>
            <a:off x="1458794" y="2562193"/>
            <a:ext cx="10304182" cy="4339250"/>
          </a:xfrm>
          <a:prstGeom prst="rect">
            <a:avLst/>
          </a:prstGeom>
          <a:gradFill flip="none" rotWithShape="1">
            <a:gsLst>
              <a:gs pos="100000">
                <a:schemeClr val="bg1"/>
              </a:gs>
              <a:gs pos="0">
                <a:schemeClr val="bg1">
                  <a:lumMod val="85000"/>
                </a:schemeClr>
              </a:gs>
            </a:gsLst>
            <a:lin ang="0" scaled="1"/>
            <a:tileRect/>
          </a:gradFill>
          <a:ln/>
        </p:spPr>
        <p:style>
          <a:lnRef idx="0">
            <a:schemeClr val="accent5"/>
          </a:lnRef>
          <a:fillRef idx="3">
            <a:schemeClr val="accent5"/>
          </a:fillRef>
          <a:effectRef idx="3">
            <a:schemeClr val="accent5"/>
          </a:effectRef>
          <a:fontRef idx="minor">
            <a:schemeClr val="lt1"/>
          </a:fontRef>
        </p:style>
        <p:txBody>
          <a:bodyPr rtlCol="0" anchor="ctr"/>
          <a:lstStyle/>
          <a:p>
            <a:pPr marL="91440" defTabSz="1219140">
              <a:spcBef>
                <a:spcPts val="1200"/>
              </a:spcBef>
              <a:defRPr/>
            </a:pPr>
            <a:r>
              <a:rPr lang="en-US" sz="3200" dirty="0">
                <a:solidFill>
                  <a:srgbClr val="000000"/>
                </a:solidFill>
                <a:latin typeface="IBM Plex Sans" panose="020B0503050203000203" pitchFamily="34" charset="0"/>
              </a:rPr>
              <a:t>Agency Head / Board / CEO / CRO / CISO</a:t>
            </a:r>
          </a:p>
          <a:p>
            <a:pPr marL="91440" defTabSz="1219140">
              <a:spcBef>
                <a:spcPts val="1200"/>
              </a:spcBef>
              <a:defRPr/>
            </a:pPr>
            <a:endParaRPr lang="en-US" sz="3200" dirty="0">
              <a:solidFill>
                <a:srgbClr val="000000"/>
              </a:solidFill>
              <a:latin typeface="IBM Plex Sans" panose="020B0503050203000203" pitchFamily="34" charset="0"/>
            </a:endParaRPr>
          </a:p>
          <a:p>
            <a:pPr marL="91440" defTabSz="1219140">
              <a:spcBef>
                <a:spcPts val="1200"/>
              </a:spcBef>
              <a:defRPr/>
            </a:pPr>
            <a:r>
              <a:rPr lang="en-US" sz="5600" dirty="0">
                <a:solidFill>
                  <a:srgbClr val="2464C7"/>
                </a:solidFill>
                <a:latin typeface="IBM Plex Sans" panose="020B0503050203000203" pitchFamily="34" charset="0"/>
              </a:rPr>
              <a:t>What’s my Quantum exposure?</a:t>
            </a:r>
          </a:p>
          <a:p>
            <a:pPr marL="91440" defTabSz="1219140">
              <a:spcBef>
                <a:spcPts val="1200"/>
              </a:spcBef>
              <a:defRPr/>
            </a:pPr>
            <a:r>
              <a:rPr lang="en-US" sz="2400" dirty="0">
                <a:solidFill>
                  <a:srgbClr val="000000"/>
                </a:solidFill>
                <a:latin typeface="IBM Plex Sans" panose="020B0503050203000203" pitchFamily="34" charset="0"/>
              </a:rPr>
              <a:t>– </a:t>
            </a:r>
            <a:r>
              <a:rPr lang="en-US" sz="2800" dirty="0">
                <a:solidFill>
                  <a:srgbClr val="000000"/>
                </a:solidFill>
              </a:rPr>
              <a:t>“Which identities, data, and AI systems are most exposed?”</a:t>
            </a:r>
          </a:p>
        </p:txBody>
      </p:sp>
      <p:sp>
        <p:nvSpPr>
          <p:cNvPr id="5" name="Rectangle 4">
            <a:extLst>
              <a:ext uri="{FF2B5EF4-FFF2-40B4-BE49-F238E27FC236}">
                <a16:creationId xmlns:a16="http://schemas.microsoft.com/office/drawing/2014/main" id="{23CCC72A-998C-C54F-87AA-88B3BB7E0215}"/>
              </a:ext>
            </a:extLst>
          </p:cNvPr>
          <p:cNvSpPr/>
          <p:nvPr/>
        </p:nvSpPr>
        <p:spPr>
          <a:xfrm>
            <a:off x="1460274" y="7800154"/>
            <a:ext cx="10304182" cy="4339252"/>
          </a:xfrm>
          <a:prstGeom prst="rect">
            <a:avLst/>
          </a:prstGeom>
          <a:gradFill flip="none" rotWithShape="1">
            <a:gsLst>
              <a:gs pos="100000">
                <a:schemeClr val="bg1"/>
              </a:gs>
              <a:gs pos="0">
                <a:schemeClr val="bg1">
                  <a:lumMod val="85000"/>
                </a:schemeClr>
              </a:gs>
            </a:gsLst>
            <a:lin ang="0" scaled="1"/>
            <a:tileRect/>
          </a:gradFill>
          <a:ln/>
        </p:spPr>
        <p:style>
          <a:lnRef idx="0">
            <a:schemeClr val="accent5"/>
          </a:lnRef>
          <a:fillRef idx="3">
            <a:schemeClr val="accent5"/>
          </a:fillRef>
          <a:effectRef idx="3">
            <a:schemeClr val="accent5"/>
          </a:effectRef>
          <a:fontRef idx="minor">
            <a:schemeClr val="lt1"/>
          </a:fontRef>
        </p:style>
        <p:txBody>
          <a:bodyPr rtlCol="0" anchor="ctr"/>
          <a:lstStyle/>
          <a:p>
            <a:pPr marL="91440" defTabSz="1219140">
              <a:spcBef>
                <a:spcPts val="1200"/>
              </a:spcBef>
              <a:defRPr/>
            </a:pPr>
            <a:r>
              <a:rPr lang="en-US" sz="3200" dirty="0">
                <a:solidFill>
                  <a:srgbClr val="000000"/>
                </a:solidFill>
                <a:latin typeface="IBM Plex Sans" panose="020B0503050203000203" pitchFamily="34" charset="0"/>
              </a:rPr>
              <a:t>Vendor Management</a:t>
            </a:r>
          </a:p>
          <a:p>
            <a:pPr marL="91440" defTabSz="1219140">
              <a:spcBef>
                <a:spcPts val="1200"/>
              </a:spcBef>
              <a:defRPr/>
            </a:pPr>
            <a:endParaRPr lang="en-US" sz="3200" dirty="0">
              <a:solidFill>
                <a:srgbClr val="000000"/>
              </a:solidFill>
              <a:latin typeface="IBM Plex Sans" panose="020B0503050203000203" pitchFamily="34" charset="0"/>
            </a:endParaRPr>
          </a:p>
          <a:p>
            <a:pPr marL="91440" defTabSz="1219140">
              <a:spcBef>
                <a:spcPts val="1200"/>
              </a:spcBef>
              <a:defRPr/>
            </a:pPr>
            <a:r>
              <a:rPr lang="en-US" sz="5600" dirty="0">
                <a:solidFill>
                  <a:srgbClr val="2464C7"/>
                </a:solidFill>
                <a:latin typeface="IBM Plex Sans" panose="020B0503050203000203" pitchFamily="34" charset="0"/>
              </a:rPr>
              <a:t>Are my suppliers Quantum Safe ready?</a:t>
            </a:r>
          </a:p>
          <a:p>
            <a:pPr marL="91440" defTabSz="1219140">
              <a:spcBef>
                <a:spcPts val="1200"/>
              </a:spcBef>
              <a:defRPr/>
            </a:pPr>
            <a:r>
              <a:rPr lang="en-US" sz="2400" dirty="0">
                <a:solidFill>
                  <a:srgbClr val="000000"/>
                </a:solidFill>
                <a:latin typeface="IBM Plex Sans" panose="020B0503050203000203" pitchFamily="34" charset="0"/>
              </a:rPr>
              <a:t>– </a:t>
            </a:r>
            <a:r>
              <a:rPr lang="en-US" sz="2800" dirty="0">
                <a:solidFill>
                  <a:srgbClr val="000000"/>
                </a:solidFill>
              </a:rPr>
              <a:t>“Can our vendors, platforms, and CAs meet PQC timelines?”</a:t>
            </a:r>
          </a:p>
        </p:txBody>
      </p:sp>
      <p:sp>
        <p:nvSpPr>
          <p:cNvPr id="6" name="Rectangle 5">
            <a:extLst>
              <a:ext uri="{FF2B5EF4-FFF2-40B4-BE49-F238E27FC236}">
                <a16:creationId xmlns:a16="http://schemas.microsoft.com/office/drawing/2014/main" id="{F67B37CF-1377-64B2-3145-4A8E376E5F76}"/>
              </a:ext>
            </a:extLst>
          </p:cNvPr>
          <p:cNvSpPr/>
          <p:nvPr/>
        </p:nvSpPr>
        <p:spPr>
          <a:xfrm>
            <a:off x="12622721" y="2605633"/>
            <a:ext cx="10304180" cy="4295810"/>
          </a:xfrm>
          <a:prstGeom prst="rect">
            <a:avLst/>
          </a:prstGeom>
          <a:gradFill flip="none" rotWithShape="1">
            <a:gsLst>
              <a:gs pos="100000">
                <a:schemeClr val="bg1"/>
              </a:gs>
              <a:gs pos="0">
                <a:schemeClr val="bg1">
                  <a:lumMod val="85000"/>
                </a:schemeClr>
              </a:gs>
            </a:gsLst>
            <a:lin ang="0" scaled="1"/>
            <a:tileRect/>
          </a:gradFill>
          <a:ln/>
        </p:spPr>
        <p:style>
          <a:lnRef idx="0">
            <a:schemeClr val="accent5"/>
          </a:lnRef>
          <a:fillRef idx="3">
            <a:schemeClr val="accent5"/>
          </a:fillRef>
          <a:effectRef idx="3">
            <a:schemeClr val="accent5"/>
          </a:effectRef>
          <a:fontRef idx="minor">
            <a:schemeClr val="lt1"/>
          </a:fontRef>
        </p:style>
        <p:txBody>
          <a:bodyPr rtlCol="0" anchor="ctr"/>
          <a:lstStyle/>
          <a:p>
            <a:pPr marL="91440" defTabSz="1219140">
              <a:spcBef>
                <a:spcPts val="1200"/>
              </a:spcBef>
              <a:defRPr/>
            </a:pPr>
            <a:r>
              <a:rPr lang="en-US" sz="3200" dirty="0">
                <a:solidFill>
                  <a:srgbClr val="000000"/>
                </a:solidFill>
                <a:latin typeface="IBM Plex Sans" panose="020B0503050203000203" pitchFamily="34" charset="0"/>
              </a:rPr>
              <a:t>CIO / CTO</a:t>
            </a:r>
          </a:p>
          <a:p>
            <a:pPr marL="91440" defTabSz="1219140">
              <a:spcBef>
                <a:spcPts val="1200"/>
              </a:spcBef>
              <a:defRPr/>
            </a:pPr>
            <a:endParaRPr lang="en-US" sz="3200" dirty="0">
              <a:solidFill>
                <a:srgbClr val="000000"/>
              </a:solidFill>
              <a:latin typeface="IBM Plex Sans" panose="020B0503050203000203" pitchFamily="34" charset="0"/>
            </a:endParaRPr>
          </a:p>
          <a:p>
            <a:pPr marL="91440" defTabSz="1219140">
              <a:spcBef>
                <a:spcPts val="1200"/>
              </a:spcBef>
              <a:defRPr/>
            </a:pPr>
            <a:r>
              <a:rPr lang="en-US" sz="5600" dirty="0">
                <a:solidFill>
                  <a:srgbClr val="2464C7"/>
                </a:solidFill>
                <a:latin typeface="IBM Plex Sans" panose="020B0503050203000203" pitchFamily="34" charset="0"/>
              </a:rPr>
              <a:t>Where do I start the migration?</a:t>
            </a:r>
          </a:p>
          <a:p>
            <a:pPr marL="91440" defTabSz="1219140">
              <a:spcBef>
                <a:spcPts val="1200"/>
              </a:spcBef>
              <a:defRPr/>
            </a:pPr>
            <a:r>
              <a:rPr lang="en-US" sz="2400" dirty="0">
                <a:solidFill>
                  <a:srgbClr val="000000"/>
                </a:solidFill>
                <a:latin typeface="IBM Plex Sans" panose="020B0503050203000203" pitchFamily="34" charset="0"/>
              </a:rPr>
              <a:t>– </a:t>
            </a:r>
            <a:r>
              <a:rPr lang="en-US" sz="2800" dirty="0">
                <a:solidFill>
                  <a:srgbClr val="000000"/>
                </a:solidFill>
              </a:rPr>
              <a:t>“Which domains and use cases do we tackle first?”</a:t>
            </a:r>
          </a:p>
        </p:txBody>
      </p:sp>
      <p:sp>
        <p:nvSpPr>
          <p:cNvPr id="7" name="Rectangle 6">
            <a:extLst>
              <a:ext uri="{FF2B5EF4-FFF2-40B4-BE49-F238E27FC236}">
                <a16:creationId xmlns:a16="http://schemas.microsoft.com/office/drawing/2014/main" id="{F4E2EFB1-0DB0-F6FF-06F7-6AF29D5507DA}"/>
              </a:ext>
            </a:extLst>
          </p:cNvPr>
          <p:cNvSpPr/>
          <p:nvPr/>
        </p:nvSpPr>
        <p:spPr>
          <a:xfrm>
            <a:off x="12622721" y="7800154"/>
            <a:ext cx="10304180" cy="4339252"/>
          </a:xfrm>
          <a:prstGeom prst="rect">
            <a:avLst/>
          </a:prstGeom>
          <a:gradFill flip="none" rotWithShape="1">
            <a:gsLst>
              <a:gs pos="100000">
                <a:schemeClr val="bg1"/>
              </a:gs>
              <a:gs pos="0">
                <a:schemeClr val="bg1">
                  <a:lumMod val="85000"/>
                </a:schemeClr>
              </a:gs>
            </a:gsLst>
            <a:lin ang="0" scaled="1"/>
            <a:tileRect/>
          </a:gradFill>
          <a:ln/>
        </p:spPr>
        <p:style>
          <a:lnRef idx="0">
            <a:schemeClr val="accent5"/>
          </a:lnRef>
          <a:fillRef idx="3">
            <a:schemeClr val="accent5"/>
          </a:fillRef>
          <a:effectRef idx="3">
            <a:schemeClr val="accent5"/>
          </a:effectRef>
          <a:fontRef idx="minor">
            <a:schemeClr val="lt1"/>
          </a:fontRef>
        </p:style>
        <p:txBody>
          <a:bodyPr rtlCol="0" anchor="ctr"/>
          <a:lstStyle/>
          <a:p>
            <a:pPr marL="91440" defTabSz="1219140">
              <a:spcBef>
                <a:spcPts val="1200"/>
              </a:spcBef>
              <a:defRPr/>
            </a:pPr>
            <a:r>
              <a:rPr lang="en-US" sz="3200" dirty="0">
                <a:solidFill>
                  <a:srgbClr val="000000"/>
                </a:solidFill>
                <a:latin typeface="IBM Plex Sans" panose="020B0503050203000203" pitchFamily="34" charset="0"/>
              </a:rPr>
              <a:t>Compliance / Legal / Data Protection</a:t>
            </a:r>
          </a:p>
          <a:p>
            <a:pPr marL="91440" defTabSz="1219140">
              <a:spcBef>
                <a:spcPts val="1200"/>
              </a:spcBef>
              <a:defRPr/>
            </a:pPr>
            <a:endParaRPr lang="en-US" sz="3200" dirty="0">
              <a:solidFill>
                <a:srgbClr val="000000"/>
              </a:solidFill>
              <a:latin typeface="IBM Plex Sans" panose="020B0503050203000203" pitchFamily="34" charset="0"/>
            </a:endParaRPr>
          </a:p>
          <a:p>
            <a:pPr marL="91440" defTabSz="1219140">
              <a:spcBef>
                <a:spcPts val="1200"/>
              </a:spcBef>
              <a:defRPr/>
            </a:pPr>
            <a:r>
              <a:rPr lang="en-US" sz="5600" dirty="0">
                <a:solidFill>
                  <a:srgbClr val="2464C7"/>
                </a:solidFill>
                <a:latin typeface="IBM Plex Sans" panose="020B0503050203000203" pitchFamily="34" charset="0"/>
              </a:rPr>
              <a:t>How do I stay compliant?</a:t>
            </a:r>
          </a:p>
          <a:p>
            <a:pPr marL="91440" defTabSz="1219140">
              <a:spcBef>
                <a:spcPts val="1200"/>
              </a:spcBef>
              <a:defRPr/>
            </a:pPr>
            <a:r>
              <a:rPr lang="en-US" sz="2400" dirty="0">
                <a:solidFill>
                  <a:srgbClr val="000000"/>
                </a:solidFill>
                <a:latin typeface="IBM Plex Sans" panose="020B0503050203000203" pitchFamily="34" charset="0"/>
              </a:rPr>
              <a:t>– </a:t>
            </a:r>
            <a:r>
              <a:rPr lang="en-US" sz="2800" dirty="0">
                <a:solidFill>
                  <a:srgbClr val="000000"/>
                </a:solidFill>
              </a:rPr>
              <a:t>“How do we align with NIST, NSA, EU, industry guidance?”</a:t>
            </a:r>
          </a:p>
        </p:txBody>
      </p:sp>
      <p:sp>
        <p:nvSpPr>
          <p:cNvPr id="8" name="Title 1" descr="A graph showing that ">
            <a:extLst>
              <a:ext uri="{FF2B5EF4-FFF2-40B4-BE49-F238E27FC236}">
                <a16:creationId xmlns:a16="http://schemas.microsoft.com/office/drawing/2014/main" id="{575792B6-B0E3-D27C-82FA-07CF5BE59D07}"/>
              </a:ext>
            </a:extLst>
          </p:cNvPr>
          <p:cNvSpPr txBox="1">
            <a:spLocks/>
          </p:cNvSpPr>
          <p:nvPr/>
        </p:nvSpPr>
        <p:spPr>
          <a:xfrm>
            <a:off x="542310" y="183580"/>
            <a:ext cx="23233402" cy="1525588"/>
          </a:xfrm>
          <a:prstGeom prst="rect">
            <a:avLst/>
          </a:prstGeom>
        </p:spPr>
        <p:txBody>
          <a:bodyPr vert="horz" lIns="0" tIns="0" rIns="0" bIns="0" rtlCol="0" anchor="ctr">
            <a:noAutofit/>
          </a:bodyPr>
          <a:lstStyle>
            <a:lvl1pPr algn="l" defTabSz="609570" rtl="0" eaLnBrk="1" latinLnBrk="0" hangingPunct="1">
              <a:lnSpc>
                <a:spcPct val="110000"/>
              </a:lnSpc>
              <a:spcBef>
                <a:spcPct val="0"/>
              </a:spcBef>
              <a:buNone/>
              <a:defRPr sz="1400" b="1" i="0" kern="1200" baseline="0">
                <a:solidFill>
                  <a:schemeClr val="tx2"/>
                </a:solidFill>
                <a:latin typeface="Arial Nova" panose="020B0504020202020204" pitchFamily="34" charset="0"/>
                <a:ea typeface="+mj-ea"/>
                <a:cs typeface="Calibri"/>
              </a:defRPr>
            </a:lvl1pPr>
          </a:lstStyle>
          <a:p>
            <a:pPr defTabSz="1219140">
              <a:defRPr/>
            </a:pPr>
            <a:r>
              <a:rPr lang="en-US" sz="4800" b="0" dirty="0">
                <a:solidFill>
                  <a:srgbClr val="000000"/>
                </a:solidFill>
                <a:latin typeface="IBM Plex Sans" panose="020B0503050203000203" pitchFamily="34" charset="0"/>
              </a:rPr>
              <a:t>Key questions leaders should answer now</a:t>
            </a:r>
          </a:p>
        </p:txBody>
      </p:sp>
      <p:sp>
        <p:nvSpPr>
          <p:cNvPr id="11" name="Slide Number Placeholder 3">
            <a:extLst>
              <a:ext uri="{FF2B5EF4-FFF2-40B4-BE49-F238E27FC236}">
                <a16:creationId xmlns:a16="http://schemas.microsoft.com/office/drawing/2014/main" id="{625BB321-4A19-D29C-B0F2-7D7B7B5CD6A0}"/>
              </a:ext>
            </a:extLst>
          </p:cNvPr>
          <p:cNvSpPr txBox="1">
            <a:spLocks/>
          </p:cNvSpPr>
          <p:nvPr/>
        </p:nvSpPr>
        <p:spPr>
          <a:xfrm>
            <a:off x="23253882" y="13164979"/>
            <a:ext cx="677863" cy="246221"/>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18</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12" name="Footer Placeholder 3">
            <a:extLst>
              <a:ext uri="{FF2B5EF4-FFF2-40B4-BE49-F238E27FC236}">
                <a16:creationId xmlns:a16="http://schemas.microsoft.com/office/drawing/2014/main" id="{3AEBDACB-EFBB-4685-3F2F-08352CB926CD}"/>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83131190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1B15A-1CEC-CC9B-9B50-F99052CC1D90}"/>
              </a:ext>
            </a:extLst>
          </p:cNvPr>
          <p:cNvSpPr>
            <a:spLocks noGrp="1"/>
          </p:cNvSpPr>
          <p:nvPr>
            <p:ph type="title"/>
          </p:nvPr>
        </p:nvSpPr>
        <p:spPr>
          <a:xfrm>
            <a:off x="577587" y="384048"/>
            <a:ext cx="23367719" cy="4573588"/>
          </a:xfrm>
        </p:spPr>
        <p:txBody>
          <a:bodyPr/>
          <a:lstStyle/>
          <a:p>
            <a:r>
              <a:rPr lang="en-GB" sz="5400" dirty="0"/>
              <a:t>What should federal agencies and enterprises should do next?</a:t>
            </a:r>
            <a:br>
              <a:rPr lang="en-GB" sz="5400" dirty="0"/>
            </a:br>
            <a:r>
              <a:rPr lang="en-US" sz="3600" dirty="0">
                <a:solidFill>
                  <a:schemeClr val="accent2">
                    <a:lumMod val="75000"/>
                  </a:schemeClr>
                </a:solidFill>
              </a:rPr>
              <a:t>Key steps to build a quantum-resilient future with agility</a:t>
            </a:r>
            <a:endParaRPr lang="en-US" sz="5400" dirty="0">
              <a:solidFill>
                <a:schemeClr val="accent2">
                  <a:lumMod val="75000"/>
                </a:schemeClr>
              </a:solidFill>
            </a:endParaRPr>
          </a:p>
        </p:txBody>
      </p:sp>
      <p:sp>
        <p:nvSpPr>
          <p:cNvPr id="3" name="Straight Connector 2">
            <a:extLst>
              <a:ext uri="{FF2B5EF4-FFF2-40B4-BE49-F238E27FC236}">
                <a16:creationId xmlns:a16="http://schemas.microsoft.com/office/drawing/2014/main" id="{8F1C27FE-19EC-152F-17D1-F01CCEF89FC7}"/>
              </a:ext>
            </a:extLst>
          </p:cNvPr>
          <p:cNvSpPr/>
          <p:nvPr/>
        </p:nvSpPr>
        <p:spPr>
          <a:xfrm>
            <a:off x="571432" y="3117236"/>
            <a:ext cx="23241146" cy="0"/>
          </a:xfrm>
          <a:prstGeom prst="line">
            <a:avLst/>
          </a:prstGeom>
          <a:ln w="12700">
            <a:solidFill>
              <a:srgbClr val="262626"/>
            </a:solidFill>
          </a:ln>
        </p:spPr>
        <p:txBody>
          <a:bodyPr lIns="45714" rIns="45714"/>
          <a:lstStyle/>
          <a:p>
            <a:pPr defTabSz="1828458">
              <a:defRPr>
                <a:solidFill>
                  <a:srgbClr val="000000"/>
                </a:solidFill>
              </a:defRPr>
            </a:pPr>
            <a:endParaRPr sz="2000">
              <a:solidFill>
                <a:srgbClr val="000000"/>
              </a:solidFill>
              <a:latin typeface="+mj-lt"/>
            </a:endParaRPr>
          </a:p>
        </p:txBody>
      </p:sp>
      <p:sp>
        <p:nvSpPr>
          <p:cNvPr id="4" name="Text Placeholder 2">
            <a:extLst>
              <a:ext uri="{FF2B5EF4-FFF2-40B4-BE49-F238E27FC236}">
                <a16:creationId xmlns:a16="http://schemas.microsoft.com/office/drawing/2014/main" id="{28CA1066-6BD1-4A2F-587E-2427A838F33C}"/>
              </a:ext>
            </a:extLst>
          </p:cNvPr>
          <p:cNvSpPr txBox="1">
            <a:spLocks/>
          </p:cNvSpPr>
          <p:nvPr/>
        </p:nvSpPr>
        <p:spPr>
          <a:xfrm>
            <a:off x="5276974" y="3625810"/>
            <a:ext cx="4255138" cy="827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n-lt"/>
                <a:ea typeface="+mn-ea"/>
                <a:cs typeface="+mn-cs"/>
                <a:sym typeface="IBM Plex Sans Light"/>
              </a:defRPr>
            </a:lvl1pPr>
            <a:lvl2pPr marL="444465"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2pPr>
            <a:lvl3pPr marL="61591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3pPr>
            <a:lvl4pPr marL="901671"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4pPr>
            <a:lvl5pPr marL="107629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5pPr>
            <a:lvl6pPr marL="1843059"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6pPr>
            <a:lvl7pPr marL="2205631"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7pPr>
            <a:lvl8pPr marL="2568200"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8pPr>
            <a:lvl9pPr marL="2930768"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9pPr>
          </a:lstStyle>
          <a:p>
            <a:pPr defTabSz="4875886">
              <a:lnSpc>
                <a:spcPct val="90000"/>
              </a:lnSpc>
              <a:defRPr sz="6400">
                <a:solidFill>
                  <a:srgbClr val="0F62FE"/>
                </a:solidFill>
              </a:defRPr>
            </a:pPr>
            <a:r>
              <a:rPr lang="en-IN" sz="6598" dirty="0">
                <a:solidFill>
                  <a:srgbClr val="0F62FE"/>
                </a:solidFill>
                <a:latin typeface="+mj-lt"/>
              </a:rPr>
              <a:t>2</a:t>
            </a:r>
          </a:p>
          <a:p>
            <a:pPr defTabSz="4875886">
              <a:defRPr sz="2800"/>
            </a:pPr>
            <a:br>
              <a:rPr lang="en-IN" sz="3200" dirty="0">
                <a:latin typeface="+mj-lt"/>
              </a:rPr>
            </a:br>
            <a:r>
              <a:rPr lang="en-IN" sz="3200" b="1" dirty="0">
                <a:latin typeface="+mj-lt"/>
              </a:rPr>
              <a:t>Prioritizing vulnerabilities by impact</a:t>
            </a:r>
            <a:endParaRPr lang="en-IN" sz="3200" dirty="0">
              <a:latin typeface="+mj-lt"/>
            </a:endParaRPr>
          </a:p>
          <a:p>
            <a:pPr defTabSz="4875886">
              <a:defRPr sz="2800"/>
            </a:pPr>
            <a:endParaRPr lang="en-IN" sz="2800" dirty="0">
              <a:latin typeface="+mj-lt"/>
            </a:endParaRPr>
          </a:p>
          <a:p>
            <a:pPr defTabSz="4875886">
              <a:defRPr sz="2800"/>
            </a:pPr>
            <a:r>
              <a:rPr lang="en-IN" sz="2800" dirty="0">
                <a:latin typeface="+mj-lt"/>
              </a:rPr>
              <a:t>With potentially hundreds of data sources, thousands of applications, and tens of thousands of endpoints that may use vulnerable cryptography, enterprises need to prioritize remediation according to risk to protected data and with constraints in mind.</a:t>
            </a:r>
          </a:p>
        </p:txBody>
      </p:sp>
      <p:sp>
        <p:nvSpPr>
          <p:cNvPr id="5" name="Text Placeholder 2">
            <a:extLst>
              <a:ext uri="{FF2B5EF4-FFF2-40B4-BE49-F238E27FC236}">
                <a16:creationId xmlns:a16="http://schemas.microsoft.com/office/drawing/2014/main" id="{9FA8D9C8-D66E-C86A-B997-BF79AB619C1D}"/>
              </a:ext>
            </a:extLst>
          </p:cNvPr>
          <p:cNvSpPr txBox="1">
            <a:spLocks/>
          </p:cNvSpPr>
          <p:nvPr/>
        </p:nvSpPr>
        <p:spPr>
          <a:xfrm>
            <a:off x="10115929" y="3625810"/>
            <a:ext cx="4290056" cy="82696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n-lt"/>
                <a:ea typeface="+mn-ea"/>
                <a:cs typeface="+mn-cs"/>
                <a:sym typeface="IBM Plex Sans Light"/>
              </a:defRPr>
            </a:lvl1pPr>
            <a:lvl2pPr marL="444465"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2pPr>
            <a:lvl3pPr marL="61591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3pPr>
            <a:lvl4pPr marL="901671"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4pPr>
            <a:lvl5pPr marL="107629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5pPr>
            <a:lvl6pPr marL="1843059"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6pPr>
            <a:lvl7pPr marL="2205631"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7pPr>
            <a:lvl8pPr marL="2568200"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8pPr>
            <a:lvl9pPr marL="2930768"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9pPr>
          </a:lstStyle>
          <a:p>
            <a:pPr defTabSz="4875886">
              <a:lnSpc>
                <a:spcPct val="90000"/>
              </a:lnSpc>
              <a:defRPr sz="6400">
                <a:solidFill>
                  <a:srgbClr val="0F62FE"/>
                </a:solidFill>
              </a:defRPr>
            </a:pPr>
            <a:r>
              <a:rPr lang="en-IN" sz="6598" dirty="0">
                <a:solidFill>
                  <a:srgbClr val="0F62FE"/>
                </a:solidFill>
                <a:latin typeface="+mj-lt"/>
              </a:rPr>
              <a:t>3</a:t>
            </a:r>
          </a:p>
          <a:p>
            <a:pPr defTabSz="4875886">
              <a:defRPr sz="2800"/>
            </a:pPr>
            <a:br>
              <a:rPr lang="en-IN" sz="3200" dirty="0">
                <a:latin typeface="+mj-lt"/>
              </a:rPr>
            </a:br>
            <a:r>
              <a:rPr lang="en-IN" sz="3200" b="1" dirty="0">
                <a:latin typeface="+mj-lt"/>
              </a:rPr>
              <a:t>Preparing for the journey to being Quantum Safe </a:t>
            </a:r>
          </a:p>
          <a:p>
            <a:pPr defTabSz="4875886">
              <a:defRPr sz="2800"/>
            </a:pPr>
            <a:endParaRPr lang="en-IN" sz="3200" dirty="0">
              <a:latin typeface="+mj-lt"/>
            </a:endParaRPr>
          </a:p>
          <a:p>
            <a:pPr defTabSz="4875886">
              <a:defRPr sz="2800"/>
            </a:pPr>
            <a:r>
              <a:rPr lang="en-IN" sz="2800" dirty="0">
                <a:latin typeface="+mj-lt"/>
              </a:rPr>
              <a:t>Adapting applications and networks to post-quantum cryptography will be a years-long process. Organizations need tool(s) that provides context for what assets should be prioritized for updates. Focus on resiliency and continuous progress.</a:t>
            </a:r>
          </a:p>
        </p:txBody>
      </p:sp>
      <p:sp>
        <p:nvSpPr>
          <p:cNvPr id="6" name="Text Placeholder 2">
            <a:extLst>
              <a:ext uri="{FF2B5EF4-FFF2-40B4-BE49-F238E27FC236}">
                <a16:creationId xmlns:a16="http://schemas.microsoft.com/office/drawing/2014/main" id="{FE3911CF-7628-5DC8-2544-31A47FBF0AF8}"/>
              </a:ext>
            </a:extLst>
          </p:cNvPr>
          <p:cNvSpPr txBox="1">
            <a:spLocks/>
          </p:cNvSpPr>
          <p:nvPr/>
        </p:nvSpPr>
        <p:spPr>
          <a:xfrm>
            <a:off x="14954896" y="3625811"/>
            <a:ext cx="4324958" cy="81125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n-lt"/>
                <a:ea typeface="+mn-ea"/>
                <a:cs typeface="+mn-cs"/>
                <a:sym typeface="IBM Plex Sans Light"/>
              </a:defRPr>
            </a:lvl1pPr>
            <a:lvl2pPr marL="444465"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2pPr>
            <a:lvl3pPr marL="61591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3pPr>
            <a:lvl4pPr marL="901671"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4pPr>
            <a:lvl5pPr marL="107629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5pPr>
            <a:lvl6pPr marL="1843059"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6pPr>
            <a:lvl7pPr marL="2205631"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7pPr>
            <a:lvl8pPr marL="2568200"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8pPr>
            <a:lvl9pPr marL="2930768"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9pPr>
          </a:lstStyle>
          <a:p>
            <a:pPr defTabSz="4875886">
              <a:lnSpc>
                <a:spcPct val="90000"/>
              </a:lnSpc>
              <a:defRPr sz="6400">
                <a:solidFill>
                  <a:srgbClr val="0F62FE"/>
                </a:solidFill>
              </a:defRPr>
            </a:pPr>
            <a:r>
              <a:rPr lang="en-IN" sz="6598" dirty="0">
                <a:solidFill>
                  <a:srgbClr val="0F62FE"/>
                </a:solidFill>
                <a:latin typeface="+mj-lt"/>
              </a:rPr>
              <a:t>4</a:t>
            </a:r>
          </a:p>
          <a:p>
            <a:pPr defTabSz="4875886">
              <a:defRPr sz="2800"/>
            </a:pPr>
            <a:br>
              <a:rPr lang="en-IN" sz="3200" dirty="0">
                <a:latin typeface="+mj-lt"/>
              </a:rPr>
            </a:br>
            <a:r>
              <a:rPr lang="en-IN" sz="3200" b="1" dirty="0">
                <a:latin typeface="+mj-lt"/>
              </a:rPr>
              <a:t>Complying with ever-changing standards and regulations</a:t>
            </a:r>
          </a:p>
          <a:p>
            <a:pPr defTabSz="4875886">
              <a:defRPr sz="2800"/>
            </a:pPr>
            <a:endParaRPr lang="en-IN" sz="3200" dirty="0">
              <a:latin typeface="+mj-lt"/>
            </a:endParaRPr>
          </a:p>
          <a:p>
            <a:pPr defTabSz="4875886">
              <a:defRPr sz="2800"/>
            </a:pPr>
            <a:r>
              <a:rPr lang="en-IN" sz="2800" dirty="0">
                <a:latin typeface="+mj-lt"/>
              </a:rPr>
              <a:t>Cryptographically-relevant quantum computing will enable an ongoing threat to encryption standards, even with new post-quantum cryptography. Users will need to maintain a secure cryptographic posture in the post-quantum era.</a:t>
            </a:r>
          </a:p>
        </p:txBody>
      </p:sp>
      <p:sp>
        <p:nvSpPr>
          <p:cNvPr id="7" name="Text Placeholder 2">
            <a:extLst>
              <a:ext uri="{FF2B5EF4-FFF2-40B4-BE49-F238E27FC236}">
                <a16:creationId xmlns:a16="http://schemas.microsoft.com/office/drawing/2014/main" id="{7AAD25C0-7A71-AF55-520C-4B923FD27BFA}"/>
              </a:ext>
            </a:extLst>
          </p:cNvPr>
          <p:cNvSpPr txBox="1">
            <a:spLocks/>
          </p:cNvSpPr>
          <p:nvPr/>
        </p:nvSpPr>
        <p:spPr>
          <a:xfrm>
            <a:off x="571350" y="3625810"/>
            <a:ext cx="4086898" cy="81125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lstStyle>
            <a:lvl1pPr marL="0" marR="0" indent="0" algn="l" defTabSz="2438400"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n-lt"/>
                <a:ea typeface="+mn-ea"/>
                <a:cs typeface="+mn-cs"/>
                <a:sym typeface="IBM Plex Sans Light"/>
              </a:defRPr>
            </a:lvl1pPr>
            <a:lvl2pPr marL="444465"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2pPr>
            <a:lvl3pPr marL="61591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3pPr>
            <a:lvl4pPr marL="901671"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4pPr>
            <a:lvl5pPr marL="107629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5pPr>
            <a:lvl6pPr marL="1843059"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6pPr>
            <a:lvl7pPr marL="2205631"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7pPr>
            <a:lvl8pPr marL="2568200"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8pPr>
            <a:lvl9pPr marL="2930768"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9pPr>
          </a:lstStyle>
          <a:p>
            <a:pPr defTabSz="4875886">
              <a:lnSpc>
                <a:spcPct val="90000"/>
              </a:lnSpc>
              <a:defRPr sz="6400">
                <a:solidFill>
                  <a:srgbClr val="0F62FE"/>
                </a:solidFill>
              </a:defRPr>
            </a:pPr>
            <a:r>
              <a:rPr lang="en-IN" sz="6598" dirty="0">
                <a:solidFill>
                  <a:srgbClr val="0F62FE"/>
                </a:solidFill>
                <a:latin typeface="+mj-lt"/>
              </a:rPr>
              <a:t>1</a:t>
            </a:r>
          </a:p>
          <a:p>
            <a:pPr defTabSz="4875886">
              <a:defRPr sz="2800"/>
            </a:pPr>
            <a:br>
              <a:rPr lang="en-IN" sz="3200" dirty="0">
                <a:latin typeface="+mj-lt"/>
              </a:rPr>
            </a:br>
            <a:r>
              <a:rPr lang="en-IN" sz="3200" b="1" dirty="0">
                <a:latin typeface="+mj-lt"/>
              </a:rPr>
              <a:t>Gaining visibility into cryptography use across organization</a:t>
            </a:r>
          </a:p>
          <a:p>
            <a:pPr defTabSz="4875886">
              <a:defRPr sz="2800"/>
            </a:pPr>
            <a:endParaRPr lang="en-IN" sz="3200" dirty="0">
              <a:latin typeface="+mj-lt"/>
            </a:endParaRPr>
          </a:p>
          <a:p>
            <a:pPr defTabSz="4875886">
              <a:defRPr sz="2800"/>
            </a:pPr>
            <a:r>
              <a:rPr lang="en-IN" sz="2800" dirty="0">
                <a:latin typeface="+mj-lt"/>
                <a:ea typeface="+mn-lt"/>
                <a:cs typeface="+mn-lt"/>
              </a:rPr>
              <a:t>Organizations often lack visibility into the interfaces, protocols, algorithms, libraries, keys, certificates, and other cryptographic assets used by their network, data sources, and in-house and 3</a:t>
            </a:r>
            <a:r>
              <a:rPr lang="en-IN" sz="2800" baseline="30000" dirty="0">
                <a:latin typeface="+mj-lt"/>
                <a:ea typeface="+mn-lt"/>
                <a:cs typeface="+mn-lt"/>
              </a:rPr>
              <a:t>rd</a:t>
            </a:r>
            <a:r>
              <a:rPr lang="en-IN" sz="2800" dirty="0">
                <a:latin typeface="+mj-lt"/>
                <a:ea typeface="+mn-lt"/>
                <a:cs typeface="+mn-lt"/>
              </a:rPr>
              <a:t> party applications.</a:t>
            </a:r>
          </a:p>
        </p:txBody>
      </p:sp>
      <p:cxnSp>
        <p:nvCxnSpPr>
          <p:cNvPr id="8" name="Straight Connector 7">
            <a:extLst>
              <a:ext uri="{FF2B5EF4-FFF2-40B4-BE49-F238E27FC236}">
                <a16:creationId xmlns:a16="http://schemas.microsoft.com/office/drawing/2014/main" id="{06602B89-71AD-C480-35D5-AF0175C43F6A}"/>
              </a:ext>
            </a:extLst>
          </p:cNvPr>
          <p:cNvCxnSpPr/>
          <p:nvPr/>
        </p:nvCxnSpPr>
        <p:spPr bwMode="auto">
          <a:xfrm>
            <a:off x="4902411" y="3117236"/>
            <a:ext cx="0" cy="813816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10329E2F-027F-46B6-8984-B47E283ACE9E}"/>
              </a:ext>
            </a:extLst>
          </p:cNvPr>
          <p:cNvCxnSpPr/>
          <p:nvPr/>
        </p:nvCxnSpPr>
        <p:spPr bwMode="auto">
          <a:xfrm>
            <a:off x="9776285" y="3117234"/>
            <a:ext cx="0" cy="813816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DD37B16-7B8C-4E08-9079-3A519ED1045F}"/>
              </a:ext>
            </a:extLst>
          </p:cNvPr>
          <p:cNvCxnSpPr/>
          <p:nvPr/>
        </p:nvCxnSpPr>
        <p:spPr bwMode="auto">
          <a:xfrm>
            <a:off x="19524037" y="3125352"/>
            <a:ext cx="0" cy="813816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2">
            <a:extLst>
              <a:ext uri="{FF2B5EF4-FFF2-40B4-BE49-F238E27FC236}">
                <a16:creationId xmlns:a16="http://schemas.microsoft.com/office/drawing/2014/main" id="{D30CB10E-0B6D-AD60-7DA4-040D88E10CFD}"/>
              </a:ext>
            </a:extLst>
          </p:cNvPr>
          <p:cNvSpPr txBox="1">
            <a:spLocks/>
          </p:cNvSpPr>
          <p:nvPr/>
        </p:nvSpPr>
        <p:spPr>
          <a:xfrm>
            <a:off x="19768224" y="3625810"/>
            <a:ext cx="4177094" cy="84189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n-lt"/>
                <a:ea typeface="+mn-ea"/>
                <a:cs typeface="+mn-cs"/>
                <a:sym typeface="IBM Plex Sans Light"/>
              </a:defRPr>
            </a:lvl1pPr>
            <a:lvl2pPr marL="444465"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2pPr>
            <a:lvl3pPr marL="61591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3pPr>
            <a:lvl4pPr marL="901671"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4pPr>
            <a:lvl5pPr marL="1076297" marR="0" indent="-446748"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5pPr>
            <a:lvl6pPr marL="1843059"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6pPr>
            <a:lvl7pPr marL="2205631"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7pPr>
            <a:lvl8pPr marL="2568200"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8pPr>
            <a:lvl9pPr marL="2930768" marR="0" indent="-389009" algn="l" defTabSz="2438400" rtl="0" latinLnBrk="0">
              <a:lnSpc>
                <a:spcPct val="100000"/>
              </a:lnSpc>
              <a:spcBef>
                <a:spcPts val="0"/>
              </a:spcBef>
              <a:spcAft>
                <a:spcPts val="0"/>
              </a:spcAft>
              <a:buClrTx/>
              <a:buSzPct val="100000"/>
              <a:buFontTx/>
              <a:buChar char="»"/>
              <a:tabLst/>
              <a:defRPr sz="3600" b="0" i="0" u="none" strike="noStrike" cap="none" spc="0" baseline="0">
                <a:solidFill>
                  <a:srgbClr val="000000"/>
                </a:solidFill>
                <a:uFillTx/>
                <a:latin typeface="+mn-lt"/>
                <a:ea typeface="+mn-ea"/>
                <a:cs typeface="+mn-cs"/>
                <a:sym typeface="IBM Plex Sans Light"/>
              </a:defRPr>
            </a:lvl9pPr>
          </a:lstStyle>
          <a:p>
            <a:pPr defTabSz="4875886">
              <a:lnSpc>
                <a:spcPct val="90000"/>
              </a:lnSpc>
              <a:defRPr sz="6400">
                <a:solidFill>
                  <a:srgbClr val="0F62FE"/>
                </a:solidFill>
              </a:defRPr>
            </a:pPr>
            <a:r>
              <a:rPr lang="en-IN" sz="6598" dirty="0">
                <a:solidFill>
                  <a:srgbClr val="0F62FE"/>
                </a:solidFill>
                <a:latin typeface="+mj-lt"/>
              </a:rPr>
              <a:t>5</a:t>
            </a:r>
          </a:p>
          <a:p>
            <a:pPr defTabSz="4875886">
              <a:defRPr sz="2800"/>
            </a:pPr>
            <a:br>
              <a:rPr lang="en-IN" sz="3200" dirty="0">
                <a:latin typeface="+mj-lt"/>
              </a:rPr>
            </a:br>
            <a:r>
              <a:rPr lang="en-IN" sz="3200" b="1" dirty="0">
                <a:latin typeface="+mj-lt"/>
              </a:rPr>
              <a:t>Keep bridging the cryptography agility and knowledge gap </a:t>
            </a:r>
          </a:p>
          <a:p>
            <a:pPr defTabSz="4875886">
              <a:defRPr sz="2800"/>
            </a:pPr>
            <a:endParaRPr lang="en-IN" sz="3200" dirty="0">
              <a:latin typeface="+mj-lt"/>
            </a:endParaRPr>
          </a:p>
          <a:p>
            <a:pPr defTabSz="4875886">
              <a:defRPr sz="2800"/>
            </a:pPr>
            <a:r>
              <a:rPr lang="en-IN" sz="2800" dirty="0">
                <a:latin typeface="+mj-lt"/>
              </a:rPr>
              <a:t>Many security teams lack familiarity or expertise with cryptography topics. They need agile solution that helps bridge implementation and  governance and knowledge gap through automated and recommended next steps.</a:t>
            </a:r>
          </a:p>
        </p:txBody>
      </p:sp>
      <p:cxnSp>
        <p:nvCxnSpPr>
          <p:cNvPr id="12" name="Straight Connector 11">
            <a:extLst>
              <a:ext uri="{FF2B5EF4-FFF2-40B4-BE49-F238E27FC236}">
                <a16:creationId xmlns:a16="http://schemas.microsoft.com/office/drawing/2014/main" id="{C12B128D-8FB0-9410-065E-1C314FF96F1D}"/>
              </a:ext>
            </a:extLst>
          </p:cNvPr>
          <p:cNvCxnSpPr/>
          <p:nvPr/>
        </p:nvCxnSpPr>
        <p:spPr bwMode="auto">
          <a:xfrm>
            <a:off x="14650161" y="3125352"/>
            <a:ext cx="0" cy="813816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Slide Number Placeholder 3">
            <a:extLst>
              <a:ext uri="{FF2B5EF4-FFF2-40B4-BE49-F238E27FC236}">
                <a16:creationId xmlns:a16="http://schemas.microsoft.com/office/drawing/2014/main" id="{DD606B19-B438-6E8B-F7BA-4B4ECC218030}"/>
              </a:ext>
            </a:extLst>
          </p:cNvPr>
          <p:cNvSpPr txBox="1">
            <a:spLocks/>
          </p:cNvSpPr>
          <p:nvPr/>
        </p:nvSpPr>
        <p:spPr>
          <a:xfrm>
            <a:off x="23253882" y="13164979"/>
            <a:ext cx="677863" cy="246221"/>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19</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16" name="Footer Placeholder 3">
            <a:extLst>
              <a:ext uri="{FF2B5EF4-FFF2-40B4-BE49-F238E27FC236}">
                <a16:creationId xmlns:a16="http://schemas.microsoft.com/office/drawing/2014/main" id="{F43A01F0-3AC9-CAAC-C829-F7A589CABE99}"/>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38886812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4082-69D9-0133-ADCC-84FA85228A77}"/>
              </a:ext>
            </a:extLst>
          </p:cNvPr>
          <p:cNvSpPr>
            <a:spLocks noGrp="1"/>
          </p:cNvSpPr>
          <p:nvPr>
            <p:ph type="title"/>
          </p:nvPr>
        </p:nvSpPr>
        <p:spPr>
          <a:xfrm>
            <a:off x="900102" y="294351"/>
            <a:ext cx="23164670" cy="2405134"/>
          </a:xfrm>
        </p:spPr>
        <p:txBody>
          <a:bodyPr>
            <a:normAutofit/>
          </a:bodyPr>
          <a:lstStyle/>
          <a:p>
            <a:r>
              <a:rPr lang="en-US" sz="5398" dirty="0"/>
              <a:t>IBM’s Leadership in Cryptography</a:t>
            </a:r>
            <a:br>
              <a:rPr lang="en-US" dirty="0"/>
            </a:br>
            <a:r>
              <a:rPr lang="en-US" sz="4400" b="0" dirty="0">
                <a:solidFill>
                  <a:schemeClr val="accent1"/>
                </a:solidFill>
                <a:cs typeface="Arial" panose="020B0604020202020204" pitchFamily="34" charset="0"/>
              </a:rPr>
              <a:t>IBM Pioneered first data encryption standard, now PQC and CBOM Standards</a:t>
            </a:r>
            <a:endParaRPr lang="en-US" sz="5998" b="0" dirty="0"/>
          </a:p>
        </p:txBody>
      </p:sp>
      <p:cxnSp>
        <p:nvCxnSpPr>
          <p:cNvPr id="7" name="Straight Connector 6">
            <a:extLst>
              <a:ext uri="{FF2B5EF4-FFF2-40B4-BE49-F238E27FC236}">
                <a16:creationId xmlns:a16="http://schemas.microsoft.com/office/drawing/2014/main" id="{14FF9324-E98E-6492-AFCB-76C6F1B708EA}"/>
              </a:ext>
            </a:extLst>
          </p:cNvPr>
          <p:cNvCxnSpPr>
            <a:cxnSpLocks/>
          </p:cNvCxnSpPr>
          <p:nvPr/>
        </p:nvCxnSpPr>
        <p:spPr bwMode="auto">
          <a:xfrm flipV="1">
            <a:off x="5817181" y="4989465"/>
            <a:ext cx="0" cy="1675326"/>
          </a:xfrm>
          <a:prstGeom prst="line">
            <a:avLst/>
          </a:prstGeom>
          <a:noFill/>
          <a:ln w="254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5400000" scaled="1"/>
            </a:gradFill>
            <a:prstDash val="sysDash"/>
            <a:headEnd type="oval" w="med" len="med"/>
            <a:tailEnd type="none" w="lg" len="lg"/>
          </a:ln>
          <a:effectLst/>
        </p:spPr>
      </p:cxnSp>
      <p:sp>
        <p:nvSpPr>
          <p:cNvPr id="8" name="Oval 7">
            <a:extLst>
              <a:ext uri="{FF2B5EF4-FFF2-40B4-BE49-F238E27FC236}">
                <a16:creationId xmlns:a16="http://schemas.microsoft.com/office/drawing/2014/main" id="{DEF958EC-645D-1CD1-8952-FCEA70CDE06E}"/>
              </a:ext>
            </a:extLst>
          </p:cNvPr>
          <p:cNvSpPr>
            <a:spLocks noChangeAspect="1"/>
          </p:cNvSpPr>
          <p:nvPr/>
        </p:nvSpPr>
        <p:spPr bwMode="auto">
          <a:xfrm>
            <a:off x="5698500" y="6548219"/>
            <a:ext cx="243486" cy="243486"/>
          </a:xfrm>
          <a:prstGeom prst="ellipse">
            <a:avLst/>
          </a:prstGeom>
          <a:solidFill>
            <a:srgbClr val="33B1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744" tIns="121744" rIns="121744" bIns="121744" numCol="1" rtlCol="0" anchor="t" anchorCtr="0" compatLnSpc="1">
            <a:prstTxWarp prst="textNoShape">
              <a:avLst/>
            </a:prstTxWarp>
          </a:bodyPr>
          <a:lstStyle/>
          <a:p>
            <a:pPr defTabSz="1216974" fontAlgn="base">
              <a:spcBef>
                <a:spcPct val="0"/>
              </a:spcBef>
              <a:spcAft>
                <a:spcPct val="0"/>
              </a:spcAft>
              <a:defRPr/>
            </a:pPr>
            <a:endParaRPr lang="en-US" sz="2398" kern="0">
              <a:solidFill>
                <a:prstClr val="black"/>
              </a:solidFill>
              <a:latin typeface="IBM Plex Sans Light"/>
            </a:endParaRPr>
          </a:p>
        </p:txBody>
      </p:sp>
      <p:cxnSp>
        <p:nvCxnSpPr>
          <p:cNvPr id="9" name="Straight Connector 8">
            <a:extLst>
              <a:ext uri="{FF2B5EF4-FFF2-40B4-BE49-F238E27FC236}">
                <a16:creationId xmlns:a16="http://schemas.microsoft.com/office/drawing/2014/main" id="{1A1D4FF6-D720-FB0F-BF69-E001D8E7FF3A}"/>
              </a:ext>
            </a:extLst>
          </p:cNvPr>
          <p:cNvCxnSpPr>
            <a:cxnSpLocks/>
          </p:cNvCxnSpPr>
          <p:nvPr/>
        </p:nvCxnSpPr>
        <p:spPr bwMode="auto">
          <a:xfrm flipV="1">
            <a:off x="9307553" y="5748843"/>
            <a:ext cx="0" cy="917182"/>
          </a:xfrm>
          <a:prstGeom prst="line">
            <a:avLst/>
          </a:prstGeom>
          <a:noFill/>
          <a:ln w="254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5400000" scaled="1"/>
            </a:gradFill>
            <a:prstDash val="sysDash"/>
            <a:headEnd type="oval" w="med" len="med"/>
            <a:tailEnd type="none" w="lg" len="lg"/>
          </a:ln>
          <a:effectLst/>
        </p:spPr>
      </p:cxnSp>
      <p:sp>
        <p:nvSpPr>
          <p:cNvPr id="10" name="Oval 9">
            <a:extLst>
              <a:ext uri="{FF2B5EF4-FFF2-40B4-BE49-F238E27FC236}">
                <a16:creationId xmlns:a16="http://schemas.microsoft.com/office/drawing/2014/main" id="{5FC0D666-8777-3532-4C32-AD1CD49F5CC8}"/>
              </a:ext>
            </a:extLst>
          </p:cNvPr>
          <p:cNvSpPr>
            <a:spLocks noChangeAspect="1"/>
          </p:cNvSpPr>
          <p:nvPr/>
        </p:nvSpPr>
        <p:spPr bwMode="auto">
          <a:xfrm>
            <a:off x="9188866" y="6549451"/>
            <a:ext cx="243486" cy="243486"/>
          </a:xfrm>
          <a:prstGeom prst="ellipse">
            <a:avLst/>
          </a:prstGeom>
          <a:solidFill>
            <a:srgbClr val="33B1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744" tIns="121744" rIns="121744" bIns="121744" numCol="1" rtlCol="0" anchor="t" anchorCtr="0" compatLnSpc="1">
            <a:prstTxWarp prst="textNoShape">
              <a:avLst/>
            </a:prstTxWarp>
          </a:bodyPr>
          <a:lstStyle/>
          <a:p>
            <a:pPr defTabSz="1216974" fontAlgn="base">
              <a:spcBef>
                <a:spcPct val="0"/>
              </a:spcBef>
              <a:spcAft>
                <a:spcPct val="0"/>
              </a:spcAft>
              <a:defRPr/>
            </a:pPr>
            <a:endParaRPr lang="en-US" sz="2398" kern="0">
              <a:solidFill>
                <a:prstClr val="black"/>
              </a:solidFill>
              <a:latin typeface="IBM Plex Sans Light"/>
            </a:endParaRPr>
          </a:p>
        </p:txBody>
      </p:sp>
      <p:cxnSp>
        <p:nvCxnSpPr>
          <p:cNvPr id="11" name="Straight Connector 10">
            <a:extLst>
              <a:ext uri="{FF2B5EF4-FFF2-40B4-BE49-F238E27FC236}">
                <a16:creationId xmlns:a16="http://schemas.microsoft.com/office/drawing/2014/main" id="{B5CF0205-BD77-3507-D551-9E84570F3B67}"/>
              </a:ext>
            </a:extLst>
          </p:cNvPr>
          <p:cNvCxnSpPr>
            <a:cxnSpLocks/>
          </p:cNvCxnSpPr>
          <p:nvPr/>
        </p:nvCxnSpPr>
        <p:spPr bwMode="auto">
          <a:xfrm flipV="1">
            <a:off x="2731669" y="4097641"/>
            <a:ext cx="0" cy="2573674"/>
          </a:xfrm>
          <a:prstGeom prst="line">
            <a:avLst/>
          </a:prstGeom>
          <a:noFill/>
          <a:ln w="254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5400000" scaled="1"/>
            </a:gradFill>
            <a:prstDash val="sysDash"/>
            <a:headEnd type="oval" w="med" len="med"/>
            <a:tailEnd type="none" w="lg" len="lg"/>
          </a:ln>
          <a:effectLst/>
        </p:spPr>
      </p:cxnSp>
      <p:sp>
        <p:nvSpPr>
          <p:cNvPr id="12" name="Oval 11">
            <a:extLst>
              <a:ext uri="{FF2B5EF4-FFF2-40B4-BE49-F238E27FC236}">
                <a16:creationId xmlns:a16="http://schemas.microsoft.com/office/drawing/2014/main" id="{C142839B-C861-5144-5F05-CBF7F6CD39E9}"/>
              </a:ext>
            </a:extLst>
          </p:cNvPr>
          <p:cNvSpPr>
            <a:spLocks noChangeAspect="1"/>
          </p:cNvSpPr>
          <p:nvPr/>
        </p:nvSpPr>
        <p:spPr bwMode="auto">
          <a:xfrm>
            <a:off x="2612986" y="6554741"/>
            <a:ext cx="243486" cy="243486"/>
          </a:xfrm>
          <a:prstGeom prst="ellipse">
            <a:avLst/>
          </a:prstGeom>
          <a:solidFill>
            <a:srgbClr val="33B1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744" tIns="121744" rIns="121744" bIns="121744" numCol="1" rtlCol="0" anchor="t" anchorCtr="0" compatLnSpc="1">
            <a:prstTxWarp prst="textNoShape">
              <a:avLst/>
            </a:prstTxWarp>
          </a:bodyPr>
          <a:lstStyle/>
          <a:p>
            <a:pPr defTabSz="1216974" fontAlgn="base">
              <a:spcBef>
                <a:spcPct val="0"/>
              </a:spcBef>
              <a:spcAft>
                <a:spcPct val="0"/>
              </a:spcAft>
              <a:defRPr/>
            </a:pPr>
            <a:endParaRPr lang="en-US" sz="2398" kern="0">
              <a:solidFill>
                <a:prstClr val="black"/>
              </a:solidFill>
              <a:latin typeface="IBM Plex Sans Light"/>
            </a:endParaRPr>
          </a:p>
        </p:txBody>
      </p:sp>
      <p:cxnSp>
        <p:nvCxnSpPr>
          <p:cNvPr id="13" name="Straight Connector 12">
            <a:extLst>
              <a:ext uri="{FF2B5EF4-FFF2-40B4-BE49-F238E27FC236}">
                <a16:creationId xmlns:a16="http://schemas.microsoft.com/office/drawing/2014/main" id="{8E10CE2B-6091-7261-A220-8C4193996CF2}"/>
              </a:ext>
            </a:extLst>
          </p:cNvPr>
          <p:cNvCxnSpPr>
            <a:cxnSpLocks/>
          </p:cNvCxnSpPr>
          <p:nvPr/>
        </p:nvCxnSpPr>
        <p:spPr bwMode="auto">
          <a:xfrm>
            <a:off x="1978987" y="6654746"/>
            <a:ext cx="26210040" cy="0"/>
          </a:xfrm>
          <a:prstGeom prst="line">
            <a:avLst/>
          </a:prstGeom>
          <a:noFill/>
          <a:ln w="38100" cap="flat" cmpd="sng" algn="ctr">
            <a:solidFill>
              <a:srgbClr val="33B1FF"/>
            </a:solidFill>
            <a:prstDash val="solid"/>
            <a:headEnd type="none" w="med" len="med"/>
            <a:tailEnd type="none" w="lg" len="lg"/>
          </a:ln>
          <a:effectLst/>
        </p:spPr>
      </p:cxnSp>
      <p:sp>
        <p:nvSpPr>
          <p:cNvPr id="14" name="TextBox 13">
            <a:extLst>
              <a:ext uri="{FF2B5EF4-FFF2-40B4-BE49-F238E27FC236}">
                <a16:creationId xmlns:a16="http://schemas.microsoft.com/office/drawing/2014/main" id="{5AFE21A6-11CF-D394-1025-94ADA0B784E0}"/>
              </a:ext>
            </a:extLst>
          </p:cNvPr>
          <p:cNvSpPr txBox="1"/>
          <p:nvPr/>
        </p:nvSpPr>
        <p:spPr>
          <a:xfrm>
            <a:off x="1722867" y="6740223"/>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dirty="0">
                <a:solidFill>
                  <a:prstClr val="black"/>
                </a:solidFill>
                <a:latin typeface="IBM Plex Sans Light"/>
                <a:ea typeface="IBM Plex Sans" charset="0"/>
                <a:cs typeface="IBM Plex Sans" charset="0"/>
              </a:rPr>
              <a:t>2016</a:t>
            </a:r>
          </a:p>
        </p:txBody>
      </p:sp>
      <p:sp>
        <p:nvSpPr>
          <p:cNvPr id="15" name="TextBox 14">
            <a:extLst>
              <a:ext uri="{FF2B5EF4-FFF2-40B4-BE49-F238E27FC236}">
                <a16:creationId xmlns:a16="http://schemas.microsoft.com/office/drawing/2014/main" id="{EC9BF15D-9161-E232-46B5-7B194654FF81}"/>
              </a:ext>
            </a:extLst>
          </p:cNvPr>
          <p:cNvSpPr txBox="1"/>
          <p:nvPr/>
        </p:nvSpPr>
        <p:spPr>
          <a:xfrm>
            <a:off x="3664813" y="6781519"/>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a:solidFill>
                  <a:prstClr val="black"/>
                </a:solidFill>
                <a:latin typeface="IBM Plex Sans Light"/>
                <a:ea typeface="IBM Plex Sans" charset="0"/>
                <a:cs typeface="IBM Plex Sans" charset="0"/>
              </a:rPr>
              <a:t>2017</a:t>
            </a:r>
          </a:p>
        </p:txBody>
      </p:sp>
      <p:sp>
        <p:nvSpPr>
          <p:cNvPr id="16" name="TextBox 15">
            <a:extLst>
              <a:ext uri="{FF2B5EF4-FFF2-40B4-BE49-F238E27FC236}">
                <a16:creationId xmlns:a16="http://schemas.microsoft.com/office/drawing/2014/main" id="{BC03129B-EE15-D23A-BBE0-655D41080780}"/>
              </a:ext>
            </a:extLst>
          </p:cNvPr>
          <p:cNvSpPr txBox="1"/>
          <p:nvPr/>
        </p:nvSpPr>
        <p:spPr>
          <a:xfrm>
            <a:off x="6032921" y="6781519"/>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a:solidFill>
                  <a:prstClr val="black"/>
                </a:solidFill>
                <a:latin typeface="IBM Plex Sans Light"/>
                <a:ea typeface="IBM Plex Sans" charset="0"/>
                <a:cs typeface="IBM Plex Sans" charset="0"/>
              </a:rPr>
              <a:t>2018</a:t>
            </a:r>
          </a:p>
        </p:txBody>
      </p:sp>
      <p:sp>
        <p:nvSpPr>
          <p:cNvPr id="17" name="TextBox 16">
            <a:extLst>
              <a:ext uri="{FF2B5EF4-FFF2-40B4-BE49-F238E27FC236}">
                <a16:creationId xmlns:a16="http://schemas.microsoft.com/office/drawing/2014/main" id="{70D645C7-5A6A-4806-9E54-1D9AEBD6335E}"/>
              </a:ext>
            </a:extLst>
          </p:cNvPr>
          <p:cNvSpPr txBox="1"/>
          <p:nvPr/>
        </p:nvSpPr>
        <p:spPr>
          <a:xfrm>
            <a:off x="8401031" y="6781519"/>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a:solidFill>
                  <a:prstClr val="black"/>
                </a:solidFill>
                <a:latin typeface="IBM Plex Sans Light"/>
                <a:ea typeface="IBM Plex Sans" charset="0"/>
                <a:cs typeface="IBM Plex Sans" charset="0"/>
              </a:rPr>
              <a:t>2019</a:t>
            </a:r>
          </a:p>
        </p:txBody>
      </p:sp>
      <p:sp>
        <p:nvSpPr>
          <p:cNvPr id="18" name="TextBox 17">
            <a:extLst>
              <a:ext uri="{FF2B5EF4-FFF2-40B4-BE49-F238E27FC236}">
                <a16:creationId xmlns:a16="http://schemas.microsoft.com/office/drawing/2014/main" id="{F2DCC87E-10CB-0F52-2C2D-CC07603D5D9C}"/>
              </a:ext>
            </a:extLst>
          </p:cNvPr>
          <p:cNvSpPr txBox="1"/>
          <p:nvPr/>
        </p:nvSpPr>
        <p:spPr>
          <a:xfrm>
            <a:off x="10769135" y="6781519"/>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dirty="0">
                <a:solidFill>
                  <a:prstClr val="black"/>
                </a:solidFill>
                <a:latin typeface="IBM Plex Sans Light"/>
                <a:ea typeface="IBM Plex Sans" charset="0"/>
                <a:cs typeface="IBM Plex Sans" charset="0"/>
              </a:rPr>
              <a:t>2020</a:t>
            </a:r>
          </a:p>
        </p:txBody>
      </p:sp>
      <p:sp>
        <p:nvSpPr>
          <p:cNvPr id="19" name="TextBox 18">
            <a:extLst>
              <a:ext uri="{FF2B5EF4-FFF2-40B4-BE49-F238E27FC236}">
                <a16:creationId xmlns:a16="http://schemas.microsoft.com/office/drawing/2014/main" id="{E1B0F079-0DD2-F931-12F3-4E86B45E9F33}"/>
              </a:ext>
            </a:extLst>
          </p:cNvPr>
          <p:cNvSpPr txBox="1"/>
          <p:nvPr/>
        </p:nvSpPr>
        <p:spPr>
          <a:xfrm>
            <a:off x="13137245" y="6781519"/>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a:solidFill>
                  <a:prstClr val="black"/>
                </a:solidFill>
                <a:latin typeface="IBM Plex Sans Light"/>
                <a:ea typeface="IBM Plex Sans" charset="0"/>
                <a:cs typeface="IBM Plex Sans" charset="0"/>
              </a:rPr>
              <a:t>2021</a:t>
            </a:r>
          </a:p>
        </p:txBody>
      </p:sp>
      <p:sp>
        <p:nvSpPr>
          <p:cNvPr id="20" name="TextBox 19">
            <a:extLst>
              <a:ext uri="{FF2B5EF4-FFF2-40B4-BE49-F238E27FC236}">
                <a16:creationId xmlns:a16="http://schemas.microsoft.com/office/drawing/2014/main" id="{E84F26F3-3E39-AE96-F731-4B45EC82ACA3}"/>
              </a:ext>
            </a:extLst>
          </p:cNvPr>
          <p:cNvSpPr txBox="1"/>
          <p:nvPr/>
        </p:nvSpPr>
        <p:spPr>
          <a:xfrm>
            <a:off x="15123243" y="6801619"/>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dirty="0">
                <a:solidFill>
                  <a:prstClr val="black"/>
                </a:solidFill>
                <a:latin typeface="IBM Plex Sans Light"/>
                <a:ea typeface="IBM Plex Sans" charset="0"/>
                <a:cs typeface="IBM Plex Sans" charset="0"/>
              </a:rPr>
              <a:t>2022</a:t>
            </a:r>
          </a:p>
        </p:txBody>
      </p:sp>
      <p:sp>
        <p:nvSpPr>
          <p:cNvPr id="21" name="TextBox 20">
            <a:extLst>
              <a:ext uri="{FF2B5EF4-FFF2-40B4-BE49-F238E27FC236}">
                <a16:creationId xmlns:a16="http://schemas.microsoft.com/office/drawing/2014/main" id="{80876541-5BA9-C36E-A7D2-DB5F1219B878}"/>
              </a:ext>
            </a:extLst>
          </p:cNvPr>
          <p:cNvSpPr txBox="1"/>
          <p:nvPr/>
        </p:nvSpPr>
        <p:spPr>
          <a:xfrm>
            <a:off x="17426021" y="6716633"/>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dirty="0">
                <a:solidFill>
                  <a:prstClr val="black"/>
                </a:solidFill>
                <a:latin typeface="IBM Plex Sans Light"/>
                <a:ea typeface="IBM Plex Sans" charset="0"/>
                <a:cs typeface="IBM Plex Sans" charset="0"/>
              </a:rPr>
              <a:t>2023</a:t>
            </a:r>
          </a:p>
        </p:txBody>
      </p:sp>
      <p:sp>
        <p:nvSpPr>
          <p:cNvPr id="22" name="TextBox 21">
            <a:extLst>
              <a:ext uri="{FF2B5EF4-FFF2-40B4-BE49-F238E27FC236}">
                <a16:creationId xmlns:a16="http://schemas.microsoft.com/office/drawing/2014/main" id="{E80D43FE-352B-76CC-3B1B-F4644259919F}"/>
              </a:ext>
            </a:extLst>
          </p:cNvPr>
          <p:cNvSpPr txBox="1"/>
          <p:nvPr/>
        </p:nvSpPr>
        <p:spPr>
          <a:xfrm>
            <a:off x="21292577" y="6693281"/>
            <a:ext cx="1542920" cy="614878"/>
          </a:xfrm>
          <a:prstGeom prst="rect">
            <a:avLst/>
          </a:prstGeom>
          <a:noFill/>
        </p:spPr>
        <p:txBody>
          <a:bodyPr wrap="square" lIns="121744" tIns="121744" rIns="121744" bIns="121744" rtlCol="0">
            <a:spAutoFit/>
          </a:bodyPr>
          <a:lstStyle/>
          <a:p>
            <a:pPr defTabSz="1827290">
              <a:spcBef>
                <a:spcPts val="1464"/>
              </a:spcBef>
              <a:defRPr/>
            </a:pPr>
            <a:r>
              <a:rPr lang="en-US" sz="2398" kern="0" dirty="0">
                <a:solidFill>
                  <a:prstClr val="black"/>
                </a:solidFill>
                <a:latin typeface="IBM Plex Sans Light"/>
                <a:ea typeface="IBM Plex Sans" charset="0"/>
                <a:cs typeface="IBM Plex Sans" charset="0"/>
              </a:rPr>
              <a:t>2025</a:t>
            </a:r>
          </a:p>
        </p:txBody>
      </p:sp>
      <p:sp>
        <p:nvSpPr>
          <p:cNvPr id="23" name="TextBox 22">
            <a:extLst>
              <a:ext uri="{FF2B5EF4-FFF2-40B4-BE49-F238E27FC236}">
                <a16:creationId xmlns:a16="http://schemas.microsoft.com/office/drawing/2014/main" id="{734559D5-8BB7-6F2F-563A-67F38ECB24FB}"/>
              </a:ext>
            </a:extLst>
          </p:cNvPr>
          <p:cNvSpPr txBox="1"/>
          <p:nvPr/>
        </p:nvSpPr>
        <p:spPr>
          <a:xfrm>
            <a:off x="239474" y="4160781"/>
            <a:ext cx="2206022" cy="1352900"/>
          </a:xfrm>
          <a:prstGeom prst="rect">
            <a:avLst/>
          </a:prstGeom>
          <a:noFill/>
        </p:spPr>
        <p:txBody>
          <a:bodyPr wrap="square" lIns="121744" tIns="121744" rIns="121744" bIns="121744" rtlCol="0">
            <a:spAutoFit/>
          </a:bodyPr>
          <a:lstStyle/>
          <a:p>
            <a:pPr defTabSz="1827290">
              <a:defRPr/>
            </a:pPr>
            <a:r>
              <a:rPr lang="en-US" sz="2398" kern="0" dirty="0">
                <a:solidFill>
                  <a:prstClr val="black"/>
                </a:solidFill>
                <a:latin typeface="IBM Plex Sans Light"/>
                <a:ea typeface="IBM Plex Sans" charset="0"/>
                <a:cs typeface="IBM Plex Sans" charset="0"/>
              </a:rPr>
              <a:t>Industry’s first data security standard: DES</a:t>
            </a:r>
          </a:p>
        </p:txBody>
      </p:sp>
      <p:sp>
        <p:nvSpPr>
          <p:cNvPr id="24" name="TextBox 23">
            <a:extLst>
              <a:ext uri="{FF2B5EF4-FFF2-40B4-BE49-F238E27FC236}">
                <a16:creationId xmlns:a16="http://schemas.microsoft.com/office/drawing/2014/main" id="{5D66BAA6-FAE5-3764-5D9E-29A3176F3A23}"/>
              </a:ext>
            </a:extLst>
          </p:cNvPr>
          <p:cNvSpPr txBox="1"/>
          <p:nvPr/>
        </p:nvSpPr>
        <p:spPr>
          <a:xfrm>
            <a:off x="5893388" y="4989466"/>
            <a:ext cx="3554838" cy="1352900"/>
          </a:xfrm>
          <a:prstGeom prst="rect">
            <a:avLst/>
          </a:prstGeom>
          <a:noFill/>
        </p:spPr>
        <p:txBody>
          <a:bodyPr wrap="square" lIns="121744" tIns="121744" rIns="121744" bIns="121744" rtlCol="0">
            <a:spAutoFit/>
          </a:bodyPr>
          <a:lstStyle/>
          <a:p>
            <a:pPr defTabSz="1827290">
              <a:defRPr/>
            </a:pPr>
            <a:r>
              <a:rPr lang="en-US" sz="2398" kern="0" dirty="0">
                <a:solidFill>
                  <a:prstClr val="black"/>
                </a:solidFill>
                <a:latin typeface="IBM Plex Sans Light"/>
                <a:ea typeface="IBM Plex Sans" charset="0"/>
                <a:cs typeface="IBM Plex Sans" charset="0"/>
              </a:rPr>
              <a:t>Deadline for Submissions</a:t>
            </a:r>
          </a:p>
          <a:p>
            <a:pPr defTabSz="1827290">
              <a:defRPr/>
            </a:pPr>
            <a:r>
              <a:rPr lang="en-US" sz="2398" kern="0" dirty="0">
                <a:solidFill>
                  <a:prstClr val="black"/>
                </a:solidFill>
                <a:latin typeface="IBM Plex Sans Light"/>
                <a:ea typeface="IBM Plex Sans" charset="0"/>
                <a:cs typeface="IBM Plex Sans" charset="0"/>
              </a:rPr>
              <a:t>Nov 2017</a:t>
            </a:r>
          </a:p>
        </p:txBody>
      </p:sp>
      <p:sp>
        <p:nvSpPr>
          <p:cNvPr id="25" name="TextBox 24">
            <a:extLst>
              <a:ext uri="{FF2B5EF4-FFF2-40B4-BE49-F238E27FC236}">
                <a16:creationId xmlns:a16="http://schemas.microsoft.com/office/drawing/2014/main" id="{E5ACAF48-FB86-69A8-8B34-8B842035C306}"/>
              </a:ext>
            </a:extLst>
          </p:cNvPr>
          <p:cNvSpPr txBox="1"/>
          <p:nvPr/>
        </p:nvSpPr>
        <p:spPr>
          <a:xfrm>
            <a:off x="9375170" y="5596797"/>
            <a:ext cx="1678038" cy="614878"/>
          </a:xfrm>
          <a:prstGeom prst="rect">
            <a:avLst/>
          </a:prstGeom>
          <a:noFill/>
        </p:spPr>
        <p:txBody>
          <a:bodyPr wrap="square" lIns="121744" tIns="121744" rIns="121744" bIns="121744" rtlCol="0">
            <a:spAutoFit/>
          </a:bodyPr>
          <a:lstStyle/>
          <a:p>
            <a:pPr defTabSz="1827290">
              <a:defRPr/>
            </a:pPr>
            <a:r>
              <a:rPr lang="en-US" sz="2398" kern="0">
                <a:solidFill>
                  <a:prstClr val="black"/>
                </a:solidFill>
                <a:latin typeface="IBM Plex Sans Light"/>
                <a:ea typeface="IBM Plex Sans" charset="0"/>
                <a:cs typeface="IBM Plex Sans" charset="0"/>
              </a:rPr>
              <a:t>Round 2</a:t>
            </a:r>
          </a:p>
        </p:txBody>
      </p:sp>
      <p:sp>
        <p:nvSpPr>
          <p:cNvPr id="26" name="TextBox 25">
            <a:extLst>
              <a:ext uri="{FF2B5EF4-FFF2-40B4-BE49-F238E27FC236}">
                <a16:creationId xmlns:a16="http://schemas.microsoft.com/office/drawing/2014/main" id="{81060CF8-AE18-BB79-0579-41677A9C5AD6}"/>
              </a:ext>
            </a:extLst>
          </p:cNvPr>
          <p:cNvSpPr txBox="1"/>
          <p:nvPr/>
        </p:nvSpPr>
        <p:spPr>
          <a:xfrm>
            <a:off x="12454328" y="5596797"/>
            <a:ext cx="1678038" cy="614878"/>
          </a:xfrm>
          <a:prstGeom prst="rect">
            <a:avLst/>
          </a:prstGeom>
          <a:noFill/>
        </p:spPr>
        <p:txBody>
          <a:bodyPr wrap="square" lIns="121744" tIns="121744" rIns="121744" bIns="121744" rtlCol="0">
            <a:spAutoFit/>
          </a:bodyPr>
          <a:lstStyle/>
          <a:p>
            <a:pPr defTabSz="1827290">
              <a:defRPr/>
            </a:pPr>
            <a:r>
              <a:rPr lang="en-US" sz="2398" kern="0" dirty="0">
                <a:solidFill>
                  <a:prstClr val="black"/>
                </a:solidFill>
                <a:latin typeface="IBM Plex Sans Light"/>
                <a:ea typeface="IBM Plex Sans" charset="0"/>
                <a:cs typeface="IBM Plex Sans" charset="0"/>
              </a:rPr>
              <a:t>Round 3</a:t>
            </a:r>
          </a:p>
        </p:txBody>
      </p:sp>
      <p:sp>
        <p:nvSpPr>
          <p:cNvPr id="27" name="TextBox 26">
            <a:extLst>
              <a:ext uri="{FF2B5EF4-FFF2-40B4-BE49-F238E27FC236}">
                <a16:creationId xmlns:a16="http://schemas.microsoft.com/office/drawing/2014/main" id="{32B53E21-0F2C-7B49-6C79-D7FB66FF8C07}"/>
              </a:ext>
            </a:extLst>
          </p:cNvPr>
          <p:cNvSpPr txBox="1"/>
          <p:nvPr/>
        </p:nvSpPr>
        <p:spPr>
          <a:xfrm>
            <a:off x="11053208" y="2881700"/>
            <a:ext cx="6435890" cy="983888"/>
          </a:xfrm>
          <a:prstGeom prst="rect">
            <a:avLst/>
          </a:prstGeom>
          <a:noFill/>
        </p:spPr>
        <p:txBody>
          <a:bodyPr wrap="square" lIns="121744" tIns="121744" rIns="121744" bIns="121744" rtlCol="0">
            <a:spAutoFit/>
          </a:bodyPr>
          <a:lstStyle/>
          <a:p>
            <a:pPr defTabSz="1827290">
              <a:defRPr/>
            </a:pPr>
            <a:r>
              <a:rPr lang="en-US" sz="2398" b="1" kern="0" dirty="0">
                <a:solidFill>
                  <a:prstClr val="black"/>
                </a:solidFill>
                <a:latin typeface="IBM Plex Sans Light"/>
                <a:ea typeface="IBM Plex Sans" charset="0"/>
                <a:cs typeface="IBM Plex Sans" charset="0"/>
              </a:rPr>
              <a:t>Round 4 Finalists selected - Jul 2022</a:t>
            </a:r>
            <a:br>
              <a:rPr lang="en-US" sz="2398" b="1" kern="0" dirty="0">
                <a:solidFill>
                  <a:prstClr val="black"/>
                </a:solidFill>
                <a:latin typeface="IBM Plex Sans Light"/>
                <a:ea typeface="IBM Plex Sans" charset="0"/>
                <a:cs typeface="IBM Plex Sans" charset="0"/>
              </a:rPr>
            </a:br>
            <a:r>
              <a:rPr lang="en-US" sz="2398" i="1" kern="0" dirty="0">
                <a:solidFill>
                  <a:prstClr val="black"/>
                </a:solidFill>
                <a:latin typeface="IBM Plex Sans Light"/>
                <a:ea typeface="IBM Plex Sans" charset="0"/>
                <a:cs typeface="IBM Plex Sans" charset="0"/>
              </a:rPr>
              <a:t>(</a:t>
            </a:r>
            <a:r>
              <a:rPr lang="en-US" sz="2398" i="1" kern="0" dirty="0">
                <a:solidFill>
                  <a:prstClr val="black"/>
                </a:solidFill>
                <a:latin typeface="IBM Plex Sans Light"/>
                <a:ea typeface="IBM Plex Sans" charset="0"/>
                <a:cs typeface="Arial" panose="020B0604020202020204" pitchFamily="34" charset="0"/>
              </a:rPr>
              <a:t>3 of the 4 Finalists contributed by IBM</a:t>
            </a:r>
            <a:r>
              <a:rPr lang="en-US" sz="2398" kern="0" dirty="0">
                <a:solidFill>
                  <a:prstClr val="black"/>
                </a:solidFill>
                <a:latin typeface="IBM Plex Sans Light"/>
                <a:ea typeface="IBM Plex Sans" charset="0"/>
                <a:cs typeface="Arial" panose="020B0604020202020204" pitchFamily="34" charset="0"/>
              </a:rPr>
              <a:t>)</a:t>
            </a:r>
          </a:p>
        </p:txBody>
      </p:sp>
      <p:cxnSp>
        <p:nvCxnSpPr>
          <p:cNvPr id="28" name="Straight Connector 27">
            <a:extLst>
              <a:ext uri="{FF2B5EF4-FFF2-40B4-BE49-F238E27FC236}">
                <a16:creationId xmlns:a16="http://schemas.microsoft.com/office/drawing/2014/main" id="{9EFB8CB3-3F29-5A78-0BD6-5AD113D23DE8}"/>
              </a:ext>
            </a:extLst>
          </p:cNvPr>
          <p:cNvCxnSpPr>
            <a:cxnSpLocks/>
          </p:cNvCxnSpPr>
          <p:nvPr/>
        </p:nvCxnSpPr>
        <p:spPr bwMode="auto">
          <a:xfrm flipH="1" flipV="1">
            <a:off x="20378222" y="4575010"/>
            <a:ext cx="31402" cy="2053252"/>
          </a:xfrm>
          <a:prstGeom prst="line">
            <a:avLst/>
          </a:prstGeom>
          <a:noFill/>
          <a:ln w="254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5400000" scaled="1"/>
            </a:gradFill>
            <a:prstDash val="sysDash"/>
            <a:headEnd type="oval" w="med" len="med"/>
            <a:tailEnd type="none" w="lg" len="lg"/>
          </a:ln>
          <a:effectLst/>
        </p:spPr>
      </p:cxnSp>
      <p:sp>
        <p:nvSpPr>
          <p:cNvPr id="29" name="Oval 28">
            <a:extLst>
              <a:ext uri="{FF2B5EF4-FFF2-40B4-BE49-F238E27FC236}">
                <a16:creationId xmlns:a16="http://schemas.microsoft.com/office/drawing/2014/main" id="{B33209E1-4D82-8BD7-8044-BF42584AA50A}"/>
              </a:ext>
            </a:extLst>
          </p:cNvPr>
          <p:cNvSpPr>
            <a:spLocks noChangeAspect="1"/>
          </p:cNvSpPr>
          <p:nvPr/>
        </p:nvSpPr>
        <p:spPr bwMode="auto">
          <a:xfrm>
            <a:off x="19306156" y="6538033"/>
            <a:ext cx="243486" cy="243486"/>
          </a:xfrm>
          <a:prstGeom prst="ellipse">
            <a:avLst/>
          </a:prstGeom>
          <a:solidFill>
            <a:srgbClr val="33B1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744" tIns="121744" rIns="121744" bIns="121744" numCol="1" rtlCol="0" anchor="t" anchorCtr="0" compatLnSpc="1">
            <a:prstTxWarp prst="textNoShape">
              <a:avLst/>
            </a:prstTxWarp>
          </a:bodyPr>
          <a:lstStyle/>
          <a:p>
            <a:pPr defTabSz="1216974" fontAlgn="base">
              <a:spcBef>
                <a:spcPct val="0"/>
              </a:spcBef>
              <a:spcAft>
                <a:spcPct val="0"/>
              </a:spcAft>
              <a:defRPr/>
            </a:pPr>
            <a:endParaRPr lang="en-US" sz="2398" kern="0">
              <a:solidFill>
                <a:prstClr val="black"/>
              </a:solidFill>
              <a:latin typeface="IBM Plex Sans Light"/>
            </a:endParaRPr>
          </a:p>
        </p:txBody>
      </p:sp>
      <p:cxnSp>
        <p:nvCxnSpPr>
          <p:cNvPr id="30" name="Straight Connector 29">
            <a:extLst>
              <a:ext uri="{FF2B5EF4-FFF2-40B4-BE49-F238E27FC236}">
                <a16:creationId xmlns:a16="http://schemas.microsoft.com/office/drawing/2014/main" id="{80A8BB58-B9A0-D682-E98D-FA980D961F34}"/>
              </a:ext>
            </a:extLst>
          </p:cNvPr>
          <p:cNvCxnSpPr>
            <a:cxnSpLocks/>
          </p:cNvCxnSpPr>
          <p:nvPr/>
        </p:nvCxnSpPr>
        <p:spPr bwMode="auto">
          <a:xfrm flipV="1">
            <a:off x="16497749" y="3636663"/>
            <a:ext cx="0" cy="3119550"/>
          </a:xfrm>
          <a:prstGeom prst="line">
            <a:avLst/>
          </a:prstGeom>
          <a:noFill/>
          <a:ln w="254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5400000" scaled="1"/>
            </a:gradFill>
            <a:prstDash val="sysDash"/>
            <a:headEnd type="oval" w="med" len="med"/>
            <a:tailEnd type="none" w="lg" len="lg"/>
          </a:ln>
          <a:effectLst/>
        </p:spPr>
      </p:cxnSp>
      <p:sp>
        <p:nvSpPr>
          <p:cNvPr id="31" name="Oval 30">
            <a:extLst>
              <a:ext uri="{FF2B5EF4-FFF2-40B4-BE49-F238E27FC236}">
                <a16:creationId xmlns:a16="http://schemas.microsoft.com/office/drawing/2014/main" id="{B205BA2E-F7D2-B281-22CF-EA3CB2CE592A}"/>
              </a:ext>
            </a:extLst>
          </p:cNvPr>
          <p:cNvSpPr>
            <a:spLocks noChangeAspect="1"/>
          </p:cNvSpPr>
          <p:nvPr/>
        </p:nvSpPr>
        <p:spPr bwMode="auto">
          <a:xfrm>
            <a:off x="16365866" y="6561805"/>
            <a:ext cx="243486" cy="243486"/>
          </a:xfrm>
          <a:prstGeom prst="ellipse">
            <a:avLst/>
          </a:prstGeom>
          <a:solidFill>
            <a:srgbClr val="33B1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744" tIns="121744" rIns="121744" bIns="121744" numCol="1" rtlCol="0" anchor="t" anchorCtr="0" compatLnSpc="1">
            <a:prstTxWarp prst="textNoShape">
              <a:avLst/>
            </a:prstTxWarp>
          </a:bodyPr>
          <a:lstStyle/>
          <a:p>
            <a:pPr defTabSz="1216974" fontAlgn="base">
              <a:spcBef>
                <a:spcPct val="0"/>
              </a:spcBef>
              <a:spcAft>
                <a:spcPct val="0"/>
              </a:spcAft>
              <a:defRPr/>
            </a:pPr>
            <a:endParaRPr lang="en-US" sz="2398" kern="0">
              <a:solidFill>
                <a:prstClr val="black"/>
              </a:solidFill>
              <a:latin typeface="IBM Plex Sans Light"/>
            </a:endParaRPr>
          </a:p>
        </p:txBody>
      </p:sp>
      <p:grpSp>
        <p:nvGrpSpPr>
          <p:cNvPr id="32" name="Group 31">
            <a:extLst>
              <a:ext uri="{FF2B5EF4-FFF2-40B4-BE49-F238E27FC236}">
                <a16:creationId xmlns:a16="http://schemas.microsoft.com/office/drawing/2014/main" id="{F80836BC-76CB-F346-8FCA-74ABC57A78FE}"/>
              </a:ext>
            </a:extLst>
          </p:cNvPr>
          <p:cNvGrpSpPr/>
          <p:nvPr/>
        </p:nvGrpSpPr>
        <p:grpSpPr>
          <a:xfrm>
            <a:off x="2498645" y="7453720"/>
            <a:ext cx="3502720" cy="789968"/>
            <a:chOff x="2596718" y="5487917"/>
            <a:chExt cx="2630841" cy="593331"/>
          </a:xfrm>
        </p:grpSpPr>
        <p:cxnSp>
          <p:nvCxnSpPr>
            <p:cNvPr id="33" name="Straight Connector 32">
              <a:extLst>
                <a:ext uri="{FF2B5EF4-FFF2-40B4-BE49-F238E27FC236}">
                  <a16:creationId xmlns:a16="http://schemas.microsoft.com/office/drawing/2014/main" id="{5273CB77-1912-0649-4462-B83AF7ACE8E9}"/>
                </a:ext>
              </a:extLst>
            </p:cNvPr>
            <p:cNvCxnSpPr>
              <a:cxnSpLocks/>
            </p:cNvCxnSpPr>
            <p:nvPr/>
          </p:nvCxnSpPr>
          <p:spPr bwMode="auto">
            <a:xfrm>
              <a:off x="2769819" y="6081248"/>
              <a:ext cx="700863" cy="0"/>
            </a:xfrm>
            <a:prstGeom prst="line">
              <a:avLst/>
            </a:prstGeom>
            <a:noFill/>
            <a:ln w="381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0" scaled="0"/>
              </a:gradFill>
              <a:prstDash val="solid"/>
              <a:headEnd type="oval" w="lg" len="lg"/>
              <a:tailEnd type="oval" w="lg" len="lg"/>
            </a:ln>
            <a:effectLst/>
          </p:spPr>
        </p:cxnSp>
        <p:sp>
          <p:nvSpPr>
            <p:cNvPr id="34" name="TextBox 33">
              <a:extLst>
                <a:ext uri="{FF2B5EF4-FFF2-40B4-BE49-F238E27FC236}">
                  <a16:creationId xmlns:a16="http://schemas.microsoft.com/office/drawing/2014/main" id="{059B2D36-4216-3606-08B4-E49A9581EC7A}"/>
                </a:ext>
              </a:extLst>
            </p:cNvPr>
            <p:cNvSpPr txBox="1"/>
            <p:nvPr/>
          </p:nvSpPr>
          <p:spPr>
            <a:xfrm>
              <a:off x="2596718" y="5487917"/>
              <a:ext cx="2630841" cy="461824"/>
            </a:xfrm>
            <a:prstGeom prst="rect">
              <a:avLst/>
            </a:prstGeom>
            <a:noFill/>
          </p:spPr>
          <p:txBody>
            <a:bodyPr wrap="square" lIns="121744" tIns="121744" rIns="121744" bIns="121744" rtlCol="0">
              <a:spAutoFit/>
            </a:bodyPr>
            <a:lstStyle/>
            <a:p>
              <a:pPr defTabSz="1827290">
                <a:defRPr/>
              </a:pPr>
              <a:r>
                <a:rPr lang="en-US" sz="2398" kern="0">
                  <a:solidFill>
                    <a:prstClr val="black"/>
                  </a:solidFill>
                  <a:latin typeface="IBM Plex Sans Light"/>
                  <a:ea typeface="IBM Plex Sans" charset="0"/>
                  <a:cs typeface="IBM Plex Sans" charset="0"/>
                </a:rPr>
                <a:t>Proposal Generation</a:t>
              </a:r>
            </a:p>
          </p:txBody>
        </p:sp>
      </p:grpSp>
      <p:grpSp>
        <p:nvGrpSpPr>
          <p:cNvPr id="35" name="Group 34">
            <a:extLst>
              <a:ext uri="{FF2B5EF4-FFF2-40B4-BE49-F238E27FC236}">
                <a16:creationId xmlns:a16="http://schemas.microsoft.com/office/drawing/2014/main" id="{8B13A545-8D91-B8A3-9D1A-7158A9FD91C4}"/>
              </a:ext>
            </a:extLst>
          </p:cNvPr>
          <p:cNvGrpSpPr/>
          <p:nvPr/>
        </p:nvGrpSpPr>
        <p:grpSpPr>
          <a:xfrm>
            <a:off x="3484910" y="8798205"/>
            <a:ext cx="3828242" cy="748094"/>
            <a:chOff x="3302165" y="6138433"/>
            <a:chExt cx="2875335" cy="561884"/>
          </a:xfrm>
        </p:grpSpPr>
        <p:cxnSp>
          <p:nvCxnSpPr>
            <p:cNvPr id="36" name="Straight Connector 35">
              <a:extLst>
                <a:ext uri="{FF2B5EF4-FFF2-40B4-BE49-F238E27FC236}">
                  <a16:creationId xmlns:a16="http://schemas.microsoft.com/office/drawing/2014/main" id="{F2557361-1D4A-3AEF-ECA9-DC1D4CFCEA9C}"/>
                </a:ext>
              </a:extLst>
            </p:cNvPr>
            <p:cNvCxnSpPr>
              <a:cxnSpLocks/>
            </p:cNvCxnSpPr>
            <p:nvPr/>
          </p:nvCxnSpPr>
          <p:spPr bwMode="auto">
            <a:xfrm>
              <a:off x="3491778" y="6700317"/>
              <a:ext cx="1580336" cy="0"/>
            </a:xfrm>
            <a:prstGeom prst="line">
              <a:avLst/>
            </a:prstGeom>
            <a:noFill/>
            <a:ln w="381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0" scaled="0"/>
              </a:gradFill>
              <a:prstDash val="solid"/>
              <a:headEnd type="oval" w="lg" len="lg"/>
              <a:tailEnd type="oval" w="lg" len="lg"/>
            </a:ln>
            <a:effectLst/>
          </p:spPr>
        </p:cxnSp>
        <p:sp>
          <p:nvSpPr>
            <p:cNvPr id="37" name="TextBox 36">
              <a:extLst>
                <a:ext uri="{FF2B5EF4-FFF2-40B4-BE49-F238E27FC236}">
                  <a16:creationId xmlns:a16="http://schemas.microsoft.com/office/drawing/2014/main" id="{F8DCAC51-846C-E28A-E021-259F8C248B95}"/>
                </a:ext>
              </a:extLst>
            </p:cNvPr>
            <p:cNvSpPr txBox="1"/>
            <p:nvPr/>
          </p:nvSpPr>
          <p:spPr>
            <a:xfrm>
              <a:off x="3302165" y="6138433"/>
              <a:ext cx="2875335" cy="461827"/>
            </a:xfrm>
            <a:prstGeom prst="rect">
              <a:avLst/>
            </a:prstGeom>
            <a:noFill/>
          </p:spPr>
          <p:txBody>
            <a:bodyPr wrap="square" lIns="121744" tIns="121744" rIns="121744" bIns="121744" rtlCol="0">
              <a:spAutoFit/>
            </a:bodyPr>
            <a:lstStyle/>
            <a:p>
              <a:pPr defTabSz="1827290">
                <a:defRPr/>
              </a:pPr>
              <a:r>
                <a:rPr lang="en-US" sz="2398" kern="0" dirty="0">
                  <a:solidFill>
                    <a:prstClr val="black"/>
                  </a:solidFill>
                  <a:latin typeface="IBM Plex Sans Light"/>
                  <a:ea typeface="IBM Plex Sans" charset="0"/>
                  <a:cs typeface="IBM Plex Sans" charset="0"/>
                </a:rPr>
                <a:t>Submission Phase</a:t>
              </a:r>
            </a:p>
          </p:txBody>
        </p:sp>
      </p:grpSp>
      <p:grpSp>
        <p:nvGrpSpPr>
          <p:cNvPr id="38" name="Group 37">
            <a:extLst>
              <a:ext uri="{FF2B5EF4-FFF2-40B4-BE49-F238E27FC236}">
                <a16:creationId xmlns:a16="http://schemas.microsoft.com/office/drawing/2014/main" id="{B978A37A-0181-3300-0386-5C00DFDCECEF}"/>
              </a:ext>
            </a:extLst>
          </p:cNvPr>
          <p:cNvGrpSpPr/>
          <p:nvPr/>
        </p:nvGrpSpPr>
        <p:grpSpPr>
          <a:xfrm>
            <a:off x="4990114" y="9733584"/>
            <a:ext cx="12199742" cy="763382"/>
            <a:chOff x="4384675" y="6737967"/>
            <a:chExt cx="9163048" cy="573367"/>
          </a:xfrm>
        </p:grpSpPr>
        <p:cxnSp>
          <p:nvCxnSpPr>
            <p:cNvPr id="39" name="Straight Connector 38">
              <a:extLst>
                <a:ext uri="{FF2B5EF4-FFF2-40B4-BE49-F238E27FC236}">
                  <a16:creationId xmlns:a16="http://schemas.microsoft.com/office/drawing/2014/main" id="{5BA2D3F0-D30F-8E89-7BA9-E4A73B2E852D}"/>
                </a:ext>
              </a:extLst>
            </p:cNvPr>
            <p:cNvCxnSpPr>
              <a:cxnSpLocks/>
            </p:cNvCxnSpPr>
            <p:nvPr/>
          </p:nvCxnSpPr>
          <p:spPr bwMode="auto">
            <a:xfrm>
              <a:off x="5035635" y="7311334"/>
              <a:ext cx="8512088" cy="0"/>
            </a:xfrm>
            <a:prstGeom prst="line">
              <a:avLst/>
            </a:prstGeom>
            <a:noFill/>
            <a:ln w="38100" cap="flat" cmpd="sng" algn="ctr">
              <a:gradFill>
                <a:gsLst>
                  <a:gs pos="0">
                    <a:srgbClr val="33B1FF"/>
                  </a:gs>
                  <a:gs pos="74000">
                    <a:schemeClr val="accent1">
                      <a:lumMod val="45000"/>
                      <a:lumOff val="55000"/>
                    </a:schemeClr>
                  </a:gs>
                  <a:gs pos="83000">
                    <a:schemeClr val="accent1">
                      <a:lumMod val="45000"/>
                      <a:lumOff val="55000"/>
                    </a:schemeClr>
                  </a:gs>
                  <a:gs pos="99000">
                    <a:srgbClr val="0F62FF"/>
                  </a:gs>
                </a:gsLst>
                <a:lin ang="0" scaled="0"/>
              </a:gradFill>
              <a:prstDash val="solid"/>
              <a:headEnd type="oval" w="lg" len="lg"/>
              <a:tailEnd type="oval" w="lg" len="lg"/>
            </a:ln>
            <a:effectLst/>
          </p:spPr>
        </p:cxnSp>
        <p:sp>
          <p:nvSpPr>
            <p:cNvPr id="40" name="TextBox 39">
              <a:extLst>
                <a:ext uri="{FF2B5EF4-FFF2-40B4-BE49-F238E27FC236}">
                  <a16:creationId xmlns:a16="http://schemas.microsoft.com/office/drawing/2014/main" id="{7FEFCE9D-0CED-E08E-210C-4E15ACBAB1DE}"/>
                </a:ext>
              </a:extLst>
            </p:cNvPr>
            <p:cNvSpPr txBox="1"/>
            <p:nvPr/>
          </p:nvSpPr>
          <p:spPr>
            <a:xfrm>
              <a:off x="4384675" y="6737967"/>
              <a:ext cx="2628790" cy="461828"/>
            </a:xfrm>
            <a:prstGeom prst="rect">
              <a:avLst/>
            </a:prstGeom>
            <a:noFill/>
          </p:spPr>
          <p:txBody>
            <a:bodyPr wrap="square" lIns="121744" tIns="121744" rIns="121744" bIns="121744" rtlCol="0">
              <a:spAutoFit/>
            </a:bodyPr>
            <a:lstStyle/>
            <a:p>
              <a:pPr algn="ctr" defTabSz="1827290">
                <a:defRPr/>
              </a:pPr>
              <a:r>
                <a:rPr lang="en-US" sz="2398" kern="0" dirty="0">
                  <a:solidFill>
                    <a:prstClr val="black"/>
                  </a:solidFill>
                  <a:latin typeface="IBM Plex Sans Light"/>
                  <a:ea typeface="IBM Plex Sans" charset="0"/>
                  <a:cs typeface="IBM Plex Sans" charset="0"/>
                </a:rPr>
                <a:t>Analysis Phase</a:t>
              </a:r>
            </a:p>
          </p:txBody>
        </p:sp>
      </p:grpSp>
      <p:grpSp>
        <p:nvGrpSpPr>
          <p:cNvPr id="41" name="Group 40">
            <a:extLst>
              <a:ext uri="{FF2B5EF4-FFF2-40B4-BE49-F238E27FC236}">
                <a16:creationId xmlns:a16="http://schemas.microsoft.com/office/drawing/2014/main" id="{4666CD2A-2E1B-8BE4-D69B-685D190FA558}"/>
              </a:ext>
            </a:extLst>
          </p:cNvPr>
          <p:cNvGrpSpPr/>
          <p:nvPr/>
        </p:nvGrpSpPr>
        <p:grpSpPr>
          <a:xfrm>
            <a:off x="17188873" y="10670951"/>
            <a:ext cx="3489503" cy="753631"/>
            <a:chOff x="13547723" y="7360337"/>
            <a:chExt cx="4124856" cy="566039"/>
          </a:xfrm>
        </p:grpSpPr>
        <p:cxnSp>
          <p:nvCxnSpPr>
            <p:cNvPr id="42" name="Straight Connector 41">
              <a:extLst>
                <a:ext uri="{FF2B5EF4-FFF2-40B4-BE49-F238E27FC236}">
                  <a16:creationId xmlns:a16="http://schemas.microsoft.com/office/drawing/2014/main" id="{3289BD47-DE7C-26CC-2BB2-A09F23EAAFB0}"/>
                </a:ext>
              </a:extLst>
            </p:cNvPr>
            <p:cNvCxnSpPr>
              <a:cxnSpLocks/>
            </p:cNvCxnSpPr>
            <p:nvPr/>
          </p:nvCxnSpPr>
          <p:spPr bwMode="auto">
            <a:xfrm>
              <a:off x="13547723" y="7926376"/>
              <a:ext cx="3608520" cy="0"/>
            </a:xfrm>
            <a:prstGeom prst="line">
              <a:avLst/>
            </a:prstGeom>
            <a:noFill/>
            <a:ln w="381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0" scaled="0"/>
              </a:gradFill>
              <a:prstDash val="solid"/>
              <a:headEnd type="oval" w="lg" len="lg"/>
              <a:tailEnd type="oval" w="lg" len="lg"/>
            </a:ln>
            <a:effectLst/>
          </p:spPr>
        </p:cxnSp>
        <p:sp>
          <p:nvSpPr>
            <p:cNvPr id="43" name="TextBox 42">
              <a:extLst>
                <a:ext uri="{FF2B5EF4-FFF2-40B4-BE49-F238E27FC236}">
                  <a16:creationId xmlns:a16="http://schemas.microsoft.com/office/drawing/2014/main" id="{1B847242-7064-E3A6-816C-2F64C5971363}"/>
                </a:ext>
              </a:extLst>
            </p:cNvPr>
            <p:cNvSpPr txBox="1"/>
            <p:nvPr/>
          </p:nvSpPr>
          <p:spPr>
            <a:xfrm>
              <a:off x="13641567" y="7360337"/>
              <a:ext cx="4031012" cy="415831"/>
            </a:xfrm>
            <a:prstGeom prst="rect">
              <a:avLst/>
            </a:prstGeom>
            <a:noFill/>
          </p:spPr>
          <p:txBody>
            <a:bodyPr wrap="square" lIns="121744" tIns="121744" rIns="121744" bIns="121744" rtlCol="0">
              <a:spAutoFit/>
            </a:bodyPr>
            <a:lstStyle/>
            <a:p>
              <a:pPr defTabSz="1827290">
                <a:defRPr/>
              </a:pPr>
              <a:r>
                <a:rPr lang="en-US" sz="2000" kern="0" dirty="0">
                  <a:solidFill>
                    <a:prstClr val="black"/>
                  </a:solidFill>
                  <a:latin typeface="IBM Plex Sans Light"/>
                  <a:ea typeface="IBM Plex Sans" charset="0"/>
                  <a:cs typeface="IBM Plex Sans" charset="0"/>
                </a:rPr>
                <a:t>Draft Standards Phase</a:t>
              </a:r>
            </a:p>
          </p:txBody>
        </p:sp>
      </p:grpSp>
      <p:cxnSp>
        <p:nvCxnSpPr>
          <p:cNvPr id="45" name="Straight Connector 44">
            <a:extLst>
              <a:ext uri="{FF2B5EF4-FFF2-40B4-BE49-F238E27FC236}">
                <a16:creationId xmlns:a16="http://schemas.microsoft.com/office/drawing/2014/main" id="{EB4CF3B5-9AD3-A68A-4EF7-57EFDCE181C7}"/>
              </a:ext>
            </a:extLst>
          </p:cNvPr>
          <p:cNvCxnSpPr>
            <a:cxnSpLocks/>
            <a:endCxn id="46" idx="0"/>
          </p:cNvCxnSpPr>
          <p:nvPr/>
        </p:nvCxnSpPr>
        <p:spPr bwMode="auto">
          <a:xfrm>
            <a:off x="16923683" y="6740222"/>
            <a:ext cx="0" cy="766521"/>
          </a:xfrm>
          <a:prstGeom prst="line">
            <a:avLst/>
          </a:prstGeom>
          <a:noFill/>
          <a:ln w="25400" cap="flat" cmpd="sng" algn="ctr">
            <a:solidFill>
              <a:schemeClr val="accent2">
                <a:lumMod val="60000"/>
                <a:lumOff val="40000"/>
              </a:schemeClr>
            </a:solidFill>
            <a:prstDash val="sysDash"/>
            <a:headEnd type="oval" w="med" len="med"/>
            <a:tailEnd type="none" w="lg" len="lg"/>
          </a:ln>
          <a:effectLst/>
        </p:spPr>
      </p:cxnSp>
      <p:sp>
        <p:nvSpPr>
          <p:cNvPr id="46" name="TextBox 45">
            <a:extLst>
              <a:ext uri="{FF2B5EF4-FFF2-40B4-BE49-F238E27FC236}">
                <a16:creationId xmlns:a16="http://schemas.microsoft.com/office/drawing/2014/main" id="{A2C0FD0F-FAF7-4DE0-0B01-1736D3036490}"/>
              </a:ext>
            </a:extLst>
          </p:cNvPr>
          <p:cNvSpPr txBox="1"/>
          <p:nvPr/>
        </p:nvSpPr>
        <p:spPr>
          <a:xfrm>
            <a:off x="15818491" y="7506743"/>
            <a:ext cx="2210384" cy="553642"/>
          </a:xfrm>
          <a:prstGeom prst="rect">
            <a:avLst/>
          </a:prstGeom>
          <a:noFill/>
        </p:spPr>
        <p:txBody>
          <a:bodyPr wrap="square" lIns="121744" tIns="121744" rIns="121744" bIns="121744" rtlCol="0">
            <a:spAutoFit/>
          </a:bodyPr>
          <a:lstStyle/>
          <a:p>
            <a:pPr defTabSz="1827290">
              <a:defRPr/>
            </a:pPr>
            <a:r>
              <a:rPr lang="en-US" sz="2000" kern="0" dirty="0">
                <a:solidFill>
                  <a:prstClr val="black"/>
                </a:solidFill>
                <a:latin typeface="IBM Plex Sans Light"/>
                <a:ea typeface="IBM Plex Sans" charset="0"/>
                <a:cs typeface="IBM Plex Sans" charset="0"/>
              </a:rPr>
              <a:t>NSA CNSA 2.0</a:t>
            </a:r>
          </a:p>
        </p:txBody>
      </p:sp>
      <p:cxnSp>
        <p:nvCxnSpPr>
          <p:cNvPr id="47" name="Straight Connector 46">
            <a:extLst>
              <a:ext uri="{FF2B5EF4-FFF2-40B4-BE49-F238E27FC236}">
                <a16:creationId xmlns:a16="http://schemas.microsoft.com/office/drawing/2014/main" id="{78A9F2FD-2206-6934-174D-14007826604A}"/>
              </a:ext>
            </a:extLst>
          </p:cNvPr>
          <p:cNvCxnSpPr>
            <a:cxnSpLocks/>
          </p:cNvCxnSpPr>
          <p:nvPr/>
        </p:nvCxnSpPr>
        <p:spPr bwMode="auto">
          <a:xfrm>
            <a:off x="18442741" y="6745883"/>
            <a:ext cx="0" cy="1985782"/>
          </a:xfrm>
          <a:prstGeom prst="line">
            <a:avLst/>
          </a:prstGeom>
          <a:noFill/>
          <a:ln w="25400" cap="flat" cmpd="sng" algn="ctr">
            <a:solidFill>
              <a:schemeClr val="accent2">
                <a:lumMod val="60000"/>
                <a:lumOff val="40000"/>
              </a:schemeClr>
            </a:solidFill>
            <a:prstDash val="sysDash"/>
            <a:headEnd type="oval" w="med" len="med"/>
            <a:tailEnd type="none" w="lg" len="lg"/>
          </a:ln>
          <a:effectLst/>
        </p:spPr>
      </p:cxnSp>
      <p:sp>
        <p:nvSpPr>
          <p:cNvPr id="48" name="TextBox 47">
            <a:extLst>
              <a:ext uri="{FF2B5EF4-FFF2-40B4-BE49-F238E27FC236}">
                <a16:creationId xmlns:a16="http://schemas.microsoft.com/office/drawing/2014/main" id="{9448787D-6E3D-D1C9-35BE-FF22B056B6D8}"/>
              </a:ext>
            </a:extLst>
          </p:cNvPr>
          <p:cNvSpPr txBox="1"/>
          <p:nvPr/>
        </p:nvSpPr>
        <p:spPr>
          <a:xfrm>
            <a:off x="16543094" y="8693132"/>
            <a:ext cx="2573342" cy="1169196"/>
          </a:xfrm>
          <a:prstGeom prst="rect">
            <a:avLst/>
          </a:prstGeom>
          <a:noFill/>
        </p:spPr>
        <p:txBody>
          <a:bodyPr wrap="square" lIns="121744" tIns="121744" rIns="121744" bIns="121744" rtlCol="0">
            <a:spAutoFit/>
          </a:bodyPr>
          <a:lstStyle/>
          <a:p>
            <a:pPr defTabSz="1827290">
              <a:defRPr/>
            </a:pPr>
            <a:r>
              <a:rPr lang="en-US" sz="2000" kern="0" dirty="0">
                <a:solidFill>
                  <a:prstClr val="black"/>
                </a:solidFill>
                <a:latin typeface="IBM Plex Sans Light"/>
                <a:ea typeface="IBM Plex Sans" charset="0"/>
                <a:cs typeface="IBM Plex Sans" charset="0"/>
              </a:rPr>
              <a:t>Nov 18 </a:t>
            </a:r>
            <a:br>
              <a:rPr lang="en-US" sz="2000" kern="0" dirty="0">
                <a:solidFill>
                  <a:prstClr val="black"/>
                </a:solidFill>
                <a:latin typeface="IBM Plex Sans Light"/>
                <a:ea typeface="IBM Plex Sans" charset="0"/>
                <a:cs typeface="IBM Plex Sans" charset="0"/>
              </a:rPr>
            </a:br>
            <a:r>
              <a:rPr lang="en-US" sz="2000" kern="0" dirty="0">
                <a:solidFill>
                  <a:prstClr val="black"/>
                </a:solidFill>
                <a:latin typeface="IBM Plex Sans Light"/>
                <a:ea typeface="IBM Plex Sans" charset="0"/>
                <a:cs typeface="IBM Plex Sans" charset="0"/>
              </a:rPr>
              <a:t>Presidential Executive Order</a:t>
            </a:r>
          </a:p>
        </p:txBody>
      </p:sp>
      <p:sp>
        <p:nvSpPr>
          <p:cNvPr id="49" name="TextBox 48">
            <a:extLst>
              <a:ext uri="{FF2B5EF4-FFF2-40B4-BE49-F238E27FC236}">
                <a16:creationId xmlns:a16="http://schemas.microsoft.com/office/drawing/2014/main" id="{A4F6054C-E784-599A-831B-E2976958C773}"/>
              </a:ext>
            </a:extLst>
          </p:cNvPr>
          <p:cNvSpPr txBox="1"/>
          <p:nvPr/>
        </p:nvSpPr>
        <p:spPr>
          <a:xfrm>
            <a:off x="2426006" y="2375525"/>
            <a:ext cx="2343653" cy="1641473"/>
          </a:xfrm>
          <a:prstGeom prst="rect">
            <a:avLst/>
          </a:prstGeom>
          <a:noFill/>
        </p:spPr>
        <p:txBody>
          <a:bodyPr wrap="none" lIns="243712" tIns="243712" rIns="243712" bIns="243712" rtlCol="0">
            <a:spAutoFit/>
          </a:bodyPr>
          <a:lstStyle/>
          <a:p>
            <a:pPr defTabSz="1827290">
              <a:spcBef>
                <a:spcPts val="2934"/>
              </a:spcBef>
              <a:defRPr/>
            </a:pPr>
            <a:r>
              <a:rPr lang="en-US" sz="3734" kern="0" dirty="0">
                <a:solidFill>
                  <a:prstClr val="black"/>
                </a:solidFill>
                <a:latin typeface="IBM Plex Sans" panose="020B0503050203000203" pitchFamily="34" charset="0"/>
                <a:ea typeface="IBM Plex Sans" charset="0"/>
                <a:cs typeface="IBM Plex Sans" charset="0"/>
              </a:rPr>
              <a:t>NIST &amp;</a:t>
            </a:r>
            <a:br>
              <a:rPr lang="en-US" sz="3734" kern="0" dirty="0">
                <a:solidFill>
                  <a:prstClr val="black"/>
                </a:solidFill>
                <a:latin typeface="IBM Plex Sans" panose="020B0503050203000203" pitchFamily="34" charset="0"/>
                <a:ea typeface="IBM Plex Sans" charset="0"/>
                <a:cs typeface="IBM Plex Sans" charset="0"/>
              </a:rPr>
            </a:br>
            <a:r>
              <a:rPr lang="en-US" sz="3734" kern="0" dirty="0">
                <a:solidFill>
                  <a:prstClr val="black"/>
                </a:solidFill>
                <a:latin typeface="IBM Plex Sans" panose="020B0503050203000203" pitchFamily="34" charset="0"/>
                <a:ea typeface="IBM Plex Sans" charset="0"/>
                <a:cs typeface="IBM Plex Sans" charset="0"/>
              </a:rPr>
              <a:t>US Govt.</a:t>
            </a:r>
          </a:p>
        </p:txBody>
      </p:sp>
      <p:sp>
        <p:nvSpPr>
          <p:cNvPr id="52" name="TextBox 51">
            <a:extLst>
              <a:ext uri="{FF2B5EF4-FFF2-40B4-BE49-F238E27FC236}">
                <a16:creationId xmlns:a16="http://schemas.microsoft.com/office/drawing/2014/main" id="{C3BF8802-AAAE-86AE-C001-85A74450DC5A}"/>
              </a:ext>
            </a:extLst>
          </p:cNvPr>
          <p:cNvSpPr txBox="1"/>
          <p:nvPr/>
        </p:nvSpPr>
        <p:spPr>
          <a:xfrm>
            <a:off x="9066079" y="10619916"/>
            <a:ext cx="8142332" cy="400110"/>
          </a:xfrm>
          <a:prstGeom prst="rect">
            <a:avLst/>
          </a:prstGeom>
          <a:noFill/>
        </p:spPr>
        <p:txBody>
          <a:bodyPr wrap="square">
            <a:spAutoFit/>
          </a:bodyPr>
          <a:lstStyle/>
          <a:p>
            <a:pPr defTabSz="1827290" eaLnBrk="0" fontAlgn="base" hangingPunct="0">
              <a:spcBef>
                <a:spcPct val="0"/>
              </a:spcBef>
              <a:spcAft>
                <a:spcPct val="0"/>
              </a:spcAft>
              <a:defRPr/>
            </a:pPr>
            <a:r>
              <a:rPr lang="en-US" sz="2000" i="1" kern="0" dirty="0">
                <a:solidFill>
                  <a:prstClr val="black"/>
                </a:solidFill>
                <a:latin typeface="IBM Plex Sans Light"/>
                <a:ea typeface="IBM Plex Sans" charset="0"/>
                <a:cs typeface="IBM Plex Sans" charset="0"/>
              </a:rPr>
              <a:t>New signature round (June 2023)</a:t>
            </a:r>
          </a:p>
        </p:txBody>
      </p:sp>
      <p:cxnSp>
        <p:nvCxnSpPr>
          <p:cNvPr id="54" name="Straight Connector 53">
            <a:extLst>
              <a:ext uri="{FF2B5EF4-FFF2-40B4-BE49-F238E27FC236}">
                <a16:creationId xmlns:a16="http://schemas.microsoft.com/office/drawing/2014/main" id="{8C8855B7-E86C-E579-0B51-B35837F8ECCD}"/>
              </a:ext>
            </a:extLst>
          </p:cNvPr>
          <p:cNvCxnSpPr>
            <a:cxnSpLocks/>
          </p:cNvCxnSpPr>
          <p:nvPr/>
        </p:nvCxnSpPr>
        <p:spPr bwMode="auto">
          <a:xfrm flipV="1">
            <a:off x="12384969" y="5737571"/>
            <a:ext cx="0" cy="917182"/>
          </a:xfrm>
          <a:prstGeom prst="line">
            <a:avLst/>
          </a:prstGeom>
          <a:noFill/>
          <a:ln w="254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5400000" scaled="1"/>
            </a:gradFill>
            <a:prstDash val="sysDash"/>
            <a:headEnd type="oval" w="med" len="med"/>
            <a:tailEnd type="none" w="lg" len="lg"/>
          </a:ln>
          <a:effectLst/>
        </p:spPr>
      </p:cxnSp>
      <p:sp>
        <p:nvSpPr>
          <p:cNvPr id="55" name="Oval 54">
            <a:extLst>
              <a:ext uri="{FF2B5EF4-FFF2-40B4-BE49-F238E27FC236}">
                <a16:creationId xmlns:a16="http://schemas.microsoft.com/office/drawing/2014/main" id="{3F526674-7D7B-F698-848C-0D1CA16B4117}"/>
              </a:ext>
            </a:extLst>
          </p:cNvPr>
          <p:cNvSpPr>
            <a:spLocks noChangeAspect="1"/>
          </p:cNvSpPr>
          <p:nvPr/>
        </p:nvSpPr>
        <p:spPr bwMode="auto">
          <a:xfrm>
            <a:off x="12266282" y="6538171"/>
            <a:ext cx="243486" cy="243486"/>
          </a:xfrm>
          <a:prstGeom prst="ellipse">
            <a:avLst/>
          </a:prstGeom>
          <a:solidFill>
            <a:srgbClr val="33B1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744" tIns="121744" rIns="121744" bIns="121744" numCol="1" rtlCol="0" anchor="t" anchorCtr="0" compatLnSpc="1">
            <a:prstTxWarp prst="textNoShape">
              <a:avLst/>
            </a:prstTxWarp>
          </a:bodyPr>
          <a:lstStyle/>
          <a:p>
            <a:pPr defTabSz="1216974" fontAlgn="base">
              <a:spcBef>
                <a:spcPct val="0"/>
              </a:spcBef>
              <a:spcAft>
                <a:spcPct val="0"/>
              </a:spcAft>
              <a:defRPr/>
            </a:pPr>
            <a:endParaRPr lang="en-US" sz="2398" kern="0">
              <a:solidFill>
                <a:prstClr val="black"/>
              </a:solidFill>
              <a:latin typeface="IBM Plex Sans Light"/>
            </a:endParaRPr>
          </a:p>
        </p:txBody>
      </p:sp>
      <p:sp>
        <p:nvSpPr>
          <p:cNvPr id="56" name="TextBox 55">
            <a:extLst>
              <a:ext uri="{FF2B5EF4-FFF2-40B4-BE49-F238E27FC236}">
                <a16:creationId xmlns:a16="http://schemas.microsoft.com/office/drawing/2014/main" id="{B347C5DB-059D-2FAC-BF20-F61547506258}"/>
              </a:ext>
            </a:extLst>
          </p:cNvPr>
          <p:cNvSpPr txBox="1"/>
          <p:nvPr/>
        </p:nvSpPr>
        <p:spPr>
          <a:xfrm>
            <a:off x="13818040" y="3929405"/>
            <a:ext cx="3049002" cy="193899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6326" eaLnBrk="0" fontAlgn="base" hangingPunct="0">
              <a:spcBef>
                <a:spcPct val="0"/>
              </a:spcBef>
              <a:defRPr/>
            </a:pPr>
            <a:r>
              <a:rPr lang="en-US" sz="2000" kern="0" dirty="0">
                <a:solidFill>
                  <a:srgbClr val="000000"/>
                </a:solidFill>
                <a:latin typeface="IBM Plex Sans Light"/>
              </a:rPr>
              <a:t>→</a:t>
            </a:r>
            <a:r>
              <a:rPr lang="en-US" sz="2000" kern="0" dirty="0">
                <a:solidFill>
                  <a:srgbClr val="8D8D8D"/>
                </a:solidFill>
                <a:latin typeface="IBM Plex Sans Light"/>
              </a:rPr>
              <a:t> </a:t>
            </a:r>
            <a:r>
              <a:rPr lang="en-US" sz="2000" kern="0" dirty="0">
                <a:solidFill>
                  <a:srgbClr val="1192E8"/>
                </a:solidFill>
                <a:latin typeface="IBM Plex Sans Light"/>
              </a:rPr>
              <a:t>CRYSTALS-Kyber</a:t>
            </a:r>
            <a:br>
              <a:rPr lang="en-US" sz="2000" kern="0" dirty="0">
                <a:solidFill>
                  <a:srgbClr val="8D8D8D"/>
                </a:solidFill>
                <a:latin typeface="IBM Plex Sans Light"/>
              </a:rPr>
            </a:br>
            <a:r>
              <a:rPr lang="en-US" sz="2000" kern="0" dirty="0">
                <a:solidFill>
                  <a:srgbClr val="000000"/>
                </a:solidFill>
                <a:latin typeface="IBM Plex Sans Light"/>
              </a:rPr>
              <a:t>→</a:t>
            </a:r>
            <a:r>
              <a:rPr lang="en-US" sz="2000" kern="0" dirty="0">
                <a:solidFill>
                  <a:srgbClr val="8D8D8D"/>
                </a:solidFill>
                <a:latin typeface="IBM Plex Sans Light"/>
              </a:rPr>
              <a:t> </a:t>
            </a:r>
            <a:r>
              <a:rPr lang="en-US" sz="2000" kern="0" dirty="0">
                <a:solidFill>
                  <a:srgbClr val="1192E8"/>
                </a:solidFill>
                <a:latin typeface="IBM Plex Sans Light"/>
              </a:rPr>
              <a:t>CRYSTALS-</a:t>
            </a:r>
            <a:r>
              <a:rPr lang="en-US" sz="2000" kern="0" dirty="0" err="1">
                <a:solidFill>
                  <a:srgbClr val="1192E8"/>
                </a:solidFill>
                <a:latin typeface="IBM Plex Sans Light"/>
              </a:rPr>
              <a:t>Dilithium</a:t>
            </a:r>
            <a:br>
              <a:rPr lang="en-US" sz="2000" kern="0" dirty="0">
                <a:solidFill>
                  <a:srgbClr val="8D8D8D"/>
                </a:solidFill>
                <a:latin typeface="IBM Plex Sans Light"/>
              </a:rPr>
            </a:br>
            <a:r>
              <a:rPr lang="en-US" sz="2000" kern="0" dirty="0">
                <a:solidFill>
                  <a:srgbClr val="000000"/>
                </a:solidFill>
                <a:latin typeface="IBM Plex Sans Light"/>
              </a:rPr>
              <a:t>→ SPHINCS+</a:t>
            </a:r>
          </a:p>
          <a:p>
            <a:pPr defTabSz="1216326" eaLnBrk="0" fontAlgn="base" hangingPunct="0">
              <a:spcBef>
                <a:spcPct val="0"/>
              </a:spcBef>
              <a:defRPr/>
            </a:pPr>
            <a:endParaRPr lang="en-US" sz="2000" kern="0" dirty="0">
              <a:solidFill>
                <a:srgbClr val="8D8D8D"/>
              </a:solidFill>
              <a:latin typeface="IBM Plex Sans Light"/>
            </a:endParaRPr>
          </a:p>
          <a:p>
            <a:pPr defTabSz="1216326" eaLnBrk="0" fontAlgn="base" hangingPunct="0">
              <a:spcBef>
                <a:spcPct val="0"/>
              </a:spcBef>
              <a:defRPr/>
            </a:pPr>
            <a:r>
              <a:rPr lang="en-US" sz="2000" kern="0" dirty="0">
                <a:solidFill>
                  <a:srgbClr val="000000"/>
                </a:solidFill>
                <a:latin typeface="IBM Plex Sans Light"/>
              </a:rPr>
              <a:t>→ </a:t>
            </a:r>
            <a:r>
              <a:rPr lang="en-US" sz="2000" kern="0" dirty="0">
                <a:solidFill>
                  <a:srgbClr val="1192E8"/>
                </a:solidFill>
                <a:latin typeface="IBM Plex Sans Light"/>
              </a:rPr>
              <a:t>FALCON</a:t>
            </a:r>
            <a:r>
              <a:rPr lang="en-US" sz="2000" kern="0" dirty="0">
                <a:solidFill>
                  <a:srgbClr val="8D8D8D"/>
                </a:solidFill>
                <a:latin typeface="IBM Plex Sans Light"/>
              </a:rPr>
              <a:t> </a:t>
            </a:r>
            <a:br>
              <a:rPr lang="en-US" sz="2000" kern="0" dirty="0">
                <a:solidFill>
                  <a:srgbClr val="8D8D8D"/>
                </a:solidFill>
                <a:latin typeface="IBM Plex Sans Light"/>
              </a:rPr>
            </a:br>
            <a:endParaRPr lang="en-US" sz="2000" kern="0" dirty="0">
              <a:solidFill>
                <a:srgbClr val="000000"/>
              </a:solidFill>
              <a:latin typeface="IBM Plex Sans Light"/>
            </a:endParaRPr>
          </a:p>
        </p:txBody>
      </p:sp>
      <p:sp>
        <p:nvSpPr>
          <p:cNvPr id="57" name="Rectangle 56">
            <a:extLst>
              <a:ext uri="{FF2B5EF4-FFF2-40B4-BE49-F238E27FC236}">
                <a16:creationId xmlns:a16="http://schemas.microsoft.com/office/drawing/2014/main" id="{5A68B1ED-DAD2-E5CA-0494-76B2E0B7ECC4}"/>
              </a:ext>
            </a:extLst>
          </p:cNvPr>
          <p:cNvSpPr/>
          <p:nvPr/>
        </p:nvSpPr>
        <p:spPr>
          <a:xfrm>
            <a:off x="6891589" y="8364792"/>
            <a:ext cx="2809128" cy="1128514"/>
          </a:xfrm>
          <a:prstGeom prst="rect">
            <a:avLst/>
          </a:prstGeom>
        </p:spPr>
        <p:txBody>
          <a:bodyPr wrap="square" lIns="0" tIns="0" rIns="0" bIns="0">
            <a:spAutoFit/>
          </a:bodyPr>
          <a:lstStyle/>
          <a:p>
            <a:pPr algn="ctr" defTabSz="1216326" eaLnBrk="0" fontAlgn="base" hangingPunct="0">
              <a:spcBef>
                <a:spcPct val="0"/>
              </a:spcBef>
              <a:spcAft>
                <a:spcPts val="1600"/>
              </a:spcAft>
              <a:defRPr/>
            </a:pPr>
            <a:r>
              <a:rPr lang="en-US" sz="2000" b="1" kern="0" dirty="0">
                <a:solidFill>
                  <a:srgbClr val="0043CE"/>
                </a:solidFill>
                <a:latin typeface="IBM Plex Sans Light"/>
              </a:rPr>
              <a:t>IBM Infrastructure  </a:t>
            </a:r>
          </a:p>
          <a:p>
            <a:pPr algn="ctr" defTabSz="1216326" eaLnBrk="0" fontAlgn="base" hangingPunct="0">
              <a:spcBef>
                <a:spcPct val="0"/>
              </a:spcBef>
              <a:spcAft>
                <a:spcPts val="1600"/>
              </a:spcAft>
              <a:defRPr/>
            </a:pPr>
            <a:r>
              <a:rPr lang="en-US" sz="2000" kern="0" dirty="0">
                <a:solidFill>
                  <a:sysClr val="windowText" lastClr="000000"/>
                </a:solidFill>
                <a:latin typeface="IBM Plex Sans Light"/>
              </a:rPr>
              <a:t>Quantum-safe  tape announcement</a:t>
            </a:r>
          </a:p>
        </p:txBody>
      </p:sp>
      <p:sp>
        <p:nvSpPr>
          <p:cNvPr id="59" name="Rectangle 58">
            <a:extLst>
              <a:ext uri="{FF2B5EF4-FFF2-40B4-BE49-F238E27FC236}">
                <a16:creationId xmlns:a16="http://schemas.microsoft.com/office/drawing/2014/main" id="{F2525FD6-9BB8-337E-91AE-5DB7F7DCB720}"/>
              </a:ext>
            </a:extLst>
          </p:cNvPr>
          <p:cNvSpPr/>
          <p:nvPr/>
        </p:nvSpPr>
        <p:spPr>
          <a:xfrm>
            <a:off x="9635408" y="8691378"/>
            <a:ext cx="2113774" cy="1415320"/>
          </a:xfrm>
          <a:prstGeom prst="rect">
            <a:avLst/>
          </a:prstGeom>
          <a:solidFill>
            <a:schemeClr val="bg1"/>
          </a:solidFill>
        </p:spPr>
        <p:txBody>
          <a:bodyPr wrap="square" lIns="0" tIns="243616" rIns="0" bIns="243616">
            <a:spAutoFit/>
          </a:bodyPr>
          <a:lstStyle/>
          <a:p>
            <a:pPr algn="ctr" defTabSz="1216326" eaLnBrk="0" fontAlgn="base" hangingPunct="0">
              <a:spcBef>
                <a:spcPct val="0"/>
              </a:spcBef>
              <a:spcAft>
                <a:spcPts val="1600"/>
              </a:spcAft>
              <a:defRPr/>
            </a:pPr>
            <a:r>
              <a:rPr lang="en-US" sz="2000" kern="0" dirty="0">
                <a:solidFill>
                  <a:srgbClr val="0043CE"/>
                </a:solidFill>
                <a:latin typeface="IBM Plex Sans Light"/>
              </a:rPr>
              <a:t>IBM open source </a:t>
            </a:r>
            <a:br>
              <a:rPr lang="en-US" sz="2000" kern="0" dirty="0">
                <a:solidFill>
                  <a:srgbClr val="0043CE"/>
                </a:solidFill>
                <a:latin typeface="IBM Plex Sans Light"/>
              </a:rPr>
            </a:br>
            <a:r>
              <a:rPr lang="en-US" sz="2000" kern="0" dirty="0">
                <a:solidFill>
                  <a:srgbClr val="0043CE"/>
                </a:solidFill>
                <a:latin typeface="IBM Plex Sans Light"/>
              </a:rPr>
              <a:t>announcement: </a:t>
            </a:r>
            <a:r>
              <a:rPr lang="en-US" sz="2000" kern="0" dirty="0">
                <a:solidFill>
                  <a:sysClr val="windowText" lastClr="000000"/>
                </a:solidFill>
                <a:latin typeface="IBM Plex Sans Light"/>
              </a:rPr>
              <a:t>OQS</a:t>
            </a:r>
          </a:p>
        </p:txBody>
      </p:sp>
      <p:sp>
        <p:nvSpPr>
          <p:cNvPr id="60" name="TextBox 59">
            <a:extLst>
              <a:ext uri="{FF2B5EF4-FFF2-40B4-BE49-F238E27FC236}">
                <a16:creationId xmlns:a16="http://schemas.microsoft.com/office/drawing/2014/main" id="{69D55B6A-60BF-9EBC-A27A-14AEEC5630EE}"/>
              </a:ext>
            </a:extLst>
          </p:cNvPr>
          <p:cNvSpPr txBox="1"/>
          <p:nvPr/>
        </p:nvSpPr>
        <p:spPr>
          <a:xfrm>
            <a:off x="11749184" y="8343427"/>
            <a:ext cx="2450726" cy="183640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defTabSz="1216326" eaLnBrk="0" fontAlgn="base" hangingPunct="0">
              <a:spcBef>
                <a:spcPct val="0"/>
              </a:spcBef>
              <a:spcAft>
                <a:spcPts val="1600"/>
              </a:spcAft>
              <a:defRPr/>
            </a:pPr>
            <a:r>
              <a:rPr lang="en-US" sz="2000" b="1" kern="0" dirty="0">
                <a:solidFill>
                  <a:srgbClr val="0043CE"/>
                </a:solidFill>
                <a:latin typeface="IBM Plex Sans Light"/>
              </a:rPr>
              <a:t>IBM Cloud  </a:t>
            </a:r>
          </a:p>
          <a:p>
            <a:pPr algn="ctr" defTabSz="1216326" eaLnBrk="0" fontAlgn="base" hangingPunct="0">
              <a:spcBef>
                <a:spcPct val="0"/>
              </a:spcBef>
              <a:spcAft>
                <a:spcPts val="1600"/>
              </a:spcAft>
              <a:defRPr/>
            </a:pPr>
            <a:r>
              <a:rPr lang="en-US" sz="2000" kern="0" dirty="0">
                <a:solidFill>
                  <a:sysClr val="windowText" lastClr="000000"/>
                </a:solidFill>
                <a:latin typeface="IBM Plex Sans Light"/>
              </a:rPr>
              <a:t>Availability of </a:t>
            </a:r>
            <a:br>
              <a:rPr lang="en-US" sz="2000" kern="0" dirty="0">
                <a:solidFill>
                  <a:sysClr val="windowText" lastClr="000000"/>
                </a:solidFill>
                <a:latin typeface="IBM Plex Sans Light"/>
              </a:rPr>
            </a:br>
            <a:r>
              <a:rPr lang="en-US" sz="2000" kern="0" dirty="0">
                <a:solidFill>
                  <a:sysClr val="windowText" lastClr="000000"/>
                </a:solidFill>
                <a:latin typeface="IBM Plex Sans Light"/>
              </a:rPr>
              <a:t>quantum-safe </a:t>
            </a:r>
            <a:br>
              <a:rPr lang="en-US" sz="2000" kern="0" dirty="0">
                <a:solidFill>
                  <a:sysClr val="windowText" lastClr="000000"/>
                </a:solidFill>
                <a:latin typeface="IBM Plex Sans Light"/>
              </a:rPr>
            </a:br>
            <a:r>
              <a:rPr lang="en-US" sz="2000" kern="0" dirty="0">
                <a:solidFill>
                  <a:sysClr val="windowText" lastClr="000000"/>
                </a:solidFill>
                <a:latin typeface="IBM Plex Sans Light"/>
              </a:rPr>
              <a:t>algorithms and communication</a:t>
            </a:r>
          </a:p>
        </p:txBody>
      </p:sp>
      <p:sp>
        <p:nvSpPr>
          <p:cNvPr id="3" name="TextBox 2">
            <a:extLst>
              <a:ext uri="{FF2B5EF4-FFF2-40B4-BE49-F238E27FC236}">
                <a16:creationId xmlns:a16="http://schemas.microsoft.com/office/drawing/2014/main" id="{F6BF39CF-75FF-B199-4837-D588A509F44E}"/>
              </a:ext>
            </a:extLst>
          </p:cNvPr>
          <p:cNvSpPr txBox="1"/>
          <p:nvPr/>
        </p:nvSpPr>
        <p:spPr>
          <a:xfrm>
            <a:off x="18424653" y="7608750"/>
            <a:ext cx="2061780" cy="707886"/>
          </a:xfrm>
          <a:prstGeom prst="rect">
            <a:avLst/>
          </a:prstGeom>
          <a:noFill/>
        </p:spPr>
        <p:txBody>
          <a:bodyPr wrap="square" rtlCol="0">
            <a:spAutoFit/>
          </a:bodyPr>
          <a:lstStyle/>
          <a:p>
            <a:pPr defTabSz="1828648">
              <a:defRPr/>
            </a:pPr>
            <a:r>
              <a:rPr lang="en-US" sz="2000" b="1" kern="0" dirty="0">
                <a:solidFill>
                  <a:srgbClr val="0F61FE"/>
                </a:solidFill>
                <a:latin typeface="IBM Plex Sans Light"/>
              </a:rPr>
              <a:t>IBM Quantum Safe Explorer </a:t>
            </a:r>
            <a:endParaRPr lang="en-US" sz="2000" kern="0" dirty="0">
              <a:solidFill>
                <a:srgbClr val="0F61FE"/>
              </a:solidFill>
              <a:latin typeface="IBM Plex Sans Light"/>
            </a:endParaRPr>
          </a:p>
        </p:txBody>
      </p:sp>
      <p:sp>
        <p:nvSpPr>
          <p:cNvPr id="5" name="TextBox 4">
            <a:extLst>
              <a:ext uri="{FF2B5EF4-FFF2-40B4-BE49-F238E27FC236}">
                <a16:creationId xmlns:a16="http://schemas.microsoft.com/office/drawing/2014/main" id="{5C15AB73-F176-1091-1027-0DE7FFB11980}"/>
              </a:ext>
            </a:extLst>
          </p:cNvPr>
          <p:cNvSpPr txBox="1"/>
          <p:nvPr/>
        </p:nvSpPr>
        <p:spPr>
          <a:xfrm>
            <a:off x="18929596" y="8731664"/>
            <a:ext cx="2865178" cy="707886"/>
          </a:xfrm>
          <a:prstGeom prst="rect">
            <a:avLst/>
          </a:prstGeom>
          <a:noFill/>
        </p:spPr>
        <p:txBody>
          <a:bodyPr wrap="square" rtlCol="0">
            <a:spAutoFit/>
          </a:bodyPr>
          <a:lstStyle/>
          <a:p>
            <a:pPr defTabSz="1828648">
              <a:defRPr/>
            </a:pPr>
            <a:r>
              <a:rPr lang="en-US" sz="2000" b="1" kern="0" dirty="0">
                <a:solidFill>
                  <a:srgbClr val="0F61FE"/>
                </a:solidFill>
                <a:latin typeface="IBM Plex Sans Light"/>
              </a:rPr>
              <a:t>IBM Quantum Safe Remediator</a:t>
            </a:r>
            <a:endParaRPr lang="en-US" sz="2000" kern="0" dirty="0">
              <a:solidFill>
                <a:srgbClr val="0F61FE"/>
              </a:solidFill>
              <a:latin typeface="IBM Plex Sans Light"/>
            </a:endParaRPr>
          </a:p>
        </p:txBody>
      </p:sp>
      <p:sp>
        <p:nvSpPr>
          <p:cNvPr id="61" name="TextBox 60">
            <a:extLst>
              <a:ext uri="{FF2B5EF4-FFF2-40B4-BE49-F238E27FC236}">
                <a16:creationId xmlns:a16="http://schemas.microsoft.com/office/drawing/2014/main" id="{289931FF-6D8F-CEE5-F099-F4F46E61EA40}"/>
              </a:ext>
            </a:extLst>
          </p:cNvPr>
          <p:cNvSpPr txBox="1"/>
          <p:nvPr/>
        </p:nvSpPr>
        <p:spPr>
          <a:xfrm>
            <a:off x="20342907" y="3796140"/>
            <a:ext cx="2171032" cy="2400302"/>
          </a:xfrm>
          <a:prstGeom prst="rect">
            <a:avLst/>
          </a:prstGeom>
          <a:noFill/>
        </p:spPr>
        <p:txBody>
          <a:bodyPr wrap="square" lIns="121744" tIns="121744" rIns="121744" bIns="121744" rtlCol="0">
            <a:spAutoFit/>
          </a:bodyPr>
          <a:lstStyle/>
          <a:p>
            <a:pPr defTabSz="1827290">
              <a:defRPr/>
            </a:pPr>
            <a:r>
              <a:rPr lang="en-US" sz="2000" kern="0" dirty="0">
                <a:solidFill>
                  <a:prstClr val="black"/>
                </a:solidFill>
                <a:latin typeface="IBM Plex Sans Light"/>
                <a:ea typeface="IBM Plex Sans" charset="0"/>
                <a:cs typeface="IBM Plex Sans" charset="0"/>
              </a:rPr>
              <a:t>CBOM Standard in </a:t>
            </a:r>
            <a:r>
              <a:rPr lang="en-US" sz="2000" kern="0" dirty="0" err="1">
                <a:solidFill>
                  <a:prstClr val="black"/>
                </a:solidFill>
                <a:latin typeface="IBM Plex Sans Light"/>
                <a:ea typeface="IBM Plex Sans" charset="0"/>
                <a:cs typeface="IBM Plex Sans" charset="0"/>
              </a:rPr>
              <a:t>CycloneDX</a:t>
            </a:r>
            <a:r>
              <a:rPr lang="en-US" sz="2000" kern="0" dirty="0">
                <a:solidFill>
                  <a:prstClr val="black"/>
                </a:solidFill>
                <a:latin typeface="IBM Plex Sans Light"/>
                <a:ea typeface="IBM Plex Sans" charset="0"/>
                <a:cs typeface="IBM Plex Sans" charset="0"/>
              </a:rPr>
              <a:t> 1.6</a:t>
            </a:r>
          </a:p>
          <a:p>
            <a:pPr defTabSz="1827290">
              <a:defRPr/>
            </a:pPr>
            <a:endParaRPr lang="en-US" sz="2000" kern="0" dirty="0">
              <a:solidFill>
                <a:prstClr val="black"/>
              </a:solidFill>
              <a:latin typeface="IBM Plex Sans Light"/>
              <a:ea typeface="IBM Plex Sans" charset="0"/>
              <a:cs typeface="IBM Plex Sans" charset="0"/>
            </a:endParaRPr>
          </a:p>
          <a:p>
            <a:pPr defTabSz="1827290">
              <a:defRPr/>
            </a:pPr>
            <a:r>
              <a:rPr lang="en-US" sz="2000" b="1" kern="0" dirty="0">
                <a:solidFill>
                  <a:prstClr val="black"/>
                </a:solidFill>
                <a:latin typeface="IBM Plex Sans Light"/>
                <a:ea typeface="IBM Plex Sans" charset="0"/>
                <a:cs typeface="IBM Plex Sans" charset="0"/>
              </a:rPr>
              <a:t>Non-lattice submissions:</a:t>
            </a:r>
          </a:p>
          <a:p>
            <a:pPr defTabSz="1827290">
              <a:defRPr/>
            </a:pPr>
            <a:r>
              <a:rPr lang="en-US" sz="2000" kern="0" dirty="0">
                <a:solidFill>
                  <a:srgbClr val="0F61FE"/>
                </a:solidFill>
                <a:latin typeface="IBM Plex Sans Light"/>
                <a:ea typeface="IBM Plex Sans" charset="0"/>
                <a:cs typeface="IBM Plex Sans" charset="0"/>
              </a:rPr>
              <a:t>MAYO, UOV, </a:t>
            </a:r>
            <a:r>
              <a:rPr lang="en-US" sz="2000" kern="0" dirty="0" err="1">
                <a:solidFill>
                  <a:srgbClr val="0F61FE"/>
                </a:solidFill>
                <a:latin typeface="IBM Plex Sans Light"/>
                <a:ea typeface="IBM Plex Sans" charset="0"/>
                <a:cs typeface="IBM Plex Sans" charset="0"/>
              </a:rPr>
              <a:t>SQIsign</a:t>
            </a:r>
            <a:r>
              <a:rPr lang="en-US" sz="2000" kern="0" dirty="0">
                <a:solidFill>
                  <a:srgbClr val="0F61FE"/>
                </a:solidFill>
                <a:latin typeface="IBM Plex Sans Light"/>
                <a:ea typeface="IBM Plex Sans" charset="0"/>
                <a:cs typeface="IBM Plex Sans" charset="0"/>
              </a:rPr>
              <a:t>, FAEST</a:t>
            </a:r>
          </a:p>
        </p:txBody>
      </p:sp>
      <p:sp>
        <p:nvSpPr>
          <p:cNvPr id="6" name="TextBox 5">
            <a:extLst>
              <a:ext uri="{FF2B5EF4-FFF2-40B4-BE49-F238E27FC236}">
                <a16:creationId xmlns:a16="http://schemas.microsoft.com/office/drawing/2014/main" id="{81821300-EF50-94C5-FE93-570E7E6ADD1C}"/>
              </a:ext>
            </a:extLst>
          </p:cNvPr>
          <p:cNvSpPr txBox="1"/>
          <p:nvPr/>
        </p:nvSpPr>
        <p:spPr>
          <a:xfrm>
            <a:off x="18929598" y="9522777"/>
            <a:ext cx="3184762" cy="707886"/>
          </a:xfrm>
          <a:prstGeom prst="rect">
            <a:avLst/>
          </a:prstGeom>
          <a:noFill/>
        </p:spPr>
        <p:txBody>
          <a:bodyPr wrap="square" rtlCol="0">
            <a:spAutoFit/>
          </a:bodyPr>
          <a:lstStyle/>
          <a:p>
            <a:pPr defTabSz="1828648">
              <a:defRPr/>
            </a:pPr>
            <a:r>
              <a:rPr lang="en-US" sz="2000" b="1" kern="0" dirty="0">
                <a:solidFill>
                  <a:srgbClr val="0F61FE"/>
                </a:solidFill>
                <a:latin typeface="IBM Plex Sans Light"/>
              </a:rPr>
              <a:t>IBM Guardium Quantum Safe</a:t>
            </a:r>
            <a:endParaRPr lang="en-US" sz="2000" kern="0" dirty="0">
              <a:solidFill>
                <a:srgbClr val="0F61FE"/>
              </a:solidFill>
              <a:latin typeface="IBM Plex Sans Light"/>
            </a:endParaRPr>
          </a:p>
        </p:txBody>
      </p:sp>
      <p:cxnSp>
        <p:nvCxnSpPr>
          <p:cNvPr id="62" name="Straight Connector 61">
            <a:extLst>
              <a:ext uri="{FF2B5EF4-FFF2-40B4-BE49-F238E27FC236}">
                <a16:creationId xmlns:a16="http://schemas.microsoft.com/office/drawing/2014/main" id="{571D2D90-40CA-5CAD-F017-BBDD1E666480}"/>
              </a:ext>
            </a:extLst>
          </p:cNvPr>
          <p:cNvCxnSpPr>
            <a:cxnSpLocks/>
          </p:cNvCxnSpPr>
          <p:nvPr/>
        </p:nvCxnSpPr>
        <p:spPr bwMode="auto">
          <a:xfrm>
            <a:off x="227579" y="6671192"/>
            <a:ext cx="1152404" cy="0"/>
          </a:xfrm>
          <a:prstGeom prst="line">
            <a:avLst/>
          </a:prstGeom>
          <a:noFill/>
          <a:ln w="381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0" scaled="0"/>
            </a:gradFill>
            <a:prstDash val="solid"/>
            <a:headEnd type="oval" w="lg" len="lg"/>
            <a:tailEnd type="oval" w="lg" len="lg"/>
          </a:ln>
          <a:effectLst/>
        </p:spPr>
      </p:cxnSp>
      <p:sp>
        <p:nvSpPr>
          <p:cNvPr id="63" name="TextBox 62">
            <a:extLst>
              <a:ext uri="{FF2B5EF4-FFF2-40B4-BE49-F238E27FC236}">
                <a16:creationId xmlns:a16="http://schemas.microsoft.com/office/drawing/2014/main" id="{0F74E685-3A61-37DE-BDCC-44B50096A08E}"/>
              </a:ext>
            </a:extLst>
          </p:cNvPr>
          <p:cNvSpPr txBox="1"/>
          <p:nvPr/>
        </p:nvSpPr>
        <p:spPr>
          <a:xfrm>
            <a:off x="153941" y="6787971"/>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dirty="0">
                <a:solidFill>
                  <a:prstClr val="black"/>
                </a:solidFill>
                <a:latin typeface="IBM Plex Sans Light"/>
                <a:ea typeface="IBM Plex Sans" charset="0"/>
                <a:cs typeface="IBM Plex Sans" charset="0"/>
              </a:rPr>
              <a:t>1972</a:t>
            </a:r>
          </a:p>
        </p:txBody>
      </p:sp>
      <p:sp>
        <p:nvSpPr>
          <p:cNvPr id="64" name="TextBox 63">
            <a:extLst>
              <a:ext uri="{FF2B5EF4-FFF2-40B4-BE49-F238E27FC236}">
                <a16:creationId xmlns:a16="http://schemas.microsoft.com/office/drawing/2014/main" id="{E8165669-7403-D372-EEC8-2C1C7124989F}"/>
              </a:ext>
            </a:extLst>
          </p:cNvPr>
          <p:cNvSpPr txBox="1"/>
          <p:nvPr/>
        </p:nvSpPr>
        <p:spPr>
          <a:xfrm>
            <a:off x="2958752" y="4140960"/>
            <a:ext cx="3554838" cy="1352900"/>
          </a:xfrm>
          <a:prstGeom prst="rect">
            <a:avLst/>
          </a:prstGeom>
          <a:noFill/>
        </p:spPr>
        <p:txBody>
          <a:bodyPr wrap="square" lIns="121744" tIns="121744" rIns="121744" bIns="121744" rtlCol="0">
            <a:spAutoFit/>
          </a:bodyPr>
          <a:lstStyle/>
          <a:p>
            <a:pPr defTabSz="1827290">
              <a:defRPr/>
            </a:pPr>
            <a:r>
              <a:rPr lang="en-US" sz="2398" kern="0" dirty="0">
                <a:solidFill>
                  <a:prstClr val="black"/>
                </a:solidFill>
                <a:latin typeface="IBM Plex Sans Light"/>
                <a:ea typeface="IBM Plex Sans" charset="0"/>
                <a:cs typeface="IBM Plex Sans" charset="0"/>
              </a:rPr>
              <a:t>Formal Call for Proposals</a:t>
            </a:r>
          </a:p>
          <a:p>
            <a:pPr defTabSz="1827290">
              <a:defRPr/>
            </a:pPr>
            <a:r>
              <a:rPr lang="en-US" sz="2398" kern="0" dirty="0">
                <a:solidFill>
                  <a:prstClr val="black"/>
                </a:solidFill>
                <a:latin typeface="IBM Plex Sans Light"/>
                <a:ea typeface="IBM Plex Sans" charset="0"/>
                <a:cs typeface="IBM Plex Sans" charset="0"/>
              </a:rPr>
              <a:t>Sept 2016</a:t>
            </a:r>
          </a:p>
        </p:txBody>
      </p:sp>
      <p:cxnSp>
        <p:nvCxnSpPr>
          <p:cNvPr id="65" name="Straight Connector 64">
            <a:extLst>
              <a:ext uri="{FF2B5EF4-FFF2-40B4-BE49-F238E27FC236}">
                <a16:creationId xmlns:a16="http://schemas.microsoft.com/office/drawing/2014/main" id="{1A2F6006-BD50-FAE8-7717-76DEC42DBEC5}"/>
              </a:ext>
            </a:extLst>
          </p:cNvPr>
          <p:cNvCxnSpPr>
            <a:cxnSpLocks/>
          </p:cNvCxnSpPr>
          <p:nvPr/>
        </p:nvCxnSpPr>
        <p:spPr bwMode="auto">
          <a:xfrm flipV="1">
            <a:off x="239475" y="4081071"/>
            <a:ext cx="0" cy="2573674"/>
          </a:xfrm>
          <a:prstGeom prst="line">
            <a:avLst/>
          </a:prstGeom>
          <a:noFill/>
          <a:ln w="254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5400000" scaled="1"/>
            </a:gradFill>
            <a:prstDash val="sysDash"/>
            <a:headEnd type="oval" w="med" len="med"/>
            <a:tailEnd type="none" w="lg" len="lg"/>
          </a:ln>
          <a:effectLst/>
        </p:spPr>
      </p:cxnSp>
      <p:sp>
        <p:nvSpPr>
          <p:cNvPr id="66" name="Rectangle 65">
            <a:extLst>
              <a:ext uri="{FF2B5EF4-FFF2-40B4-BE49-F238E27FC236}">
                <a16:creationId xmlns:a16="http://schemas.microsoft.com/office/drawing/2014/main" id="{63FD91EA-682B-0838-60C9-AACC7C15EE7C}"/>
              </a:ext>
            </a:extLst>
          </p:cNvPr>
          <p:cNvSpPr/>
          <p:nvPr/>
        </p:nvSpPr>
        <p:spPr>
          <a:xfrm>
            <a:off x="37125" y="7232476"/>
            <a:ext cx="1210340" cy="1415320"/>
          </a:xfrm>
          <a:prstGeom prst="rect">
            <a:avLst/>
          </a:prstGeom>
          <a:solidFill>
            <a:schemeClr val="bg1"/>
          </a:solidFill>
        </p:spPr>
        <p:txBody>
          <a:bodyPr wrap="square" lIns="0" tIns="243616" rIns="0" bIns="243616">
            <a:spAutoFit/>
          </a:bodyPr>
          <a:lstStyle/>
          <a:p>
            <a:pPr algn="ctr" defTabSz="1216326" eaLnBrk="0" fontAlgn="base" hangingPunct="0">
              <a:spcBef>
                <a:spcPct val="0"/>
              </a:spcBef>
              <a:spcAft>
                <a:spcPts val="1600"/>
              </a:spcAft>
              <a:defRPr/>
            </a:pPr>
            <a:r>
              <a:rPr lang="en-US" sz="2000" kern="0" dirty="0">
                <a:solidFill>
                  <a:srgbClr val="0043CE"/>
                </a:solidFill>
                <a:latin typeface="IBM Plex Sans Light"/>
              </a:rPr>
              <a:t>IBM’s Lucifer algorithm</a:t>
            </a:r>
            <a:endParaRPr lang="en-US" sz="2000" kern="0" dirty="0">
              <a:solidFill>
                <a:sysClr val="windowText" lastClr="000000"/>
              </a:solidFill>
              <a:latin typeface="IBM Plex Sans Light"/>
            </a:endParaRPr>
          </a:p>
        </p:txBody>
      </p:sp>
      <p:sp>
        <p:nvSpPr>
          <p:cNvPr id="67" name="TextBox 66">
            <a:extLst>
              <a:ext uri="{FF2B5EF4-FFF2-40B4-BE49-F238E27FC236}">
                <a16:creationId xmlns:a16="http://schemas.microsoft.com/office/drawing/2014/main" id="{D6A0B351-D7D3-3845-5C2D-13666E468E20}"/>
              </a:ext>
            </a:extLst>
          </p:cNvPr>
          <p:cNvSpPr txBox="1"/>
          <p:nvPr/>
        </p:nvSpPr>
        <p:spPr>
          <a:xfrm>
            <a:off x="-37718" y="2466953"/>
            <a:ext cx="2343653" cy="1641473"/>
          </a:xfrm>
          <a:prstGeom prst="rect">
            <a:avLst/>
          </a:prstGeom>
          <a:noFill/>
        </p:spPr>
        <p:txBody>
          <a:bodyPr wrap="none" lIns="243712" tIns="243712" rIns="243712" bIns="243712" rtlCol="0">
            <a:spAutoFit/>
          </a:bodyPr>
          <a:lstStyle/>
          <a:p>
            <a:pPr defTabSz="1827290">
              <a:spcBef>
                <a:spcPts val="2934"/>
              </a:spcBef>
              <a:defRPr/>
            </a:pPr>
            <a:r>
              <a:rPr lang="en-US" sz="3734" kern="0" dirty="0">
                <a:solidFill>
                  <a:prstClr val="black"/>
                </a:solidFill>
                <a:latin typeface="IBM Plex Sans" panose="020B0503050203000203" pitchFamily="34" charset="0"/>
                <a:ea typeface="IBM Plex Sans" charset="0"/>
                <a:cs typeface="IBM Plex Sans" charset="0"/>
              </a:rPr>
              <a:t>NBS &amp;</a:t>
            </a:r>
            <a:br>
              <a:rPr lang="en-US" sz="3734" kern="0" dirty="0">
                <a:solidFill>
                  <a:prstClr val="black"/>
                </a:solidFill>
                <a:latin typeface="IBM Plex Sans" panose="020B0503050203000203" pitchFamily="34" charset="0"/>
                <a:ea typeface="IBM Plex Sans" charset="0"/>
                <a:cs typeface="IBM Plex Sans" charset="0"/>
              </a:rPr>
            </a:br>
            <a:r>
              <a:rPr lang="en-US" sz="3734" kern="0" dirty="0">
                <a:solidFill>
                  <a:prstClr val="black"/>
                </a:solidFill>
                <a:latin typeface="IBM Plex Sans" panose="020B0503050203000203" pitchFamily="34" charset="0"/>
                <a:ea typeface="IBM Plex Sans" charset="0"/>
                <a:cs typeface="IBM Plex Sans" charset="0"/>
              </a:rPr>
              <a:t>US Govt.</a:t>
            </a:r>
          </a:p>
        </p:txBody>
      </p:sp>
      <p:sp>
        <p:nvSpPr>
          <p:cNvPr id="71" name="TextBox 70">
            <a:extLst>
              <a:ext uri="{FF2B5EF4-FFF2-40B4-BE49-F238E27FC236}">
                <a16:creationId xmlns:a16="http://schemas.microsoft.com/office/drawing/2014/main" id="{DE98651A-16AB-5E84-1A7E-01FB81281213}"/>
              </a:ext>
            </a:extLst>
          </p:cNvPr>
          <p:cNvSpPr txBox="1"/>
          <p:nvPr/>
        </p:nvSpPr>
        <p:spPr>
          <a:xfrm>
            <a:off x="18908405" y="6760691"/>
            <a:ext cx="1210340" cy="614878"/>
          </a:xfrm>
          <a:prstGeom prst="rect">
            <a:avLst/>
          </a:prstGeom>
          <a:noFill/>
        </p:spPr>
        <p:txBody>
          <a:bodyPr wrap="square" lIns="121744" tIns="121744" rIns="121744" bIns="121744" rtlCol="0">
            <a:spAutoFit/>
          </a:bodyPr>
          <a:lstStyle/>
          <a:p>
            <a:pPr defTabSz="1827290">
              <a:spcBef>
                <a:spcPts val="1464"/>
              </a:spcBef>
              <a:defRPr/>
            </a:pPr>
            <a:r>
              <a:rPr lang="en-US" sz="2398" kern="0" dirty="0">
                <a:solidFill>
                  <a:prstClr val="black"/>
                </a:solidFill>
                <a:latin typeface="IBM Plex Sans Light"/>
                <a:ea typeface="IBM Plex Sans" charset="0"/>
                <a:cs typeface="IBM Plex Sans" charset="0"/>
              </a:rPr>
              <a:t>2024</a:t>
            </a:r>
          </a:p>
        </p:txBody>
      </p:sp>
      <p:cxnSp>
        <p:nvCxnSpPr>
          <p:cNvPr id="72" name="Straight Connector 71">
            <a:extLst>
              <a:ext uri="{FF2B5EF4-FFF2-40B4-BE49-F238E27FC236}">
                <a16:creationId xmlns:a16="http://schemas.microsoft.com/office/drawing/2014/main" id="{D7B6D85B-CDEB-C572-352E-4C9A52E20869}"/>
              </a:ext>
            </a:extLst>
          </p:cNvPr>
          <p:cNvCxnSpPr>
            <a:cxnSpLocks/>
          </p:cNvCxnSpPr>
          <p:nvPr/>
        </p:nvCxnSpPr>
        <p:spPr bwMode="auto">
          <a:xfrm>
            <a:off x="20403127" y="6756211"/>
            <a:ext cx="0" cy="1985782"/>
          </a:xfrm>
          <a:prstGeom prst="line">
            <a:avLst/>
          </a:prstGeom>
          <a:noFill/>
          <a:ln w="25400" cap="flat" cmpd="sng" algn="ctr">
            <a:solidFill>
              <a:schemeClr val="accent2">
                <a:lumMod val="60000"/>
                <a:lumOff val="40000"/>
              </a:schemeClr>
            </a:solidFill>
            <a:prstDash val="sysDash"/>
            <a:headEnd type="oval" w="med" len="med"/>
            <a:tailEnd type="none" w="lg" len="lg"/>
          </a:ln>
          <a:effectLst/>
        </p:spPr>
      </p:cxnSp>
      <p:cxnSp>
        <p:nvCxnSpPr>
          <p:cNvPr id="73" name="Straight Connector 72">
            <a:extLst>
              <a:ext uri="{FF2B5EF4-FFF2-40B4-BE49-F238E27FC236}">
                <a16:creationId xmlns:a16="http://schemas.microsoft.com/office/drawing/2014/main" id="{0DB36EEF-95C8-8D8B-105A-A83FC23CF564}"/>
              </a:ext>
            </a:extLst>
          </p:cNvPr>
          <p:cNvCxnSpPr>
            <a:cxnSpLocks/>
          </p:cNvCxnSpPr>
          <p:nvPr/>
        </p:nvCxnSpPr>
        <p:spPr bwMode="auto">
          <a:xfrm flipV="1">
            <a:off x="19370829" y="4302672"/>
            <a:ext cx="0" cy="2252068"/>
          </a:xfrm>
          <a:prstGeom prst="line">
            <a:avLst/>
          </a:prstGeom>
          <a:noFill/>
          <a:ln w="25400" cap="flat" cmpd="sng" algn="ctr">
            <a:gradFill>
              <a:gsLst>
                <a:gs pos="0">
                  <a:srgbClr val="33B1FF"/>
                </a:gs>
                <a:gs pos="74000">
                  <a:schemeClr val="accent1">
                    <a:lumMod val="45000"/>
                    <a:lumOff val="55000"/>
                  </a:schemeClr>
                </a:gs>
                <a:gs pos="83000">
                  <a:schemeClr val="accent1">
                    <a:lumMod val="45000"/>
                    <a:lumOff val="55000"/>
                  </a:schemeClr>
                </a:gs>
                <a:gs pos="100000">
                  <a:srgbClr val="0F62FF"/>
                </a:gs>
              </a:gsLst>
              <a:lin ang="5400000" scaled="1"/>
            </a:gradFill>
            <a:prstDash val="sysDash"/>
            <a:headEnd type="oval" w="med" len="med"/>
            <a:tailEnd type="none" w="lg" len="lg"/>
          </a:ln>
          <a:effectLst/>
        </p:spPr>
      </p:cxnSp>
      <p:sp>
        <p:nvSpPr>
          <p:cNvPr id="74" name="TextBox 73">
            <a:extLst>
              <a:ext uri="{FF2B5EF4-FFF2-40B4-BE49-F238E27FC236}">
                <a16:creationId xmlns:a16="http://schemas.microsoft.com/office/drawing/2014/main" id="{C9A604F6-5841-6757-83A7-227992887426}"/>
              </a:ext>
            </a:extLst>
          </p:cNvPr>
          <p:cNvSpPr txBox="1"/>
          <p:nvPr/>
        </p:nvSpPr>
        <p:spPr>
          <a:xfrm>
            <a:off x="17045853" y="4237721"/>
            <a:ext cx="2438036" cy="1476972"/>
          </a:xfrm>
          <a:prstGeom prst="rect">
            <a:avLst/>
          </a:prstGeom>
          <a:noFill/>
        </p:spPr>
        <p:txBody>
          <a:bodyPr wrap="square" lIns="121744" tIns="121744" rIns="121744" bIns="121744" rtlCol="0">
            <a:spAutoFit/>
          </a:bodyPr>
          <a:lstStyle/>
          <a:p>
            <a:pPr defTabSz="1827290">
              <a:defRPr/>
            </a:pPr>
            <a:r>
              <a:rPr lang="en-US" sz="2000" b="1" kern="0" dirty="0">
                <a:solidFill>
                  <a:prstClr val="black"/>
                </a:solidFill>
                <a:latin typeface="IBM Plex Sans Light"/>
                <a:ea typeface="IBM Plex Sans" charset="0"/>
                <a:cs typeface="IBM Plex Sans" charset="0"/>
              </a:rPr>
              <a:t>NIST Standards: </a:t>
            </a:r>
            <a:r>
              <a:rPr lang="en-US" sz="2000" kern="0" dirty="0">
                <a:solidFill>
                  <a:srgbClr val="0F62FE"/>
                </a:solidFill>
                <a:latin typeface="IBM Plex Sans Light"/>
                <a:ea typeface="IBM Plex Sans" charset="0"/>
                <a:cs typeface="IBM Plex Sans" charset="0"/>
              </a:rPr>
              <a:t>ML-KEM FIPS 203, ML-DSA FIPS-204</a:t>
            </a:r>
          </a:p>
          <a:p>
            <a:pPr defTabSz="1827290">
              <a:defRPr/>
            </a:pPr>
            <a:r>
              <a:rPr lang="en-US" sz="2000" kern="0" dirty="0">
                <a:solidFill>
                  <a:srgbClr val="0F62FE"/>
                </a:solidFill>
                <a:latin typeface="IBM Plex Sans Light"/>
                <a:ea typeface="IBM Plex Sans" charset="0"/>
                <a:cs typeface="IBM Plex Sans" charset="0"/>
              </a:rPr>
              <a:t>SLH-DSA FIPS-205</a:t>
            </a:r>
          </a:p>
        </p:txBody>
      </p:sp>
      <p:sp>
        <p:nvSpPr>
          <p:cNvPr id="50" name="TextBox 49">
            <a:extLst>
              <a:ext uri="{FF2B5EF4-FFF2-40B4-BE49-F238E27FC236}">
                <a16:creationId xmlns:a16="http://schemas.microsoft.com/office/drawing/2014/main" id="{BE5B23FA-58E0-EB4C-976F-043A0C3E112D}"/>
              </a:ext>
            </a:extLst>
          </p:cNvPr>
          <p:cNvSpPr txBox="1"/>
          <p:nvPr/>
        </p:nvSpPr>
        <p:spPr>
          <a:xfrm>
            <a:off x="21473715" y="7500619"/>
            <a:ext cx="2219252" cy="1015663"/>
          </a:xfrm>
          <a:prstGeom prst="rect">
            <a:avLst/>
          </a:prstGeom>
          <a:noFill/>
        </p:spPr>
        <p:txBody>
          <a:bodyPr wrap="square" rtlCol="0">
            <a:spAutoFit/>
          </a:bodyPr>
          <a:lstStyle/>
          <a:p>
            <a:pPr defTabSz="1828648">
              <a:defRPr/>
            </a:pPr>
            <a:r>
              <a:rPr lang="en-US" sz="2000" b="1" kern="0" dirty="0">
                <a:solidFill>
                  <a:srgbClr val="0F61FE"/>
                </a:solidFill>
                <a:latin typeface="IBM Plex Sans Light"/>
              </a:rPr>
              <a:t>IBM Guardium Cryptography Manager</a:t>
            </a:r>
            <a:endParaRPr lang="en-US" sz="2000" kern="0" dirty="0">
              <a:solidFill>
                <a:srgbClr val="0F61FE"/>
              </a:solidFill>
              <a:latin typeface="IBM Plex Sans Light"/>
            </a:endParaRPr>
          </a:p>
        </p:txBody>
      </p:sp>
      <p:sp>
        <p:nvSpPr>
          <p:cNvPr id="51" name="Oval 50">
            <a:extLst>
              <a:ext uri="{FF2B5EF4-FFF2-40B4-BE49-F238E27FC236}">
                <a16:creationId xmlns:a16="http://schemas.microsoft.com/office/drawing/2014/main" id="{E99160D6-6B17-9AD6-4CBE-D816B96F51B6}"/>
              </a:ext>
            </a:extLst>
          </p:cNvPr>
          <p:cNvSpPr>
            <a:spLocks noChangeAspect="1"/>
          </p:cNvSpPr>
          <p:nvPr/>
        </p:nvSpPr>
        <p:spPr bwMode="auto">
          <a:xfrm>
            <a:off x="21642388" y="6553201"/>
            <a:ext cx="243486" cy="243486"/>
          </a:xfrm>
          <a:prstGeom prst="ellipse">
            <a:avLst/>
          </a:prstGeom>
          <a:solidFill>
            <a:srgbClr val="33B1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744" tIns="121744" rIns="121744" bIns="121744" numCol="1" rtlCol="0" anchor="t" anchorCtr="0" compatLnSpc="1">
            <a:prstTxWarp prst="textNoShape">
              <a:avLst/>
            </a:prstTxWarp>
          </a:bodyPr>
          <a:lstStyle/>
          <a:p>
            <a:pPr defTabSz="1216974" fontAlgn="base">
              <a:spcBef>
                <a:spcPct val="0"/>
              </a:spcBef>
              <a:spcAft>
                <a:spcPct val="0"/>
              </a:spcAft>
              <a:defRPr/>
            </a:pPr>
            <a:endParaRPr lang="en-US" sz="2398" kern="0">
              <a:solidFill>
                <a:prstClr val="black"/>
              </a:solidFill>
              <a:latin typeface="IBM Plex Sans Light"/>
            </a:endParaRPr>
          </a:p>
        </p:txBody>
      </p:sp>
      <p:sp>
        <p:nvSpPr>
          <p:cNvPr id="68" name="Rectangle 67">
            <a:extLst>
              <a:ext uri="{FF2B5EF4-FFF2-40B4-BE49-F238E27FC236}">
                <a16:creationId xmlns:a16="http://schemas.microsoft.com/office/drawing/2014/main" id="{06812DBC-27F9-2050-5D1A-827DFBB1B35C}"/>
              </a:ext>
            </a:extLst>
          </p:cNvPr>
          <p:cNvSpPr/>
          <p:nvPr/>
        </p:nvSpPr>
        <p:spPr>
          <a:xfrm>
            <a:off x="14623389" y="8665943"/>
            <a:ext cx="1722444" cy="1128514"/>
          </a:xfrm>
          <a:prstGeom prst="rect">
            <a:avLst/>
          </a:prstGeom>
          <a:noFill/>
        </p:spPr>
        <p:txBody>
          <a:bodyPr wrap="square" lIns="0" tIns="0" rIns="0" bIns="0">
            <a:spAutoFit/>
          </a:bodyPr>
          <a:lstStyle/>
          <a:p>
            <a:pPr algn="ctr" defTabSz="1216326" eaLnBrk="0" fontAlgn="base" hangingPunct="0">
              <a:spcBef>
                <a:spcPct val="0"/>
              </a:spcBef>
              <a:spcAft>
                <a:spcPts val="1600"/>
              </a:spcAft>
              <a:defRPr/>
            </a:pPr>
            <a:r>
              <a:rPr lang="en-US" sz="2000" b="1" kern="0" dirty="0">
                <a:solidFill>
                  <a:srgbClr val="0043CE"/>
                </a:solidFill>
                <a:latin typeface="IBM Plex Sans Light"/>
              </a:rPr>
              <a:t>IBM z16</a:t>
            </a:r>
          </a:p>
          <a:p>
            <a:pPr algn="ctr" defTabSz="1216326" eaLnBrk="0" fontAlgn="base" hangingPunct="0">
              <a:spcBef>
                <a:spcPct val="0"/>
              </a:spcBef>
              <a:spcAft>
                <a:spcPts val="1600"/>
              </a:spcAft>
              <a:defRPr/>
            </a:pPr>
            <a:r>
              <a:rPr lang="en-US" sz="2000" kern="0" dirty="0">
                <a:solidFill>
                  <a:sysClr val="windowText" lastClr="000000"/>
                </a:solidFill>
                <a:latin typeface="IBM Plex Sans Light"/>
              </a:rPr>
              <a:t>First quantum-</a:t>
            </a:r>
            <a:br>
              <a:rPr lang="en-US" sz="2000" kern="0" dirty="0">
                <a:solidFill>
                  <a:sysClr val="windowText" lastClr="000000"/>
                </a:solidFill>
                <a:latin typeface="IBM Plex Sans Light"/>
              </a:rPr>
            </a:br>
            <a:r>
              <a:rPr lang="en-US" sz="2000" kern="0" dirty="0">
                <a:solidFill>
                  <a:sysClr val="windowText" lastClr="000000"/>
                </a:solidFill>
                <a:latin typeface="IBM Plex Sans Light"/>
              </a:rPr>
              <a:t>safe platform</a:t>
            </a:r>
          </a:p>
        </p:txBody>
      </p:sp>
      <p:sp>
        <p:nvSpPr>
          <p:cNvPr id="69" name="Rectangle 68">
            <a:extLst>
              <a:ext uri="{FF2B5EF4-FFF2-40B4-BE49-F238E27FC236}">
                <a16:creationId xmlns:a16="http://schemas.microsoft.com/office/drawing/2014/main" id="{A64A8E8A-EBD6-860D-D530-55AD3C99E9DD}"/>
              </a:ext>
            </a:extLst>
          </p:cNvPr>
          <p:cNvSpPr/>
          <p:nvPr/>
        </p:nvSpPr>
        <p:spPr>
          <a:xfrm>
            <a:off x="21842969" y="8834190"/>
            <a:ext cx="1982022" cy="3590727"/>
          </a:xfrm>
          <a:prstGeom prst="rect">
            <a:avLst/>
          </a:prstGeom>
          <a:noFill/>
        </p:spPr>
        <p:txBody>
          <a:bodyPr wrap="square" lIns="0" tIns="0" rIns="0" bIns="0">
            <a:spAutoFit/>
          </a:bodyPr>
          <a:lstStyle/>
          <a:p>
            <a:pPr algn="ctr" defTabSz="1216326" eaLnBrk="0" fontAlgn="base" hangingPunct="0">
              <a:spcBef>
                <a:spcPct val="0"/>
              </a:spcBef>
              <a:spcAft>
                <a:spcPts val="1600"/>
              </a:spcAft>
              <a:defRPr/>
            </a:pPr>
            <a:r>
              <a:rPr lang="en-US" sz="2000" b="1" kern="0" dirty="0">
                <a:solidFill>
                  <a:srgbClr val="0043CE"/>
                </a:solidFill>
                <a:latin typeface="IBM Plex Sans Light"/>
              </a:rPr>
              <a:t>IBM z17</a:t>
            </a:r>
          </a:p>
          <a:p>
            <a:pPr algn="ctr" defTabSz="1216326" eaLnBrk="0" fontAlgn="base" hangingPunct="0">
              <a:spcBef>
                <a:spcPct val="0"/>
              </a:spcBef>
              <a:spcAft>
                <a:spcPts val="1600"/>
              </a:spcAft>
              <a:defRPr/>
            </a:pPr>
            <a:r>
              <a:rPr lang="en-US" sz="2000" kern="0" dirty="0">
                <a:solidFill>
                  <a:sysClr val="windowText" lastClr="000000"/>
                </a:solidFill>
                <a:latin typeface="IBM Plex Sans Light"/>
              </a:rPr>
              <a:t>Expanded quantum-</a:t>
            </a:r>
            <a:br>
              <a:rPr lang="en-US" sz="2000" kern="0" dirty="0">
                <a:solidFill>
                  <a:sysClr val="windowText" lastClr="000000"/>
                </a:solidFill>
                <a:latin typeface="IBM Plex Sans Light"/>
              </a:rPr>
            </a:br>
            <a:r>
              <a:rPr lang="en-US" sz="2000" kern="0" dirty="0">
                <a:solidFill>
                  <a:sysClr val="windowText" lastClr="000000"/>
                </a:solidFill>
                <a:latin typeface="IBM Plex Sans Light"/>
              </a:rPr>
              <a:t>safe security</a:t>
            </a:r>
          </a:p>
          <a:p>
            <a:pPr algn="ctr" defTabSz="1216326" eaLnBrk="0" fontAlgn="base" hangingPunct="0">
              <a:spcBef>
                <a:spcPct val="0"/>
              </a:spcBef>
              <a:spcAft>
                <a:spcPts val="1600"/>
              </a:spcAft>
              <a:defRPr/>
            </a:pPr>
            <a:r>
              <a:rPr lang="en-US" sz="2000" b="1" kern="0" dirty="0">
                <a:solidFill>
                  <a:srgbClr val="0043CE"/>
                </a:solidFill>
                <a:latin typeface="IBM Plex Sans Light"/>
              </a:rPr>
              <a:t>IBM DataPower Gateway</a:t>
            </a:r>
          </a:p>
          <a:p>
            <a:pPr algn="ctr" defTabSz="1216326" eaLnBrk="0" fontAlgn="base" hangingPunct="0">
              <a:spcBef>
                <a:spcPct val="0"/>
              </a:spcBef>
              <a:spcAft>
                <a:spcPts val="1600"/>
              </a:spcAft>
              <a:defRPr/>
            </a:pPr>
            <a:r>
              <a:rPr lang="en-US" sz="2000" kern="0" dirty="0">
                <a:solidFill>
                  <a:srgbClr val="000000"/>
                </a:solidFill>
                <a:latin typeface="IBM Plex Sans Light"/>
              </a:rPr>
              <a:t>Quantum safe encryption</a:t>
            </a:r>
          </a:p>
          <a:p>
            <a:pPr algn="ctr" defTabSz="1216326" eaLnBrk="0" fontAlgn="base" hangingPunct="0">
              <a:spcBef>
                <a:spcPct val="0"/>
              </a:spcBef>
              <a:spcAft>
                <a:spcPts val="1600"/>
              </a:spcAft>
              <a:defRPr/>
            </a:pPr>
            <a:endParaRPr lang="en-US" sz="2000" kern="0" dirty="0">
              <a:solidFill>
                <a:sysClr val="windowText" lastClr="000000"/>
              </a:solidFill>
              <a:latin typeface="IBM Plex Sans Light"/>
            </a:endParaRPr>
          </a:p>
        </p:txBody>
      </p:sp>
      <p:sp>
        <p:nvSpPr>
          <p:cNvPr id="4" name="Slide Number Placeholder 3">
            <a:extLst>
              <a:ext uri="{FF2B5EF4-FFF2-40B4-BE49-F238E27FC236}">
                <a16:creationId xmlns:a16="http://schemas.microsoft.com/office/drawing/2014/main" id="{4F9FBE26-5DF4-7EF4-A533-0E9519F7A899}"/>
              </a:ext>
            </a:extLst>
          </p:cNvPr>
          <p:cNvSpPr txBox="1">
            <a:spLocks/>
          </p:cNvSpPr>
          <p:nvPr/>
        </p:nvSpPr>
        <p:spPr>
          <a:xfrm>
            <a:off x="23318789" y="13164979"/>
            <a:ext cx="60960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20</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44" name="Footer Placeholder 3">
            <a:extLst>
              <a:ext uri="{FF2B5EF4-FFF2-40B4-BE49-F238E27FC236}">
                <a16:creationId xmlns:a16="http://schemas.microsoft.com/office/drawing/2014/main" id="{DE30A034-7BC7-5B35-7EF7-156E5E7159B5}"/>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a:solidFill>
                  <a:schemeClr val="tx1">
                    <a:lumMod val="75000"/>
                    <a:lumOff val="25000"/>
                  </a:schemeClr>
                </a:solidFill>
                <a:latin typeface="IBM Plex Sans Light" panose="020B0403050203000203" pitchFamily="34" charset="0"/>
                <a:cs typeface="+mn-cs"/>
              </a:rPr>
              <a:t>IBM © 2025 IBM Corporation</a:t>
            </a:r>
          </a:p>
        </p:txBody>
      </p:sp>
      <p:sp>
        <p:nvSpPr>
          <p:cNvPr id="53" name="TextBox 52">
            <a:extLst>
              <a:ext uri="{FF2B5EF4-FFF2-40B4-BE49-F238E27FC236}">
                <a16:creationId xmlns:a16="http://schemas.microsoft.com/office/drawing/2014/main" id="{95DB9D0D-C36B-AF67-CC6B-395C1BF5F170}"/>
              </a:ext>
            </a:extLst>
          </p:cNvPr>
          <p:cNvSpPr txBox="1"/>
          <p:nvPr/>
        </p:nvSpPr>
        <p:spPr>
          <a:xfrm>
            <a:off x="23429894" y="6667265"/>
            <a:ext cx="1542920" cy="614878"/>
          </a:xfrm>
          <a:prstGeom prst="rect">
            <a:avLst/>
          </a:prstGeom>
          <a:noFill/>
        </p:spPr>
        <p:txBody>
          <a:bodyPr wrap="square" lIns="121744" tIns="121744" rIns="121744" bIns="121744" rtlCol="0">
            <a:spAutoFit/>
          </a:bodyPr>
          <a:lstStyle/>
          <a:p>
            <a:pPr defTabSz="1827290">
              <a:spcBef>
                <a:spcPts val="1464"/>
              </a:spcBef>
              <a:defRPr/>
            </a:pPr>
            <a:r>
              <a:rPr lang="en-US" sz="2398" kern="0" dirty="0">
                <a:solidFill>
                  <a:prstClr val="black"/>
                </a:solidFill>
                <a:latin typeface="IBM Plex Sans Light"/>
                <a:ea typeface="IBM Plex Sans" charset="0"/>
                <a:cs typeface="IBM Plex Sans" charset="0"/>
              </a:rPr>
              <a:t>2026</a:t>
            </a:r>
          </a:p>
        </p:txBody>
      </p:sp>
      <p:sp>
        <p:nvSpPr>
          <p:cNvPr id="58" name="Oval 57">
            <a:extLst>
              <a:ext uri="{FF2B5EF4-FFF2-40B4-BE49-F238E27FC236}">
                <a16:creationId xmlns:a16="http://schemas.microsoft.com/office/drawing/2014/main" id="{765EEA79-F2D7-15AB-1267-E16940545D7F}"/>
              </a:ext>
            </a:extLst>
          </p:cNvPr>
          <p:cNvSpPr>
            <a:spLocks noChangeAspect="1"/>
          </p:cNvSpPr>
          <p:nvPr/>
        </p:nvSpPr>
        <p:spPr bwMode="auto">
          <a:xfrm>
            <a:off x="23779705" y="6527185"/>
            <a:ext cx="243486" cy="243486"/>
          </a:xfrm>
          <a:prstGeom prst="ellipse">
            <a:avLst/>
          </a:prstGeom>
          <a:solidFill>
            <a:srgbClr val="33B1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744" tIns="121744" rIns="121744" bIns="121744" numCol="1" rtlCol="0" anchor="t" anchorCtr="0" compatLnSpc="1">
            <a:prstTxWarp prst="textNoShape">
              <a:avLst/>
            </a:prstTxWarp>
          </a:bodyPr>
          <a:lstStyle/>
          <a:p>
            <a:pPr defTabSz="1216974" fontAlgn="base">
              <a:spcBef>
                <a:spcPct val="0"/>
              </a:spcBef>
              <a:spcAft>
                <a:spcPct val="0"/>
              </a:spcAft>
              <a:defRPr/>
            </a:pPr>
            <a:endParaRPr lang="en-US" sz="2398" kern="0">
              <a:solidFill>
                <a:prstClr val="black"/>
              </a:solidFill>
              <a:latin typeface="IBM Plex Sans Light"/>
            </a:endParaRPr>
          </a:p>
        </p:txBody>
      </p:sp>
      <p:sp>
        <p:nvSpPr>
          <p:cNvPr id="70" name="TextBox 69">
            <a:extLst>
              <a:ext uri="{FF2B5EF4-FFF2-40B4-BE49-F238E27FC236}">
                <a16:creationId xmlns:a16="http://schemas.microsoft.com/office/drawing/2014/main" id="{F53357AB-580F-A5B0-36C8-8FF825ACA152}"/>
              </a:ext>
            </a:extLst>
          </p:cNvPr>
          <p:cNvSpPr txBox="1"/>
          <p:nvPr/>
        </p:nvSpPr>
        <p:spPr>
          <a:xfrm>
            <a:off x="21547883" y="5931975"/>
            <a:ext cx="2171032" cy="553642"/>
          </a:xfrm>
          <a:prstGeom prst="rect">
            <a:avLst/>
          </a:prstGeom>
          <a:noFill/>
        </p:spPr>
        <p:txBody>
          <a:bodyPr wrap="square" lIns="121744" tIns="121744" rIns="121744" bIns="121744" rtlCol="0">
            <a:spAutoFit/>
          </a:bodyPr>
          <a:lstStyle/>
          <a:p>
            <a:pPr defTabSz="1827290">
              <a:defRPr/>
            </a:pPr>
            <a:r>
              <a:rPr lang="en-US" sz="2000" kern="0" dirty="0" err="1">
                <a:solidFill>
                  <a:prstClr val="black"/>
                </a:solidFill>
                <a:latin typeface="IBM Plex Sans Light"/>
                <a:ea typeface="IBM Plex Sans" charset="0"/>
                <a:cs typeface="IBM Plex Sans" charset="0"/>
              </a:rPr>
              <a:t>CycloneDX</a:t>
            </a:r>
            <a:r>
              <a:rPr lang="en-US" sz="2000" kern="0" dirty="0">
                <a:solidFill>
                  <a:prstClr val="black"/>
                </a:solidFill>
                <a:latin typeface="IBM Plex Sans Light"/>
                <a:ea typeface="IBM Plex Sans" charset="0"/>
                <a:cs typeface="IBM Plex Sans" charset="0"/>
              </a:rPr>
              <a:t> 1.7</a:t>
            </a:r>
          </a:p>
        </p:txBody>
      </p:sp>
      <p:sp>
        <p:nvSpPr>
          <p:cNvPr id="78" name="Right Arrow 77">
            <a:extLst>
              <a:ext uri="{FF2B5EF4-FFF2-40B4-BE49-F238E27FC236}">
                <a16:creationId xmlns:a16="http://schemas.microsoft.com/office/drawing/2014/main" id="{72184529-6B97-2B5B-E4F5-CAC9F88BAD5D}"/>
              </a:ext>
            </a:extLst>
          </p:cNvPr>
          <p:cNvSpPr/>
          <p:nvPr/>
        </p:nvSpPr>
        <p:spPr bwMode="auto">
          <a:xfrm>
            <a:off x="23389319" y="8417460"/>
            <a:ext cx="822960" cy="182880"/>
          </a:xfrm>
          <a:prstGeom prst="rightArrow">
            <a:avLst/>
          </a:prstGeom>
          <a:solidFill>
            <a:schemeClr val="bg1">
              <a:lumMod val="5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365034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40B26C-0B3F-50FC-4861-C0102FDDACA7}"/>
              </a:ext>
            </a:extLst>
          </p:cNvPr>
          <p:cNvSpPr/>
          <p:nvPr/>
        </p:nvSpPr>
        <p:spPr bwMode="auto">
          <a:xfrm>
            <a:off x="0" y="0"/>
            <a:ext cx="24387175" cy="5628898"/>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3" name="TextBox 2">
            <a:extLst>
              <a:ext uri="{FF2B5EF4-FFF2-40B4-BE49-F238E27FC236}">
                <a16:creationId xmlns:a16="http://schemas.microsoft.com/office/drawing/2014/main" id="{6A57FB43-8C14-CB44-5F4E-A5AB8E7AF985}"/>
              </a:ext>
            </a:extLst>
          </p:cNvPr>
          <p:cNvSpPr txBox="1"/>
          <p:nvPr/>
        </p:nvSpPr>
        <p:spPr>
          <a:xfrm>
            <a:off x="582545" y="9947548"/>
            <a:ext cx="3628390" cy="1662938"/>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Strategize</a:t>
            </a:r>
          </a:p>
          <a:p>
            <a:pPr algn="ctr">
              <a:lnSpc>
                <a:spcPct val="110000"/>
              </a:lnSpc>
            </a:pPr>
            <a:endParaRPr lang="en-US" dirty="0">
              <a:solidFill>
                <a:schemeClr val="accent1"/>
              </a:solidFill>
              <a:latin typeface="+mj-lt"/>
            </a:endParaRPr>
          </a:p>
          <a:p>
            <a:pPr algn="ctr">
              <a:lnSpc>
                <a:spcPct val="110000"/>
              </a:lnSpc>
            </a:pPr>
            <a:endParaRPr lang="en-US" dirty="0">
              <a:solidFill>
                <a:schemeClr val="accent1"/>
              </a:solidFill>
              <a:latin typeface="+mj-lt"/>
            </a:endParaRPr>
          </a:p>
        </p:txBody>
      </p:sp>
      <p:sp>
        <p:nvSpPr>
          <p:cNvPr id="5" name="Titel 4">
            <a:extLst>
              <a:ext uri="{FF2B5EF4-FFF2-40B4-BE49-F238E27FC236}">
                <a16:creationId xmlns:a16="http://schemas.microsoft.com/office/drawing/2014/main" id="{DA1CF3D8-BC86-C68C-2317-9549A126C96F}"/>
              </a:ext>
            </a:extLst>
          </p:cNvPr>
          <p:cNvSpPr>
            <a:spLocks noGrp="1"/>
          </p:cNvSpPr>
          <p:nvPr>
            <p:ph type="title"/>
          </p:nvPr>
        </p:nvSpPr>
        <p:spPr>
          <a:xfrm>
            <a:off x="576072" y="576072"/>
            <a:ext cx="18804748" cy="1906588"/>
          </a:xfrm>
        </p:spPr>
        <p:txBody>
          <a:bodyPr/>
          <a:lstStyle/>
          <a:p>
            <a:pPr>
              <a:lnSpc>
                <a:spcPct val="100000"/>
              </a:lnSpc>
            </a:pPr>
            <a:r>
              <a:rPr lang="de-DE" sz="6800" dirty="0"/>
              <a:t>Strategic Approach </a:t>
            </a:r>
            <a:r>
              <a:rPr lang="de-DE" sz="6800" dirty="0" err="1"/>
              <a:t>to</a:t>
            </a:r>
            <a:r>
              <a:rPr lang="de-DE" sz="6800" dirty="0"/>
              <a:t> Quantum Safe</a:t>
            </a:r>
            <a:br>
              <a:rPr lang="de-DE" sz="6800" dirty="0"/>
            </a:br>
            <a:r>
              <a:rPr lang="de-DE" sz="4400" i="1" dirty="0">
                <a:solidFill>
                  <a:schemeClr val="accent1"/>
                </a:solidFill>
                <a:latin typeface="+mn-lt"/>
              </a:rPr>
              <a:t>5 </a:t>
            </a:r>
            <a:r>
              <a:rPr lang="de-DE" sz="4400" i="1" dirty="0" err="1">
                <a:solidFill>
                  <a:schemeClr val="accent1"/>
                </a:solidFill>
                <a:latin typeface="+mn-lt"/>
              </a:rPr>
              <a:t>stages</a:t>
            </a:r>
            <a:r>
              <a:rPr lang="de-DE" sz="4400" i="1" dirty="0">
                <a:latin typeface="+mn-lt"/>
              </a:rPr>
              <a:t> </a:t>
            </a:r>
            <a:r>
              <a:rPr lang="de-DE" sz="4400" i="1" dirty="0" err="1">
                <a:latin typeface="+mn-lt"/>
              </a:rPr>
              <a:t>to</a:t>
            </a:r>
            <a:r>
              <a:rPr lang="de-DE" sz="4400" i="1" dirty="0">
                <a:latin typeface="+mn-lt"/>
              </a:rPr>
              <a:t> </a:t>
            </a:r>
            <a:r>
              <a:rPr lang="de-DE" sz="4400" i="1" dirty="0" err="1">
                <a:latin typeface="+mn-lt"/>
              </a:rPr>
              <a:t>achieve</a:t>
            </a:r>
            <a:r>
              <a:rPr lang="de-DE" sz="4400" i="1" dirty="0">
                <a:latin typeface="+mn-lt"/>
              </a:rPr>
              <a:t> </a:t>
            </a:r>
            <a:r>
              <a:rPr lang="de-DE" sz="4400" i="1" dirty="0" err="1">
                <a:latin typeface="+mn-lt"/>
              </a:rPr>
              <a:t>quantum</a:t>
            </a:r>
            <a:r>
              <a:rPr lang="de-DE" sz="4400" i="1" dirty="0">
                <a:latin typeface="+mn-lt"/>
              </a:rPr>
              <a:t>-safe </a:t>
            </a:r>
            <a:r>
              <a:rPr lang="de-DE" sz="4400" i="1" dirty="0" err="1">
                <a:latin typeface="+mn-lt"/>
              </a:rPr>
              <a:t>readiness</a:t>
            </a:r>
            <a:endParaRPr lang="de-DE" sz="4400" i="1" dirty="0">
              <a:latin typeface="+mn-lt"/>
            </a:endParaRPr>
          </a:p>
        </p:txBody>
      </p:sp>
      <p:sp>
        <p:nvSpPr>
          <p:cNvPr id="44" name="Oval 43">
            <a:extLst>
              <a:ext uri="{FF2B5EF4-FFF2-40B4-BE49-F238E27FC236}">
                <a16:creationId xmlns:a16="http://schemas.microsoft.com/office/drawing/2014/main" id="{0988B1E5-BC15-F4B8-CC42-4E0A18A755D3}"/>
              </a:ext>
            </a:extLst>
          </p:cNvPr>
          <p:cNvSpPr/>
          <p:nvPr/>
        </p:nvSpPr>
        <p:spPr bwMode="auto">
          <a:xfrm>
            <a:off x="1239886" y="7175691"/>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18288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sp>
        <p:nvSpPr>
          <p:cNvPr id="45" name="Oval 44">
            <a:extLst>
              <a:ext uri="{FF2B5EF4-FFF2-40B4-BE49-F238E27FC236}">
                <a16:creationId xmlns:a16="http://schemas.microsoft.com/office/drawing/2014/main" id="{32453611-B8AA-3B80-444B-A696360A1872}"/>
              </a:ext>
            </a:extLst>
          </p:cNvPr>
          <p:cNvSpPr/>
          <p:nvPr/>
        </p:nvSpPr>
        <p:spPr bwMode="auto">
          <a:xfrm>
            <a:off x="6130047" y="7175691"/>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sp>
        <p:nvSpPr>
          <p:cNvPr id="46" name="Oval 45">
            <a:extLst>
              <a:ext uri="{FF2B5EF4-FFF2-40B4-BE49-F238E27FC236}">
                <a16:creationId xmlns:a16="http://schemas.microsoft.com/office/drawing/2014/main" id="{966B461D-1384-2EEE-86FA-AC4CF105C6A1}"/>
              </a:ext>
            </a:extLst>
          </p:cNvPr>
          <p:cNvSpPr/>
          <p:nvPr/>
        </p:nvSpPr>
        <p:spPr bwMode="auto">
          <a:xfrm>
            <a:off x="11020208" y="7175691"/>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18288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sp>
        <p:nvSpPr>
          <p:cNvPr id="47" name="Oval 46">
            <a:extLst>
              <a:ext uri="{FF2B5EF4-FFF2-40B4-BE49-F238E27FC236}">
                <a16:creationId xmlns:a16="http://schemas.microsoft.com/office/drawing/2014/main" id="{03C95EA2-89A4-D383-45AC-184151A8DECE}"/>
              </a:ext>
            </a:extLst>
          </p:cNvPr>
          <p:cNvSpPr/>
          <p:nvPr/>
        </p:nvSpPr>
        <p:spPr bwMode="auto">
          <a:xfrm>
            <a:off x="15910369" y="7175691"/>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sp>
        <p:nvSpPr>
          <p:cNvPr id="49" name="Oval 48">
            <a:extLst>
              <a:ext uri="{FF2B5EF4-FFF2-40B4-BE49-F238E27FC236}">
                <a16:creationId xmlns:a16="http://schemas.microsoft.com/office/drawing/2014/main" id="{4FF83BF6-5EBD-4B74-B895-1E821073A8BD}"/>
              </a:ext>
            </a:extLst>
          </p:cNvPr>
          <p:cNvSpPr/>
          <p:nvPr/>
        </p:nvSpPr>
        <p:spPr bwMode="auto">
          <a:xfrm>
            <a:off x="20800530" y="7175691"/>
            <a:ext cx="2313709" cy="2313709"/>
          </a:xfrm>
          <a:prstGeom prst="ellipse">
            <a:avLst/>
          </a:prstGeom>
          <a:noFill/>
          <a:ln w="22225">
            <a:solidFill>
              <a:srgbClr val="0F62FE"/>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182880" rIns="0" bIns="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endParaRPr kumimoji="0" lang="en-US" sz="2000" u="none" strike="noStrike" cap="none" normalizeH="0" baseline="0" dirty="0">
              <a:ln>
                <a:noFill/>
              </a:ln>
              <a:solidFill>
                <a:schemeClr val="tx1"/>
              </a:solidFill>
              <a:effectLst/>
              <a:latin typeface="IBM Plex Sans" panose="020B0503050203000203" pitchFamily="34" charset="0"/>
            </a:endParaRPr>
          </a:p>
        </p:txBody>
      </p:sp>
      <p:cxnSp>
        <p:nvCxnSpPr>
          <p:cNvPr id="53" name="Straight Arrow Connector 52">
            <a:extLst>
              <a:ext uri="{FF2B5EF4-FFF2-40B4-BE49-F238E27FC236}">
                <a16:creationId xmlns:a16="http://schemas.microsoft.com/office/drawing/2014/main" id="{9EA47F38-24E1-B5DC-CBCD-7D0A13757427}"/>
              </a:ext>
            </a:extLst>
          </p:cNvPr>
          <p:cNvCxnSpPr>
            <a:stCxn id="44" idx="6"/>
            <a:endCxn id="45" idx="2"/>
          </p:cNvCxnSpPr>
          <p:nvPr/>
        </p:nvCxnSpPr>
        <p:spPr bwMode="auto">
          <a:xfrm>
            <a:off x="3553595" y="8332546"/>
            <a:ext cx="2576452" cy="0"/>
          </a:xfrm>
          <a:prstGeom prst="straightConnector1">
            <a:avLst/>
          </a:prstGeom>
          <a:ln w="22225">
            <a:solidFill>
              <a:srgbClr val="0F62FE"/>
            </a:solidFill>
            <a:headEnd type="none" w="med" len="med"/>
            <a:tailEnd type="triangle" w="lg" len="lg"/>
          </a:ln>
          <a:effectLst/>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B63E9953-CE91-4186-FFB0-A20153FD27D1}"/>
              </a:ext>
            </a:extLst>
          </p:cNvPr>
          <p:cNvCxnSpPr>
            <a:cxnSpLocks/>
            <a:stCxn id="45" idx="6"/>
            <a:endCxn id="46" idx="2"/>
          </p:cNvCxnSpPr>
          <p:nvPr/>
        </p:nvCxnSpPr>
        <p:spPr bwMode="auto">
          <a:xfrm>
            <a:off x="8443756" y="8332546"/>
            <a:ext cx="2576452" cy="0"/>
          </a:xfrm>
          <a:prstGeom prst="straightConnector1">
            <a:avLst/>
          </a:prstGeom>
          <a:ln w="22225">
            <a:solidFill>
              <a:srgbClr val="0F62FE"/>
            </a:solidFill>
            <a:headEnd type="none" w="med" len="med"/>
            <a:tailEnd type="triangle" w="lg" len="lg"/>
          </a:ln>
          <a:effectLst/>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DF8F6B83-389C-B07A-65A8-7C06DA7E3D9F}"/>
              </a:ext>
            </a:extLst>
          </p:cNvPr>
          <p:cNvCxnSpPr>
            <a:cxnSpLocks/>
            <a:stCxn id="46" idx="6"/>
            <a:endCxn id="47" idx="2"/>
          </p:cNvCxnSpPr>
          <p:nvPr/>
        </p:nvCxnSpPr>
        <p:spPr bwMode="auto">
          <a:xfrm>
            <a:off x="13333917" y="8332546"/>
            <a:ext cx="2576452" cy="0"/>
          </a:xfrm>
          <a:prstGeom prst="straightConnector1">
            <a:avLst/>
          </a:prstGeom>
          <a:ln w="22225">
            <a:solidFill>
              <a:srgbClr val="0F62FE"/>
            </a:solidFill>
            <a:headEnd type="none" w="med" len="med"/>
            <a:tailEnd type="triangle" w="lg" len="lg"/>
          </a:ln>
          <a:effectLst/>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CB4BE510-B870-FE5D-669F-83B6B7B55504}"/>
              </a:ext>
            </a:extLst>
          </p:cNvPr>
          <p:cNvCxnSpPr>
            <a:cxnSpLocks/>
          </p:cNvCxnSpPr>
          <p:nvPr/>
        </p:nvCxnSpPr>
        <p:spPr bwMode="auto">
          <a:xfrm>
            <a:off x="18205072" y="8332546"/>
            <a:ext cx="2595458" cy="0"/>
          </a:xfrm>
          <a:prstGeom prst="straightConnector1">
            <a:avLst/>
          </a:prstGeom>
          <a:ln w="22225">
            <a:solidFill>
              <a:srgbClr val="0F62FE"/>
            </a:solidFill>
            <a:headEnd type="none" w="med" len="med"/>
            <a:tailEnd type="triangle" w="lg" len="lg"/>
          </a:ln>
          <a:effectLst/>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4F1DE30F-6D69-7091-676E-79F8F099179E}"/>
              </a:ext>
            </a:extLst>
          </p:cNvPr>
          <p:cNvSpPr txBox="1"/>
          <p:nvPr/>
        </p:nvSpPr>
        <p:spPr>
          <a:xfrm>
            <a:off x="5472706" y="9947548"/>
            <a:ext cx="3628390" cy="1662938"/>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Discover</a:t>
            </a:r>
          </a:p>
          <a:p>
            <a:pPr algn="ctr">
              <a:lnSpc>
                <a:spcPct val="110000"/>
              </a:lnSpc>
            </a:pPr>
            <a:endParaRPr lang="en-US" dirty="0">
              <a:solidFill>
                <a:schemeClr val="accent1"/>
              </a:solidFill>
              <a:latin typeface="+mj-lt"/>
            </a:endParaRPr>
          </a:p>
          <a:p>
            <a:pPr algn="ctr">
              <a:lnSpc>
                <a:spcPct val="110000"/>
              </a:lnSpc>
            </a:pPr>
            <a:endParaRPr lang="en-US" dirty="0">
              <a:solidFill>
                <a:schemeClr val="accent1"/>
              </a:solidFill>
              <a:latin typeface="+mj-lt"/>
            </a:endParaRPr>
          </a:p>
        </p:txBody>
      </p:sp>
      <p:sp>
        <p:nvSpPr>
          <p:cNvPr id="8" name="TextBox 7">
            <a:extLst>
              <a:ext uri="{FF2B5EF4-FFF2-40B4-BE49-F238E27FC236}">
                <a16:creationId xmlns:a16="http://schemas.microsoft.com/office/drawing/2014/main" id="{A4157CBD-F8A8-14A2-5702-E51C0BC74D33}"/>
              </a:ext>
            </a:extLst>
          </p:cNvPr>
          <p:cNvSpPr txBox="1"/>
          <p:nvPr/>
        </p:nvSpPr>
        <p:spPr>
          <a:xfrm>
            <a:off x="10362867" y="9947548"/>
            <a:ext cx="3628390" cy="1662938"/>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Assess</a:t>
            </a:r>
          </a:p>
          <a:p>
            <a:pPr algn="ctr">
              <a:lnSpc>
                <a:spcPct val="110000"/>
              </a:lnSpc>
            </a:pPr>
            <a:endParaRPr lang="en-US" dirty="0">
              <a:solidFill>
                <a:schemeClr val="accent1"/>
              </a:solidFill>
              <a:latin typeface="+mj-lt"/>
            </a:endParaRPr>
          </a:p>
          <a:p>
            <a:pPr marL="0" lvl="1" algn="ctr">
              <a:lnSpc>
                <a:spcPct val="110000"/>
              </a:lnSpc>
              <a:buSzPct val="100000"/>
            </a:pPr>
            <a:endParaRPr lang="en-US" dirty="0">
              <a:solidFill>
                <a:schemeClr val="accent1"/>
              </a:solidFill>
              <a:latin typeface="+mj-lt"/>
            </a:endParaRPr>
          </a:p>
        </p:txBody>
      </p:sp>
      <p:sp>
        <p:nvSpPr>
          <p:cNvPr id="9" name="TextBox 8">
            <a:extLst>
              <a:ext uri="{FF2B5EF4-FFF2-40B4-BE49-F238E27FC236}">
                <a16:creationId xmlns:a16="http://schemas.microsoft.com/office/drawing/2014/main" id="{D43C151F-0FD3-8D6F-8070-5A4E7FBFE129}"/>
              </a:ext>
            </a:extLst>
          </p:cNvPr>
          <p:cNvSpPr txBox="1"/>
          <p:nvPr/>
        </p:nvSpPr>
        <p:spPr>
          <a:xfrm>
            <a:off x="15253028" y="9947548"/>
            <a:ext cx="3628390" cy="1662938"/>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Remediate</a:t>
            </a:r>
          </a:p>
          <a:p>
            <a:pPr algn="ctr">
              <a:lnSpc>
                <a:spcPct val="110000"/>
              </a:lnSpc>
            </a:pPr>
            <a:endParaRPr lang="en-US" dirty="0">
              <a:solidFill>
                <a:schemeClr val="accent1"/>
              </a:solidFill>
              <a:latin typeface="+mj-lt"/>
            </a:endParaRPr>
          </a:p>
        </p:txBody>
      </p:sp>
      <p:sp>
        <p:nvSpPr>
          <p:cNvPr id="12" name="TextBox 11">
            <a:extLst>
              <a:ext uri="{FF2B5EF4-FFF2-40B4-BE49-F238E27FC236}">
                <a16:creationId xmlns:a16="http://schemas.microsoft.com/office/drawing/2014/main" id="{3F942A56-B5D5-8E50-1C55-28A1081940C3}"/>
              </a:ext>
            </a:extLst>
          </p:cNvPr>
          <p:cNvSpPr txBox="1"/>
          <p:nvPr/>
        </p:nvSpPr>
        <p:spPr>
          <a:xfrm>
            <a:off x="20143189" y="9942699"/>
            <a:ext cx="3628390" cy="1662938"/>
          </a:xfrm>
          <a:prstGeom prst="rect">
            <a:avLst/>
          </a:prstGeom>
          <a:noFill/>
        </p:spPr>
        <p:txBody>
          <a:bodyPr wrap="square" lIns="0" tIns="0" rIns="0" bIns="0" rtlCol="0" anchor="t" anchorCtr="0">
            <a:noAutofit/>
          </a:bodyPr>
          <a:lstStyle/>
          <a:p>
            <a:pPr algn="ctr">
              <a:lnSpc>
                <a:spcPct val="110000"/>
              </a:lnSpc>
            </a:pPr>
            <a:r>
              <a:rPr lang="en-US" dirty="0">
                <a:solidFill>
                  <a:schemeClr val="accent1"/>
                </a:solidFill>
                <a:latin typeface="+mj-lt"/>
              </a:rPr>
              <a:t>Govern</a:t>
            </a:r>
          </a:p>
          <a:p>
            <a:pPr algn="ctr">
              <a:lnSpc>
                <a:spcPct val="110000"/>
              </a:lnSpc>
            </a:pPr>
            <a:endParaRPr lang="en-US" dirty="0">
              <a:solidFill>
                <a:schemeClr val="accent1"/>
              </a:solidFill>
              <a:latin typeface="+mj-lt"/>
            </a:endParaRPr>
          </a:p>
          <a:p>
            <a:pPr algn="ctr">
              <a:lnSpc>
                <a:spcPct val="110000"/>
              </a:lnSpc>
            </a:pPr>
            <a:endParaRPr lang="en-US" dirty="0">
              <a:solidFill>
                <a:schemeClr val="accent1"/>
              </a:solidFill>
              <a:latin typeface="+mj-lt"/>
            </a:endParaRPr>
          </a:p>
          <a:p>
            <a:pPr algn="ctr">
              <a:lnSpc>
                <a:spcPct val="110000"/>
              </a:lnSpc>
            </a:pPr>
            <a:endParaRPr lang="en-US" dirty="0">
              <a:solidFill>
                <a:schemeClr val="accent1"/>
              </a:solidFill>
              <a:latin typeface="+mj-lt"/>
            </a:endParaRPr>
          </a:p>
          <a:p>
            <a:pPr algn="ctr">
              <a:lnSpc>
                <a:spcPct val="110000"/>
              </a:lnSpc>
            </a:pPr>
            <a:endParaRPr lang="en-US" dirty="0">
              <a:solidFill>
                <a:schemeClr val="accent1"/>
              </a:solidFill>
              <a:latin typeface="+mj-lt"/>
            </a:endParaRPr>
          </a:p>
        </p:txBody>
      </p:sp>
      <p:sp>
        <p:nvSpPr>
          <p:cNvPr id="36" name="Freeform 35">
            <a:extLst>
              <a:ext uri="{FF2B5EF4-FFF2-40B4-BE49-F238E27FC236}">
                <a16:creationId xmlns:a16="http://schemas.microsoft.com/office/drawing/2014/main" id="{8A7C9D1D-7B36-1D26-795B-156292E8649F}"/>
              </a:ext>
            </a:extLst>
          </p:cNvPr>
          <p:cNvSpPr/>
          <p:nvPr/>
        </p:nvSpPr>
        <p:spPr>
          <a:xfrm>
            <a:off x="6648324" y="7735562"/>
            <a:ext cx="1277154" cy="1193967"/>
          </a:xfrm>
          <a:custGeom>
            <a:avLst/>
            <a:gdLst>
              <a:gd name="csX0" fmla="*/ 929565 w 1277154"/>
              <a:gd name="csY0" fmla="*/ 1193968 h 1193967"/>
              <a:gd name="csX1" fmla="*/ 582018 w 1277154"/>
              <a:gd name="csY1" fmla="*/ 846420 h 1193967"/>
              <a:gd name="csX2" fmla="*/ 929565 w 1277154"/>
              <a:gd name="csY2" fmla="*/ 498872 h 1193967"/>
              <a:gd name="csX3" fmla="*/ 1277113 w 1277154"/>
              <a:gd name="csY3" fmla="*/ 846420 h 1193967"/>
              <a:gd name="csX4" fmla="*/ 929565 w 1277154"/>
              <a:gd name="csY4" fmla="*/ 1193968 h 1193967"/>
              <a:gd name="csX5" fmla="*/ 929565 w 1277154"/>
              <a:gd name="csY5" fmla="*/ 528805 h 1193967"/>
              <a:gd name="csX6" fmla="*/ 611950 w 1277154"/>
              <a:gd name="csY6" fmla="*/ 846420 h 1193967"/>
              <a:gd name="csX7" fmla="*/ 929565 w 1277154"/>
              <a:gd name="csY7" fmla="*/ 1164035 h 1193967"/>
              <a:gd name="csX8" fmla="*/ 1247181 w 1277154"/>
              <a:gd name="csY8" fmla="*/ 846420 h 1193967"/>
              <a:gd name="csX9" fmla="*/ 929565 w 1277154"/>
              <a:gd name="csY9" fmla="*/ 528805 h 1193967"/>
              <a:gd name="csX10" fmla="*/ 222830 w 1277154"/>
              <a:gd name="csY10" fmla="*/ 1193968 h 1193967"/>
              <a:gd name="csX11" fmla="*/ 166291 w 1277154"/>
              <a:gd name="csY11" fmla="*/ 1137429 h 1193967"/>
              <a:gd name="csX12" fmla="*/ 222830 w 1277154"/>
              <a:gd name="csY12" fmla="*/ 1080890 h 1193967"/>
              <a:gd name="csX13" fmla="*/ 279368 w 1277154"/>
              <a:gd name="csY13" fmla="*/ 1137429 h 1193967"/>
              <a:gd name="csX14" fmla="*/ 222830 w 1277154"/>
              <a:gd name="csY14" fmla="*/ 1193968 h 1193967"/>
              <a:gd name="csX15" fmla="*/ 222830 w 1277154"/>
              <a:gd name="csY15" fmla="*/ 1110822 h 1193967"/>
              <a:gd name="csX16" fmla="*/ 196223 w 1277154"/>
              <a:gd name="csY16" fmla="*/ 1137429 h 1193967"/>
              <a:gd name="csX17" fmla="*/ 222830 w 1277154"/>
              <a:gd name="csY17" fmla="*/ 1164035 h 1193967"/>
              <a:gd name="csX18" fmla="*/ 249436 w 1277154"/>
              <a:gd name="csY18" fmla="*/ 1137429 h 1193967"/>
              <a:gd name="csX19" fmla="*/ 222830 w 1277154"/>
              <a:gd name="csY19" fmla="*/ 1110822 h 1193967"/>
              <a:gd name="csX20" fmla="*/ 445659 w 1277154"/>
              <a:gd name="csY20" fmla="*/ 1179001 h 1193967"/>
              <a:gd name="csX21" fmla="*/ 415727 w 1277154"/>
              <a:gd name="csY21" fmla="*/ 1179001 h 1193967"/>
              <a:gd name="csX22" fmla="*/ 415727 w 1277154"/>
              <a:gd name="csY22" fmla="*/ 14966 h 1193967"/>
              <a:gd name="csX23" fmla="*/ 445659 w 1277154"/>
              <a:gd name="csY23" fmla="*/ 14966 h 1193967"/>
              <a:gd name="csX24" fmla="*/ 445659 w 1277154"/>
              <a:gd name="csY24" fmla="*/ 1179001 h 1193967"/>
              <a:gd name="csX25" fmla="*/ 29932 w 1277154"/>
              <a:gd name="csY25" fmla="*/ 1179001 h 1193967"/>
              <a:gd name="csX26" fmla="*/ 0 w 1277154"/>
              <a:gd name="csY26" fmla="*/ 1179001 h 1193967"/>
              <a:gd name="csX27" fmla="*/ 0 w 1277154"/>
              <a:gd name="csY27" fmla="*/ 14966 h 1193967"/>
              <a:gd name="csX28" fmla="*/ 29932 w 1277154"/>
              <a:gd name="csY28" fmla="*/ 14966 h 1193967"/>
              <a:gd name="csX29" fmla="*/ 29932 w 1277154"/>
              <a:gd name="csY29" fmla="*/ 1179001 h 1193967"/>
              <a:gd name="csX30" fmla="*/ 222830 w 1277154"/>
              <a:gd name="csY30" fmla="*/ 1027677 h 1193967"/>
              <a:gd name="csX31" fmla="*/ 166291 w 1277154"/>
              <a:gd name="csY31" fmla="*/ 971138 h 1193967"/>
              <a:gd name="csX32" fmla="*/ 222830 w 1277154"/>
              <a:gd name="csY32" fmla="*/ 914599 h 1193967"/>
              <a:gd name="csX33" fmla="*/ 279368 w 1277154"/>
              <a:gd name="csY33" fmla="*/ 971138 h 1193967"/>
              <a:gd name="csX34" fmla="*/ 222830 w 1277154"/>
              <a:gd name="csY34" fmla="*/ 1027677 h 1193967"/>
              <a:gd name="csX35" fmla="*/ 222830 w 1277154"/>
              <a:gd name="csY35" fmla="*/ 944532 h 1193967"/>
              <a:gd name="csX36" fmla="*/ 196223 w 1277154"/>
              <a:gd name="csY36" fmla="*/ 971138 h 1193967"/>
              <a:gd name="csX37" fmla="*/ 222830 w 1277154"/>
              <a:gd name="csY37" fmla="*/ 997745 h 1193967"/>
              <a:gd name="csX38" fmla="*/ 249436 w 1277154"/>
              <a:gd name="csY38" fmla="*/ 971138 h 1193967"/>
              <a:gd name="csX39" fmla="*/ 222830 w 1277154"/>
              <a:gd name="csY39" fmla="*/ 944532 h 1193967"/>
              <a:gd name="csX40" fmla="*/ 222830 w 1277154"/>
              <a:gd name="csY40" fmla="*/ 861386 h 1193967"/>
              <a:gd name="csX41" fmla="*/ 166291 w 1277154"/>
              <a:gd name="csY41" fmla="*/ 804847 h 1193967"/>
              <a:gd name="csX42" fmla="*/ 222830 w 1277154"/>
              <a:gd name="csY42" fmla="*/ 748308 h 1193967"/>
              <a:gd name="csX43" fmla="*/ 279368 w 1277154"/>
              <a:gd name="csY43" fmla="*/ 804847 h 1193967"/>
              <a:gd name="csX44" fmla="*/ 222830 w 1277154"/>
              <a:gd name="csY44" fmla="*/ 861386 h 1193967"/>
              <a:gd name="csX45" fmla="*/ 222830 w 1277154"/>
              <a:gd name="csY45" fmla="*/ 778241 h 1193967"/>
              <a:gd name="csX46" fmla="*/ 196223 w 1277154"/>
              <a:gd name="csY46" fmla="*/ 804847 h 1193967"/>
              <a:gd name="csX47" fmla="*/ 222830 w 1277154"/>
              <a:gd name="csY47" fmla="*/ 831454 h 1193967"/>
              <a:gd name="csX48" fmla="*/ 249436 w 1277154"/>
              <a:gd name="csY48" fmla="*/ 804847 h 1193967"/>
              <a:gd name="csX49" fmla="*/ 222830 w 1277154"/>
              <a:gd name="csY49" fmla="*/ 778241 h 1193967"/>
              <a:gd name="csX50" fmla="*/ 222830 w 1277154"/>
              <a:gd name="csY50" fmla="*/ 445659 h 1193967"/>
              <a:gd name="csX51" fmla="*/ 215347 w 1277154"/>
              <a:gd name="csY51" fmla="*/ 443664 h 1193967"/>
              <a:gd name="csX52" fmla="*/ 179345 w 1277154"/>
              <a:gd name="csY52" fmla="*/ 422877 h 1193967"/>
              <a:gd name="csX53" fmla="*/ 171862 w 1277154"/>
              <a:gd name="csY53" fmla="*/ 409907 h 1193967"/>
              <a:gd name="csX54" fmla="*/ 171862 w 1277154"/>
              <a:gd name="csY54" fmla="*/ 368334 h 1193967"/>
              <a:gd name="csX55" fmla="*/ 179345 w 1277154"/>
              <a:gd name="csY55" fmla="*/ 355363 h 1193967"/>
              <a:gd name="csX56" fmla="*/ 215347 w 1277154"/>
              <a:gd name="csY56" fmla="*/ 334577 h 1193967"/>
              <a:gd name="csX57" fmla="*/ 230313 w 1277154"/>
              <a:gd name="csY57" fmla="*/ 334577 h 1193967"/>
              <a:gd name="csX58" fmla="*/ 266315 w 1277154"/>
              <a:gd name="csY58" fmla="*/ 355363 h 1193967"/>
              <a:gd name="csX59" fmla="*/ 273798 w 1277154"/>
              <a:gd name="csY59" fmla="*/ 368334 h 1193967"/>
              <a:gd name="csX60" fmla="*/ 273798 w 1277154"/>
              <a:gd name="csY60" fmla="*/ 409907 h 1193967"/>
              <a:gd name="csX61" fmla="*/ 266315 w 1277154"/>
              <a:gd name="csY61" fmla="*/ 422877 h 1193967"/>
              <a:gd name="csX62" fmla="*/ 230313 w 1277154"/>
              <a:gd name="csY62" fmla="*/ 443664 h 1193967"/>
              <a:gd name="csX63" fmla="*/ 222830 w 1277154"/>
              <a:gd name="csY63" fmla="*/ 445659 h 1193967"/>
              <a:gd name="csX64" fmla="*/ 201794 w 1277154"/>
              <a:gd name="csY64" fmla="*/ 401260 h 1193967"/>
              <a:gd name="csX65" fmla="*/ 222830 w 1277154"/>
              <a:gd name="csY65" fmla="*/ 413399 h 1193967"/>
              <a:gd name="csX66" fmla="*/ 243865 w 1277154"/>
              <a:gd name="csY66" fmla="*/ 401260 h 1193967"/>
              <a:gd name="csX67" fmla="*/ 243865 w 1277154"/>
              <a:gd name="csY67" fmla="*/ 376981 h 1193967"/>
              <a:gd name="csX68" fmla="*/ 222830 w 1277154"/>
              <a:gd name="csY68" fmla="*/ 364842 h 1193967"/>
              <a:gd name="csX69" fmla="*/ 201794 w 1277154"/>
              <a:gd name="csY69" fmla="*/ 376981 h 1193967"/>
              <a:gd name="csX70" fmla="*/ 201794 w 1277154"/>
              <a:gd name="csY70" fmla="*/ 401260 h 1193967"/>
              <a:gd name="csX71" fmla="*/ 1277113 w 1277154"/>
              <a:gd name="csY71" fmla="*/ 389120 h 1193967"/>
              <a:gd name="csX72" fmla="*/ 1247181 w 1277154"/>
              <a:gd name="csY72" fmla="*/ 389120 h 1193967"/>
              <a:gd name="csX73" fmla="*/ 1247181 w 1277154"/>
              <a:gd name="csY73" fmla="*/ 14966 h 1193967"/>
              <a:gd name="csX74" fmla="*/ 1277155 w 1277154"/>
              <a:gd name="csY74" fmla="*/ 14966 h 1193967"/>
              <a:gd name="csX75" fmla="*/ 1277113 w 1277154"/>
              <a:gd name="csY75" fmla="*/ 389120 h 1193967"/>
              <a:gd name="csX76" fmla="*/ 1277113 w 1277154"/>
              <a:gd name="csY76" fmla="*/ 389120 h 1193967"/>
              <a:gd name="csX77" fmla="*/ 861386 w 1277154"/>
              <a:gd name="csY77" fmla="*/ 389120 h 1193967"/>
              <a:gd name="csX78" fmla="*/ 831454 w 1277154"/>
              <a:gd name="csY78" fmla="*/ 389120 h 1193967"/>
              <a:gd name="csX79" fmla="*/ 831454 w 1277154"/>
              <a:gd name="csY79" fmla="*/ 14966 h 1193967"/>
              <a:gd name="csX80" fmla="*/ 861428 w 1277154"/>
              <a:gd name="csY80" fmla="*/ 14966 h 1193967"/>
              <a:gd name="csX81" fmla="*/ 861386 w 1277154"/>
              <a:gd name="csY81" fmla="*/ 389120 h 1193967"/>
              <a:gd name="csX82" fmla="*/ 861386 w 1277154"/>
              <a:gd name="csY82" fmla="*/ 389120 h 1193967"/>
              <a:gd name="csX83" fmla="*/ 1054283 w 1277154"/>
              <a:gd name="csY83" fmla="*/ 279368 h 1193967"/>
              <a:gd name="csX84" fmla="*/ 1046800 w 1277154"/>
              <a:gd name="csY84" fmla="*/ 277373 h 1193967"/>
              <a:gd name="csX85" fmla="*/ 1010798 w 1277154"/>
              <a:gd name="csY85" fmla="*/ 256587 h 1193967"/>
              <a:gd name="csX86" fmla="*/ 1003274 w 1277154"/>
              <a:gd name="csY86" fmla="*/ 243616 h 1193967"/>
              <a:gd name="csX87" fmla="*/ 1003274 w 1277154"/>
              <a:gd name="csY87" fmla="*/ 202043 h 1193967"/>
              <a:gd name="csX88" fmla="*/ 1010798 w 1277154"/>
              <a:gd name="csY88" fmla="*/ 189073 h 1193967"/>
              <a:gd name="csX89" fmla="*/ 1046800 w 1277154"/>
              <a:gd name="csY89" fmla="*/ 168286 h 1193967"/>
              <a:gd name="csX90" fmla="*/ 1061725 w 1277154"/>
              <a:gd name="csY90" fmla="*/ 168286 h 1193967"/>
              <a:gd name="csX91" fmla="*/ 1097727 w 1277154"/>
              <a:gd name="csY91" fmla="*/ 189073 h 1193967"/>
              <a:gd name="csX92" fmla="*/ 1105252 w 1277154"/>
              <a:gd name="csY92" fmla="*/ 202043 h 1193967"/>
              <a:gd name="csX93" fmla="*/ 1105252 w 1277154"/>
              <a:gd name="csY93" fmla="*/ 243616 h 1193967"/>
              <a:gd name="csX94" fmla="*/ 1097727 w 1277154"/>
              <a:gd name="csY94" fmla="*/ 256587 h 1193967"/>
              <a:gd name="csX95" fmla="*/ 1061725 w 1277154"/>
              <a:gd name="csY95" fmla="*/ 277373 h 1193967"/>
              <a:gd name="csX96" fmla="*/ 1054283 w 1277154"/>
              <a:gd name="csY96" fmla="*/ 279368 h 1193967"/>
              <a:gd name="csX97" fmla="*/ 1033248 w 1277154"/>
              <a:gd name="csY97" fmla="*/ 234969 h 1193967"/>
              <a:gd name="csX98" fmla="*/ 1054283 w 1277154"/>
              <a:gd name="csY98" fmla="*/ 247108 h 1193967"/>
              <a:gd name="csX99" fmla="*/ 1075319 w 1277154"/>
              <a:gd name="csY99" fmla="*/ 234969 h 1193967"/>
              <a:gd name="csX100" fmla="*/ 1075319 w 1277154"/>
              <a:gd name="csY100" fmla="*/ 210690 h 1193967"/>
              <a:gd name="csX101" fmla="*/ 1054283 w 1277154"/>
              <a:gd name="csY101" fmla="*/ 198551 h 1193967"/>
              <a:gd name="csX102" fmla="*/ 1033248 w 1277154"/>
              <a:gd name="csY102" fmla="*/ 210690 h 1193967"/>
              <a:gd name="csX103" fmla="*/ 1033248 w 1277154"/>
              <a:gd name="csY103" fmla="*/ 234969 h 1193967"/>
              <a:gd name="csX104" fmla="*/ 638557 w 1277154"/>
              <a:gd name="csY104" fmla="*/ 279368 h 1193967"/>
              <a:gd name="csX105" fmla="*/ 582018 w 1277154"/>
              <a:gd name="csY105" fmla="*/ 222830 h 1193967"/>
              <a:gd name="csX106" fmla="*/ 638557 w 1277154"/>
              <a:gd name="csY106" fmla="*/ 166291 h 1193967"/>
              <a:gd name="csX107" fmla="*/ 695095 w 1277154"/>
              <a:gd name="csY107" fmla="*/ 222830 h 1193967"/>
              <a:gd name="csX108" fmla="*/ 638557 w 1277154"/>
              <a:gd name="csY108" fmla="*/ 279368 h 1193967"/>
              <a:gd name="csX109" fmla="*/ 638557 w 1277154"/>
              <a:gd name="csY109" fmla="*/ 196223 h 1193967"/>
              <a:gd name="csX110" fmla="*/ 611950 w 1277154"/>
              <a:gd name="csY110" fmla="*/ 222830 h 1193967"/>
              <a:gd name="csX111" fmla="*/ 638557 w 1277154"/>
              <a:gd name="csY111" fmla="*/ 249436 h 1193967"/>
              <a:gd name="csX112" fmla="*/ 665163 w 1277154"/>
              <a:gd name="csY112" fmla="*/ 222830 h 1193967"/>
              <a:gd name="csX113" fmla="*/ 638557 w 1277154"/>
              <a:gd name="csY113" fmla="*/ 196223 h 1193967"/>
              <a:gd name="csX114" fmla="*/ 1054283 w 1277154"/>
              <a:gd name="csY114" fmla="*/ 113078 h 1193967"/>
              <a:gd name="csX115" fmla="*/ 997745 w 1277154"/>
              <a:gd name="csY115" fmla="*/ 56539 h 1193967"/>
              <a:gd name="csX116" fmla="*/ 1054283 w 1277154"/>
              <a:gd name="csY116" fmla="*/ 0 h 1193967"/>
              <a:gd name="csX117" fmla="*/ 1110822 w 1277154"/>
              <a:gd name="csY117" fmla="*/ 56539 h 1193967"/>
              <a:gd name="csX118" fmla="*/ 1054283 w 1277154"/>
              <a:gd name="csY118" fmla="*/ 113078 h 1193967"/>
              <a:gd name="csX119" fmla="*/ 1054283 w 1277154"/>
              <a:gd name="csY119" fmla="*/ 29932 h 1193967"/>
              <a:gd name="csX120" fmla="*/ 1027677 w 1277154"/>
              <a:gd name="csY120" fmla="*/ 56539 h 1193967"/>
              <a:gd name="csX121" fmla="*/ 1054283 w 1277154"/>
              <a:gd name="csY121" fmla="*/ 83145 h 1193967"/>
              <a:gd name="csX122" fmla="*/ 1080890 w 1277154"/>
              <a:gd name="csY122" fmla="*/ 56539 h 1193967"/>
              <a:gd name="csX123" fmla="*/ 1054283 w 1277154"/>
              <a:gd name="csY123" fmla="*/ 29932 h 1193967"/>
              <a:gd name="csX124" fmla="*/ 680129 w 1277154"/>
              <a:gd name="csY124" fmla="*/ 113078 h 1193967"/>
              <a:gd name="csX125" fmla="*/ 596984 w 1277154"/>
              <a:gd name="csY125" fmla="*/ 113078 h 1193967"/>
              <a:gd name="csX126" fmla="*/ 582018 w 1277154"/>
              <a:gd name="csY126" fmla="*/ 98112 h 1193967"/>
              <a:gd name="csX127" fmla="*/ 582018 w 1277154"/>
              <a:gd name="csY127" fmla="*/ 14966 h 1193967"/>
              <a:gd name="csX128" fmla="*/ 596984 w 1277154"/>
              <a:gd name="csY128" fmla="*/ 0 h 1193967"/>
              <a:gd name="csX129" fmla="*/ 680129 w 1277154"/>
              <a:gd name="csY129" fmla="*/ 0 h 1193967"/>
              <a:gd name="csX130" fmla="*/ 695095 w 1277154"/>
              <a:gd name="csY130" fmla="*/ 14966 h 1193967"/>
              <a:gd name="csX131" fmla="*/ 695095 w 1277154"/>
              <a:gd name="csY131" fmla="*/ 98112 h 1193967"/>
              <a:gd name="csX132" fmla="*/ 680129 w 1277154"/>
              <a:gd name="csY132" fmla="*/ 113078 h 1193967"/>
              <a:gd name="csX133" fmla="*/ 611950 w 1277154"/>
              <a:gd name="csY133" fmla="*/ 83145 h 1193967"/>
              <a:gd name="csX134" fmla="*/ 665163 w 1277154"/>
              <a:gd name="csY134" fmla="*/ 83145 h 1193967"/>
              <a:gd name="csX135" fmla="*/ 665163 w 1277154"/>
              <a:gd name="csY135" fmla="*/ 29932 h 1193967"/>
              <a:gd name="csX136" fmla="*/ 611950 w 1277154"/>
              <a:gd name="csY136" fmla="*/ 29932 h 1193967"/>
              <a:gd name="csX137" fmla="*/ 611950 w 1277154"/>
              <a:gd name="csY137" fmla="*/ 83145 h 1193967"/>
              <a:gd name="csX138" fmla="*/ 222830 w 1277154"/>
              <a:gd name="csY138" fmla="*/ 113078 h 1193967"/>
              <a:gd name="csX139" fmla="*/ 166291 w 1277154"/>
              <a:gd name="csY139" fmla="*/ 56539 h 1193967"/>
              <a:gd name="csX140" fmla="*/ 222830 w 1277154"/>
              <a:gd name="csY140" fmla="*/ 0 h 1193967"/>
              <a:gd name="csX141" fmla="*/ 279368 w 1277154"/>
              <a:gd name="csY141" fmla="*/ 56539 h 1193967"/>
              <a:gd name="csX142" fmla="*/ 222830 w 1277154"/>
              <a:gd name="csY142" fmla="*/ 113078 h 1193967"/>
              <a:gd name="csX143" fmla="*/ 222830 w 1277154"/>
              <a:gd name="csY143" fmla="*/ 29932 h 1193967"/>
              <a:gd name="csX144" fmla="*/ 196223 w 1277154"/>
              <a:gd name="csY144" fmla="*/ 56539 h 1193967"/>
              <a:gd name="csX145" fmla="*/ 222830 w 1277154"/>
              <a:gd name="csY145" fmla="*/ 83145 h 1193967"/>
              <a:gd name="csX146" fmla="*/ 249436 w 1277154"/>
              <a:gd name="csY146" fmla="*/ 56539 h 1193967"/>
              <a:gd name="csX147" fmla="*/ 222830 w 1277154"/>
              <a:gd name="csY147" fmla="*/ 29932 h 1193967"/>
              <a:gd name="csX148" fmla="*/ 1106457 w 1277154"/>
              <a:gd name="csY148" fmla="*/ 732303 h 1193967"/>
              <a:gd name="csX149" fmla="*/ 1085255 w 1277154"/>
              <a:gd name="csY149" fmla="*/ 711101 h 1193967"/>
              <a:gd name="csX150" fmla="*/ 887993 w 1277154"/>
              <a:gd name="csY150" fmla="*/ 908405 h 1193967"/>
              <a:gd name="csX151" fmla="*/ 815448 w 1277154"/>
              <a:gd name="csY151" fmla="*/ 835819 h 1193967"/>
              <a:gd name="csX152" fmla="*/ 794246 w 1277154"/>
              <a:gd name="csY152" fmla="*/ 857021 h 1193967"/>
              <a:gd name="csX153" fmla="*/ 887993 w 1277154"/>
              <a:gd name="csY153" fmla="*/ 950726 h 1193967"/>
              <a:gd name="csX154" fmla="*/ 1106457 w 1277154"/>
              <a:gd name="csY154" fmla="*/ 732303 h 11939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Lst>
            <a:rect l="l" t="t" r="r" b="b"/>
            <a:pathLst>
              <a:path w="1277154" h="1193967">
                <a:moveTo>
                  <a:pt x="929565" y="1193968"/>
                </a:moveTo>
                <a:cubicBezTo>
                  <a:pt x="737957" y="1193968"/>
                  <a:pt x="582018" y="1038028"/>
                  <a:pt x="582018" y="846420"/>
                </a:cubicBezTo>
                <a:cubicBezTo>
                  <a:pt x="582018" y="654811"/>
                  <a:pt x="737915" y="498872"/>
                  <a:pt x="929565" y="498872"/>
                </a:cubicBezTo>
                <a:cubicBezTo>
                  <a:pt x="1121215" y="498872"/>
                  <a:pt x="1277113" y="654770"/>
                  <a:pt x="1277113" y="846420"/>
                </a:cubicBezTo>
                <a:cubicBezTo>
                  <a:pt x="1277113" y="1038070"/>
                  <a:pt x="1121174" y="1193968"/>
                  <a:pt x="929565" y="1193968"/>
                </a:cubicBezTo>
                <a:close/>
                <a:moveTo>
                  <a:pt x="929565" y="528805"/>
                </a:moveTo>
                <a:cubicBezTo>
                  <a:pt x="754420" y="528805"/>
                  <a:pt x="611950" y="671274"/>
                  <a:pt x="611950" y="846420"/>
                </a:cubicBezTo>
                <a:cubicBezTo>
                  <a:pt x="611950" y="1021566"/>
                  <a:pt x="754420" y="1164035"/>
                  <a:pt x="929565" y="1164035"/>
                </a:cubicBezTo>
                <a:cubicBezTo>
                  <a:pt x="1104711" y="1164035"/>
                  <a:pt x="1247181" y="1021566"/>
                  <a:pt x="1247181" y="846420"/>
                </a:cubicBezTo>
                <a:cubicBezTo>
                  <a:pt x="1247181" y="671274"/>
                  <a:pt x="1104711" y="528805"/>
                  <a:pt x="929565" y="528805"/>
                </a:cubicBezTo>
                <a:close/>
                <a:moveTo>
                  <a:pt x="222830" y="1193968"/>
                </a:moveTo>
                <a:cubicBezTo>
                  <a:pt x="191650" y="1193968"/>
                  <a:pt x="166291" y="1168608"/>
                  <a:pt x="166291" y="1137429"/>
                </a:cubicBezTo>
                <a:cubicBezTo>
                  <a:pt x="166291" y="1106249"/>
                  <a:pt x="191650" y="1080890"/>
                  <a:pt x="222830" y="1080890"/>
                </a:cubicBezTo>
                <a:cubicBezTo>
                  <a:pt x="254009" y="1080890"/>
                  <a:pt x="279368" y="1106249"/>
                  <a:pt x="279368" y="1137429"/>
                </a:cubicBezTo>
                <a:cubicBezTo>
                  <a:pt x="279368" y="1168608"/>
                  <a:pt x="254009" y="1193968"/>
                  <a:pt x="222830" y="1193968"/>
                </a:cubicBezTo>
                <a:close/>
                <a:moveTo>
                  <a:pt x="222830" y="1110822"/>
                </a:moveTo>
                <a:cubicBezTo>
                  <a:pt x="208154" y="1110822"/>
                  <a:pt x="196223" y="1122754"/>
                  <a:pt x="196223" y="1137429"/>
                </a:cubicBezTo>
                <a:cubicBezTo>
                  <a:pt x="196223" y="1152104"/>
                  <a:pt x="208154" y="1164035"/>
                  <a:pt x="222830" y="1164035"/>
                </a:cubicBezTo>
                <a:cubicBezTo>
                  <a:pt x="237505" y="1164035"/>
                  <a:pt x="249436" y="1152104"/>
                  <a:pt x="249436" y="1137429"/>
                </a:cubicBezTo>
                <a:cubicBezTo>
                  <a:pt x="249436" y="1122754"/>
                  <a:pt x="237505" y="1110822"/>
                  <a:pt x="222830" y="1110822"/>
                </a:cubicBezTo>
                <a:close/>
                <a:moveTo>
                  <a:pt x="445659" y="1179001"/>
                </a:moveTo>
                <a:lnTo>
                  <a:pt x="415727" y="1179001"/>
                </a:lnTo>
                <a:lnTo>
                  <a:pt x="415727" y="14966"/>
                </a:lnTo>
                <a:lnTo>
                  <a:pt x="445659" y="14966"/>
                </a:lnTo>
                <a:lnTo>
                  <a:pt x="445659" y="1179001"/>
                </a:lnTo>
                <a:close/>
                <a:moveTo>
                  <a:pt x="29932" y="1179001"/>
                </a:moveTo>
                <a:lnTo>
                  <a:pt x="0" y="1179001"/>
                </a:lnTo>
                <a:lnTo>
                  <a:pt x="0" y="14966"/>
                </a:lnTo>
                <a:lnTo>
                  <a:pt x="29932" y="14966"/>
                </a:lnTo>
                <a:lnTo>
                  <a:pt x="29932" y="1179001"/>
                </a:lnTo>
                <a:close/>
                <a:moveTo>
                  <a:pt x="222830" y="1027677"/>
                </a:moveTo>
                <a:cubicBezTo>
                  <a:pt x="191650" y="1027677"/>
                  <a:pt x="166291" y="1002318"/>
                  <a:pt x="166291" y="971138"/>
                </a:cubicBezTo>
                <a:cubicBezTo>
                  <a:pt x="166291" y="939958"/>
                  <a:pt x="191650" y="914599"/>
                  <a:pt x="222830" y="914599"/>
                </a:cubicBezTo>
                <a:cubicBezTo>
                  <a:pt x="254009" y="914599"/>
                  <a:pt x="279368" y="939958"/>
                  <a:pt x="279368" y="971138"/>
                </a:cubicBezTo>
                <a:cubicBezTo>
                  <a:pt x="279368" y="1002318"/>
                  <a:pt x="254009" y="1027677"/>
                  <a:pt x="222830" y="1027677"/>
                </a:cubicBezTo>
                <a:close/>
                <a:moveTo>
                  <a:pt x="222830" y="944532"/>
                </a:moveTo>
                <a:cubicBezTo>
                  <a:pt x="208154" y="944532"/>
                  <a:pt x="196223" y="956463"/>
                  <a:pt x="196223" y="971138"/>
                </a:cubicBezTo>
                <a:cubicBezTo>
                  <a:pt x="196223" y="985813"/>
                  <a:pt x="208154" y="997745"/>
                  <a:pt x="222830" y="997745"/>
                </a:cubicBezTo>
                <a:cubicBezTo>
                  <a:pt x="237505" y="997745"/>
                  <a:pt x="249436" y="985813"/>
                  <a:pt x="249436" y="971138"/>
                </a:cubicBezTo>
                <a:cubicBezTo>
                  <a:pt x="249436" y="956463"/>
                  <a:pt x="237505" y="944532"/>
                  <a:pt x="222830" y="944532"/>
                </a:cubicBezTo>
                <a:close/>
                <a:moveTo>
                  <a:pt x="222830" y="861386"/>
                </a:moveTo>
                <a:cubicBezTo>
                  <a:pt x="191650" y="861386"/>
                  <a:pt x="166291" y="836027"/>
                  <a:pt x="166291" y="804847"/>
                </a:cubicBezTo>
                <a:cubicBezTo>
                  <a:pt x="166291" y="773668"/>
                  <a:pt x="191650" y="748308"/>
                  <a:pt x="222830" y="748308"/>
                </a:cubicBezTo>
                <a:cubicBezTo>
                  <a:pt x="254009" y="748308"/>
                  <a:pt x="279368" y="773668"/>
                  <a:pt x="279368" y="804847"/>
                </a:cubicBezTo>
                <a:cubicBezTo>
                  <a:pt x="279368" y="836027"/>
                  <a:pt x="254009" y="861386"/>
                  <a:pt x="222830" y="861386"/>
                </a:cubicBezTo>
                <a:close/>
                <a:moveTo>
                  <a:pt x="222830" y="778241"/>
                </a:moveTo>
                <a:cubicBezTo>
                  <a:pt x="208154" y="778241"/>
                  <a:pt x="196223" y="790172"/>
                  <a:pt x="196223" y="804847"/>
                </a:cubicBezTo>
                <a:cubicBezTo>
                  <a:pt x="196223" y="819522"/>
                  <a:pt x="208154" y="831454"/>
                  <a:pt x="222830" y="831454"/>
                </a:cubicBezTo>
                <a:cubicBezTo>
                  <a:pt x="237505" y="831454"/>
                  <a:pt x="249436" y="819522"/>
                  <a:pt x="249436" y="804847"/>
                </a:cubicBezTo>
                <a:cubicBezTo>
                  <a:pt x="249436" y="790172"/>
                  <a:pt x="237505" y="778241"/>
                  <a:pt x="222830" y="778241"/>
                </a:cubicBezTo>
                <a:close/>
                <a:moveTo>
                  <a:pt x="222830" y="445659"/>
                </a:moveTo>
                <a:cubicBezTo>
                  <a:pt x="220252" y="445659"/>
                  <a:pt x="217633" y="444994"/>
                  <a:pt x="215347" y="443664"/>
                </a:cubicBezTo>
                <a:lnTo>
                  <a:pt x="179345" y="422877"/>
                </a:lnTo>
                <a:cubicBezTo>
                  <a:pt x="174730" y="420217"/>
                  <a:pt x="171862" y="415228"/>
                  <a:pt x="171862" y="409907"/>
                </a:cubicBezTo>
                <a:lnTo>
                  <a:pt x="171862" y="368334"/>
                </a:lnTo>
                <a:cubicBezTo>
                  <a:pt x="171862" y="363013"/>
                  <a:pt x="174688" y="358024"/>
                  <a:pt x="179345" y="355363"/>
                </a:cubicBezTo>
                <a:lnTo>
                  <a:pt x="215347" y="334577"/>
                </a:lnTo>
                <a:cubicBezTo>
                  <a:pt x="219961" y="331958"/>
                  <a:pt x="225698" y="331958"/>
                  <a:pt x="230313" y="334577"/>
                </a:cubicBezTo>
                <a:lnTo>
                  <a:pt x="266315" y="355363"/>
                </a:lnTo>
                <a:cubicBezTo>
                  <a:pt x="270929" y="358024"/>
                  <a:pt x="273798" y="363013"/>
                  <a:pt x="273798" y="368334"/>
                </a:cubicBezTo>
                <a:lnTo>
                  <a:pt x="273798" y="409907"/>
                </a:lnTo>
                <a:cubicBezTo>
                  <a:pt x="273798" y="415228"/>
                  <a:pt x="270971" y="420217"/>
                  <a:pt x="266315" y="422877"/>
                </a:cubicBezTo>
                <a:lnTo>
                  <a:pt x="230313" y="443664"/>
                </a:lnTo>
                <a:cubicBezTo>
                  <a:pt x="228026" y="444994"/>
                  <a:pt x="225407" y="445659"/>
                  <a:pt x="222830" y="445659"/>
                </a:cubicBezTo>
                <a:close/>
                <a:moveTo>
                  <a:pt x="201794" y="401260"/>
                </a:moveTo>
                <a:lnTo>
                  <a:pt x="222830" y="413399"/>
                </a:lnTo>
                <a:lnTo>
                  <a:pt x="243865" y="401260"/>
                </a:lnTo>
                <a:lnTo>
                  <a:pt x="243865" y="376981"/>
                </a:lnTo>
                <a:lnTo>
                  <a:pt x="222830" y="364842"/>
                </a:lnTo>
                <a:lnTo>
                  <a:pt x="201794" y="376981"/>
                </a:lnTo>
                <a:lnTo>
                  <a:pt x="201794" y="401260"/>
                </a:lnTo>
                <a:close/>
                <a:moveTo>
                  <a:pt x="1277113" y="389120"/>
                </a:moveTo>
                <a:lnTo>
                  <a:pt x="1247181" y="389120"/>
                </a:lnTo>
                <a:lnTo>
                  <a:pt x="1247181" y="14966"/>
                </a:lnTo>
                <a:lnTo>
                  <a:pt x="1277155" y="14966"/>
                </a:lnTo>
                <a:lnTo>
                  <a:pt x="1277113" y="389120"/>
                </a:lnTo>
                <a:lnTo>
                  <a:pt x="1277113" y="389120"/>
                </a:lnTo>
                <a:close/>
                <a:moveTo>
                  <a:pt x="861386" y="389120"/>
                </a:moveTo>
                <a:lnTo>
                  <a:pt x="831454" y="389120"/>
                </a:lnTo>
                <a:lnTo>
                  <a:pt x="831454" y="14966"/>
                </a:lnTo>
                <a:lnTo>
                  <a:pt x="861428" y="14966"/>
                </a:lnTo>
                <a:lnTo>
                  <a:pt x="861386" y="389120"/>
                </a:lnTo>
                <a:lnTo>
                  <a:pt x="861386" y="389120"/>
                </a:lnTo>
                <a:close/>
                <a:moveTo>
                  <a:pt x="1054283" y="279368"/>
                </a:moveTo>
                <a:cubicBezTo>
                  <a:pt x="1051706" y="279368"/>
                  <a:pt x="1049128" y="278703"/>
                  <a:pt x="1046800" y="277373"/>
                </a:cubicBezTo>
                <a:lnTo>
                  <a:pt x="1010798" y="256587"/>
                </a:lnTo>
                <a:cubicBezTo>
                  <a:pt x="1006184" y="253926"/>
                  <a:pt x="1003274" y="248937"/>
                  <a:pt x="1003274" y="243616"/>
                </a:cubicBezTo>
                <a:lnTo>
                  <a:pt x="1003274" y="202043"/>
                </a:lnTo>
                <a:cubicBezTo>
                  <a:pt x="1003274" y="196722"/>
                  <a:pt x="1006142" y="191733"/>
                  <a:pt x="1010798" y="189073"/>
                </a:cubicBezTo>
                <a:lnTo>
                  <a:pt x="1046800" y="168286"/>
                </a:lnTo>
                <a:cubicBezTo>
                  <a:pt x="1051415" y="165667"/>
                  <a:pt x="1057110" y="165667"/>
                  <a:pt x="1061725" y="168286"/>
                </a:cubicBezTo>
                <a:lnTo>
                  <a:pt x="1097727" y="189073"/>
                </a:lnTo>
                <a:cubicBezTo>
                  <a:pt x="1102341" y="191733"/>
                  <a:pt x="1105252" y="196722"/>
                  <a:pt x="1105252" y="202043"/>
                </a:cubicBezTo>
                <a:lnTo>
                  <a:pt x="1105252" y="243616"/>
                </a:lnTo>
                <a:cubicBezTo>
                  <a:pt x="1105252" y="248937"/>
                  <a:pt x="1102383" y="253926"/>
                  <a:pt x="1097727" y="256587"/>
                </a:cubicBezTo>
                <a:lnTo>
                  <a:pt x="1061725" y="277373"/>
                </a:lnTo>
                <a:cubicBezTo>
                  <a:pt x="1059438" y="278703"/>
                  <a:pt x="1056861" y="279368"/>
                  <a:pt x="1054283" y="279368"/>
                </a:cubicBezTo>
                <a:close/>
                <a:moveTo>
                  <a:pt x="1033248" y="234969"/>
                </a:moveTo>
                <a:lnTo>
                  <a:pt x="1054283" y="247108"/>
                </a:lnTo>
                <a:lnTo>
                  <a:pt x="1075319" y="234969"/>
                </a:lnTo>
                <a:lnTo>
                  <a:pt x="1075319" y="210690"/>
                </a:lnTo>
                <a:lnTo>
                  <a:pt x="1054283" y="198551"/>
                </a:lnTo>
                <a:lnTo>
                  <a:pt x="1033248" y="210690"/>
                </a:lnTo>
                <a:lnTo>
                  <a:pt x="1033248" y="234969"/>
                </a:lnTo>
                <a:close/>
                <a:moveTo>
                  <a:pt x="638557" y="279368"/>
                </a:moveTo>
                <a:cubicBezTo>
                  <a:pt x="607377" y="279368"/>
                  <a:pt x="582018" y="254009"/>
                  <a:pt x="582018" y="222830"/>
                </a:cubicBezTo>
                <a:cubicBezTo>
                  <a:pt x="582018" y="191650"/>
                  <a:pt x="607377" y="166291"/>
                  <a:pt x="638557" y="166291"/>
                </a:cubicBezTo>
                <a:cubicBezTo>
                  <a:pt x="669736" y="166291"/>
                  <a:pt x="695095" y="191650"/>
                  <a:pt x="695095" y="222830"/>
                </a:cubicBezTo>
                <a:cubicBezTo>
                  <a:pt x="695095" y="254009"/>
                  <a:pt x="669736" y="279368"/>
                  <a:pt x="638557" y="279368"/>
                </a:cubicBezTo>
                <a:close/>
                <a:moveTo>
                  <a:pt x="638557" y="196223"/>
                </a:moveTo>
                <a:cubicBezTo>
                  <a:pt x="623881" y="196223"/>
                  <a:pt x="611950" y="208154"/>
                  <a:pt x="611950" y="222830"/>
                </a:cubicBezTo>
                <a:cubicBezTo>
                  <a:pt x="611950" y="237505"/>
                  <a:pt x="623881" y="249436"/>
                  <a:pt x="638557" y="249436"/>
                </a:cubicBezTo>
                <a:cubicBezTo>
                  <a:pt x="653232" y="249436"/>
                  <a:pt x="665163" y="237505"/>
                  <a:pt x="665163" y="222830"/>
                </a:cubicBezTo>
                <a:cubicBezTo>
                  <a:pt x="665163" y="208154"/>
                  <a:pt x="653232" y="196223"/>
                  <a:pt x="638557" y="196223"/>
                </a:cubicBezTo>
                <a:close/>
                <a:moveTo>
                  <a:pt x="1054283" y="113078"/>
                </a:moveTo>
                <a:cubicBezTo>
                  <a:pt x="1023104" y="113078"/>
                  <a:pt x="997745" y="87718"/>
                  <a:pt x="997745" y="56539"/>
                </a:cubicBezTo>
                <a:cubicBezTo>
                  <a:pt x="997745" y="25359"/>
                  <a:pt x="1023104" y="0"/>
                  <a:pt x="1054283" y="0"/>
                </a:cubicBezTo>
                <a:cubicBezTo>
                  <a:pt x="1085463" y="0"/>
                  <a:pt x="1110822" y="25359"/>
                  <a:pt x="1110822" y="56539"/>
                </a:cubicBezTo>
                <a:cubicBezTo>
                  <a:pt x="1110822" y="87718"/>
                  <a:pt x="1085463" y="113078"/>
                  <a:pt x="1054283" y="113078"/>
                </a:cubicBezTo>
                <a:close/>
                <a:moveTo>
                  <a:pt x="1054283" y="29932"/>
                </a:moveTo>
                <a:cubicBezTo>
                  <a:pt x="1039608" y="29932"/>
                  <a:pt x="1027677" y="41864"/>
                  <a:pt x="1027677" y="56539"/>
                </a:cubicBezTo>
                <a:cubicBezTo>
                  <a:pt x="1027677" y="71214"/>
                  <a:pt x="1039608" y="83145"/>
                  <a:pt x="1054283" y="83145"/>
                </a:cubicBezTo>
                <a:cubicBezTo>
                  <a:pt x="1068959" y="83145"/>
                  <a:pt x="1080890" y="71214"/>
                  <a:pt x="1080890" y="56539"/>
                </a:cubicBezTo>
                <a:cubicBezTo>
                  <a:pt x="1080890" y="41864"/>
                  <a:pt x="1068959" y="29932"/>
                  <a:pt x="1054283" y="29932"/>
                </a:cubicBezTo>
                <a:close/>
                <a:moveTo>
                  <a:pt x="680129" y="113078"/>
                </a:moveTo>
                <a:lnTo>
                  <a:pt x="596984" y="113078"/>
                </a:lnTo>
                <a:cubicBezTo>
                  <a:pt x="588711" y="113078"/>
                  <a:pt x="582018" y="106385"/>
                  <a:pt x="582018" y="98112"/>
                </a:cubicBezTo>
                <a:lnTo>
                  <a:pt x="582018" y="14966"/>
                </a:lnTo>
                <a:cubicBezTo>
                  <a:pt x="582018" y="6693"/>
                  <a:pt x="588711" y="0"/>
                  <a:pt x="596984" y="0"/>
                </a:cubicBezTo>
                <a:lnTo>
                  <a:pt x="680129" y="0"/>
                </a:lnTo>
                <a:cubicBezTo>
                  <a:pt x="688402" y="0"/>
                  <a:pt x="695095" y="6693"/>
                  <a:pt x="695095" y="14966"/>
                </a:cubicBezTo>
                <a:lnTo>
                  <a:pt x="695095" y="98112"/>
                </a:lnTo>
                <a:cubicBezTo>
                  <a:pt x="695095" y="106385"/>
                  <a:pt x="688402" y="113078"/>
                  <a:pt x="680129" y="113078"/>
                </a:cubicBezTo>
                <a:close/>
                <a:moveTo>
                  <a:pt x="611950" y="83145"/>
                </a:moveTo>
                <a:lnTo>
                  <a:pt x="665163" y="83145"/>
                </a:lnTo>
                <a:lnTo>
                  <a:pt x="665163" y="29932"/>
                </a:lnTo>
                <a:lnTo>
                  <a:pt x="611950" y="29932"/>
                </a:lnTo>
                <a:lnTo>
                  <a:pt x="611950" y="83145"/>
                </a:lnTo>
                <a:close/>
                <a:moveTo>
                  <a:pt x="222830" y="113078"/>
                </a:moveTo>
                <a:cubicBezTo>
                  <a:pt x="191650" y="113078"/>
                  <a:pt x="166291" y="87718"/>
                  <a:pt x="166291" y="56539"/>
                </a:cubicBezTo>
                <a:cubicBezTo>
                  <a:pt x="166291" y="25359"/>
                  <a:pt x="191650" y="0"/>
                  <a:pt x="222830" y="0"/>
                </a:cubicBezTo>
                <a:cubicBezTo>
                  <a:pt x="254009" y="0"/>
                  <a:pt x="279368" y="25359"/>
                  <a:pt x="279368" y="56539"/>
                </a:cubicBezTo>
                <a:cubicBezTo>
                  <a:pt x="279368" y="87718"/>
                  <a:pt x="254009" y="113078"/>
                  <a:pt x="222830" y="113078"/>
                </a:cubicBezTo>
                <a:close/>
                <a:moveTo>
                  <a:pt x="222830" y="29932"/>
                </a:moveTo>
                <a:cubicBezTo>
                  <a:pt x="208154" y="29932"/>
                  <a:pt x="196223" y="41864"/>
                  <a:pt x="196223" y="56539"/>
                </a:cubicBezTo>
                <a:cubicBezTo>
                  <a:pt x="196223" y="71214"/>
                  <a:pt x="208154" y="83145"/>
                  <a:pt x="222830" y="83145"/>
                </a:cubicBezTo>
                <a:cubicBezTo>
                  <a:pt x="237505" y="83145"/>
                  <a:pt x="249436" y="71214"/>
                  <a:pt x="249436" y="56539"/>
                </a:cubicBezTo>
                <a:cubicBezTo>
                  <a:pt x="249436" y="41864"/>
                  <a:pt x="237505" y="29932"/>
                  <a:pt x="222830" y="29932"/>
                </a:cubicBezTo>
                <a:close/>
                <a:moveTo>
                  <a:pt x="1106457" y="732303"/>
                </a:moveTo>
                <a:lnTo>
                  <a:pt x="1085255" y="711101"/>
                </a:lnTo>
                <a:lnTo>
                  <a:pt x="887993" y="908405"/>
                </a:lnTo>
                <a:lnTo>
                  <a:pt x="815448" y="835819"/>
                </a:lnTo>
                <a:lnTo>
                  <a:pt x="794246" y="857021"/>
                </a:lnTo>
                <a:lnTo>
                  <a:pt x="887993" y="950726"/>
                </a:lnTo>
                <a:lnTo>
                  <a:pt x="1106457" y="732303"/>
                </a:lnTo>
                <a:close/>
              </a:path>
            </a:pathLst>
          </a:custGeom>
          <a:solidFill>
            <a:schemeClr val="tx1"/>
          </a:solidFill>
          <a:ln w="41374" cap="flat">
            <a:noFill/>
            <a:prstDash val="solid"/>
            <a:miter/>
          </a:ln>
        </p:spPr>
        <p:txBody>
          <a:bodyPr/>
          <a:lstStyle/>
          <a:p>
            <a:endParaRPr lang="en-US"/>
          </a:p>
        </p:txBody>
      </p:sp>
      <p:sp>
        <p:nvSpPr>
          <p:cNvPr id="39" name="Freeform 38">
            <a:extLst>
              <a:ext uri="{FF2B5EF4-FFF2-40B4-BE49-F238E27FC236}">
                <a16:creationId xmlns:a16="http://schemas.microsoft.com/office/drawing/2014/main" id="{7A4898A8-CDBD-651C-42E0-F5B952F0514A}"/>
              </a:ext>
            </a:extLst>
          </p:cNvPr>
          <p:cNvSpPr/>
          <p:nvPr/>
        </p:nvSpPr>
        <p:spPr>
          <a:xfrm>
            <a:off x="21360422" y="7714775"/>
            <a:ext cx="1193925" cy="1235540"/>
          </a:xfrm>
          <a:custGeom>
            <a:avLst/>
            <a:gdLst>
              <a:gd name="csX0" fmla="*/ 596984 w 1193925"/>
              <a:gd name="csY0" fmla="*/ 1235540 h 1235540"/>
              <a:gd name="csX1" fmla="*/ 540445 w 1193925"/>
              <a:gd name="csY1" fmla="*/ 1179001 h 1235540"/>
              <a:gd name="csX2" fmla="*/ 582018 w 1193925"/>
              <a:gd name="csY2" fmla="*/ 1124458 h 1235540"/>
              <a:gd name="csX3" fmla="*/ 582018 w 1193925"/>
              <a:gd name="csY3" fmla="*/ 433894 h 1235540"/>
              <a:gd name="csX4" fmla="*/ 366048 w 1193925"/>
              <a:gd name="csY4" fmla="*/ 1055198 h 1235540"/>
              <a:gd name="csX5" fmla="*/ 383300 w 1193925"/>
              <a:gd name="csY5" fmla="*/ 1095856 h 1235540"/>
              <a:gd name="csX6" fmla="*/ 326761 w 1193925"/>
              <a:gd name="csY6" fmla="*/ 1152395 h 1235540"/>
              <a:gd name="csX7" fmla="*/ 270222 w 1193925"/>
              <a:gd name="csY7" fmla="*/ 1095856 h 1235540"/>
              <a:gd name="csX8" fmla="*/ 326761 w 1193925"/>
              <a:gd name="csY8" fmla="*/ 1039317 h 1235540"/>
              <a:gd name="csX9" fmla="*/ 339774 w 1193925"/>
              <a:gd name="csY9" fmla="*/ 1040855 h 1235540"/>
              <a:gd name="csX10" fmla="*/ 552376 w 1193925"/>
              <a:gd name="csY10" fmla="*/ 429612 h 1235540"/>
              <a:gd name="csX11" fmla="*/ 193313 w 1193925"/>
              <a:gd name="csY11" fmla="*/ 870158 h 1235540"/>
              <a:gd name="csX12" fmla="*/ 196223 w 1193925"/>
              <a:gd name="csY12" fmla="*/ 887993 h 1235540"/>
              <a:gd name="csX13" fmla="*/ 139684 w 1193925"/>
              <a:gd name="csY13" fmla="*/ 944532 h 1235540"/>
              <a:gd name="csX14" fmla="*/ 83145 w 1193925"/>
              <a:gd name="csY14" fmla="*/ 887993 h 1235540"/>
              <a:gd name="csX15" fmla="*/ 139684 w 1193925"/>
              <a:gd name="csY15" fmla="*/ 831454 h 1235540"/>
              <a:gd name="csX16" fmla="*/ 176684 w 1193925"/>
              <a:gd name="csY16" fmla="*/ 845297 h 1235540"/>
              <a:gd name="csX17" fmla="*/ 543022 w 1193925"/>
              <a:gd name="csY17" fmla="*/ 364759 h 1235540"/>
              <a:gd name="csX18" fmla="*/ 111872 w 1193925"/>
              <a:gd name="csY18" fmla="*/ 650280 h 1235540"/>
              <a:gd name="csX19" fmla="*/ 56539 w 1193925"/>
              <a:gd name="csY19" fmla="*/ 695095 h 1235540"/>
              <a:gd name="csX20" fmla="*/ 0 w 1193925"/>
              <a:gd name="csY20" fmla="*/ 638557 h 1235540"/>
              <a:gd name="csX21" fmla="*/ 56539 w 1193925"/>
              <a:gd name="csY21" fmla="*/ 582018 h 1235540"/>
              <a:gd name="csX22" fmla="*/ 110084 w 1193925"/>
              <a:gd name="csY22" fmla="*/ 620348 h 1235540"/>
              <a:gd name="csX23" fmla="*/ 581893 w 1193925"/>
              <a:gd name="csY23" fmla="*/ 110999 h 1235540"/>
              <a:gd name="csX24" fmla="*/ 540445 w 1193925"/>
              <a:gd name="csY24" fmla="*/ 56539 h 1235540"/>
              <a:gd name="csX25" fmla="*/ 596984 w 1193925"/>
              <a:gd name="csY25" fmla="*/ 0 h 1235540"/>
              <a:gd name="csX26" fmla="*/ 653523 w 1193925"/>
              <a:gd name="csY26" fmla="*/ 56539 h 1235540"/>
              <a:gd name="csX27" fmla="*/ 612075 w 1193925"/>
              <a:gd name="csY27" fmla="*/ 111041 h 1235540"/>
              <a:gd name="csX28" fmla="*/ 1083883 w 1193925"/>
              <a:gd name="csY28" fmla="*/ 620306 h 1235540"/>
              <a:gd name="csX29" fmla="*/ 1137387 w 1193925"/>
              <a:gd name="csY29" fmla="*/ 582059 h 1235540"/>
              <a:gd name="csX30" fmla="*/ 1193926 w 1193925"/>
              <a:gd name="csY30" fmla="*/ 638598 h 1235540"/>
              <a:gd name="csX31" fmla="*/ 1137387 w 1193925"/>
              <a:gd name="csY31" fmla="*/ 695137 h 1235540"/>
              <a:gd name="csX32" fmla="*/ 1082054 w 1193925"/>
              <a:gd name="csY32" fmla="*/ 650197 h 1235540"/>
              <a:gd name="csX33" fmla="*/ 650737 w 1193925"/>
              <a:gd name="csY33" fmla="*/ 364052 h 1235540"/>
              <a:gd name="csX34" fmla="*/ 1017699 w 1193925"/>
              <a:gd name="csY34" fmla="*/ 844882 h 1235540"/>
              <a:gd name="csX35" fmla="*/ 1054242 w 1193925"/>
              <a:gd name="csY35" fmla="*/ 831454 h 1235540"/>
              <a:gd name="csX36" fmla="*/ 1110781 w 1193925"/>
              <a:gd name="csY36" fmla="*/ 887993 h 1235540"/>
              <a:gd name="csX37" fmla="*/ 1054242 w 1193925"/>
              <a:gd name="csY37" fmla="*/ 944532 h 1235540"/>
              <a:gd name="csX38" fmla="*/ 997703 w 1193925"/>
              <a:gd name="csY38" fmla="*/ 887993 h 1235540"/>
              <a:gd name="csX39" fmla="*/ 1000779 w 1193925"/>
              <a:gd name="csY39" fmla="*/ 869576 h 1235540"/>
              <a:gd name="csX40" fmla="*/ 640303 w 1193925"/>
              <a:gd name="csY40" fmla="*/ 425663 h 1235540"/>
              <a:gd name="csX41" fmla="*/ 854818 w 1193925"/>
              <a:gd name="csY41" fmla="*/ 1040689 h 1235540"/>
              <a:gd name="csX42" fmla="*/ 867165 w 1193925"/>
              <a:gd name="csY42" fmla="*/ 1039317 h 1235540"/>
              <a:gd name="csX43" fmla="*/ 923704 w 1193925"/>
              <a:gd name="csY43" fmla="*/ 1095856 h 1235540"/>
              <a:gd name="csX44" fmla="*/ 867165 w 1193925"/>
              <a:gd name="csY44" fmla="*/ 1152395 h 1235540"/>
              <a:gd name="csX45" fmla="*/ 810626 w 1193925"/>
              <a:gd name="csY45" fmla="*/ 1095856 h 1235540"/>
              <a:gd name="csX46" fmla="*/ 828419 w 1193925"/>
              <a:gd name="csY46" fmla="*/ 1054741 h 1235540"/>
              <a:gd name="csX47" fmla="*/ 611908 w 1193925"/>
              <a:gd name="csY47" fmla="*/ 437095 h 1235540"/>
              <a:gd name="csX48" fmla="*/ 611908 w 1193925"/>
              <a:gd name="csY48" fmla="*/ 1124500 h 1235540"/>
              <a:gd name="csX49" fmla="*/ 653481 w 1193925"/>
              <a:gd name="csY49" fmla="*/ 1179043 h 1235540"/>
              <a:gd name="csX50" fmla="*/ 596984 w 1193925"/>
              <a:gd name="csY50" fmla="*/ 1235540 h 1235540"/>
              <a:gd name="csX51" fmla="*/ 596984 w 1193925"/>
              <a:gd name="csY51" fmla="*/ 1152395 h 1235540"/>
              <a:gd name="csX52" fmla="*/ 570377 w 1193925"/>
              <a:gd name="csY52" fmla="*/ 1179001 h 1235540"/>
              <a:gd name="csX53" fmla="*/ 596984 w 1193925"/>
              <a:gd name="csY53" fmla="*/ 1205608 h 1235540"/>
              <a:gd name="csX54" fmla="*/ 623590 w 1193925"/>
              <a:gd name="csY54" fmla="*/ 1179001 h 1235540"/>
              <a:gd name="csX55" fmla="*/ 596984 w 1193925"/>
              <a:gd name="csY55" fmla="*/ 1152395 h 1235540"/>
              <a:gd name="csX56" fmla="*/ 867206 w 1193925"/>
              <a:gd name="csY56" fmla="*/ 1069250 h 1235540"/>
              <a:gd name="csX57" fmla="*/ 840600 w 1193925"/>
              <a:gd name="csY57" fmla="*/ 1095856 h 1235540"/>
              <a:gd name="csX58" fmla="*/ 867206 w 1193925"/>
              <a:gd name="csY58" fmla="*/ 1122463 h 1235540"/>
              <a:gd name="csX59" fmla="*/ 893813 w 1193925"/>
              <a:gd name="csY59" fmla="*/ 1095856 h 1235540"/>
              <a:gd name="csX60" fmla="*/ 867206 w 1193925"/>
              <a:gd name="csY60" fmla="*/ 1069250 h 1235540"/>
              <a:gd name="csX61" fmla="*/ 326761 w 1193925"/>
              <a:gd name="csY61" fmla="*/ 1069250 h 1235540"/>
              <a:gd name="csX62" fmla="*/ 300155 w 1193925"/>
              <a:gd name="csY62" fmla="*/ 1095856 h 1235540"/>
              <a:gd name="csX63" fmla="*/ 326761 w 1193925"/>
              <a:gd name="csY63" fmla="*/ 1122463 h 1235540"/>
              <a:gd name="csX64" fmla="*/ 353368 w 1193925"/>
              <a:gd name="csY64" fmla="*/ 1095856 h 1235540"/>
              <a:gd name="csX65" fmla="*/ 326761 w 1193925"/>
              <a:gd name="csY65" fmla="*/ 1069250 h 1235540"/>
              <a:gd name="csX66" fmla="*/ 1054283 w 1193925"/>
              <a:gd name="csY66" fmla="*/ 861386 h 1235540"/>
              <a:gd name="csX67" fmla="*/ 1027677 w 1193925"/>
              <a:gd name="csY67" fmla="*/ 887993 h 1235540"/>
              <a:gd name="csX68" fmla="*/ 1054283 w 1193925"/>
              <a:gd name="csY68" fmla="*/ 914599 h 1235540"/>
              <a:gd name="csX69" fmla="*/ 1080890 w 1193925"/>
              <a:gd name="csY69" fmla="*/ 887993 h 1235540"/>
              <a:gd name="csX70" fmla="*/ 1054283 w 1193925"/>
              <a:gd name="csY70" fmla="*/ 861386 h 1235540"/>
              <a:gd name="csX71" fmla="*/ 139684 w 1193925"/>
              <a:gd name="csY71" fmla="*/ 861386 h 1235540"/>
              <a:gd name="csX72" fmla="*/ 113078 w 1193925"/>
              <a:gd name="csY72" fmla="*/ 887993 h 1235540"/>
              <a:gd name="csX73" fmla="*/ 139684 w 1193925"/>
              <a:gd name="csY73" fmla="*/ 914599 h 1235540"/>
              <a:gd name="csX74" fmla="*/ 166291 w 1193925"/>
              <a:gd name="csY74" fmla="*/ 887993 h 1235540"/>
              <a:gd name="csX75" fmla="*/ 139684 w 1193925"/>
              <a:gd name="csY75" fmla="*/ 861386 h 1235540"/>
              <a:gd name="csX76" fmla="*/ 1137429 w 1193925"/>
              <a:gd name="csY76" fmla="*/ 611950 h 1235540"/>
              <a:gd name="csX77" fmla="*/ 1110822 w 1193925"/>
              <a:gd name="csY77" fmla="*/ 638557 h 1235540"/>
              <a:gd name="csX78" fmla="*/ 1137429 w 1193925"/>
              <a:gd name="csY78" fmla="*/ 665163 h 1235540"/>
              <a:gd name="csX79" fmla="*/ 1164035 w 1193925"/>
              <a:gd name="csY79" fmla="*/ 638557 h 1235540"/>
              <a:gd name="csX80" fmla="*/ 1137429 w 1193925"/>
              <a:gd name="csY80" fmla="*/ 611950 h 1235540"/>
              <a:gd name="csX81" fmla="*/ 56539 w 1193925"/>
              <a:gd name="csY81" fmla="*/ 611950 h 1235540"/>
              <a:gd name="csX82" fmla="*/ 29932 w 1193925"/>
              <a:gd name="csY82" fmla="*/ 638557 h 1235540"/>
              <a:gd name="csX83" fmla="*/ 56539 w 1193925"/>
              <a:gd name="csY83" fmla="*/ 665163 h 1235540"/>
              <a:gd name="csX84" fmla="*/ 83145 w 1193925"/>
              <a:gd name="csY84" fmla="*/ 638557 h 1235540"/>
              <a:gd name="csX85" fmla="*/ 56539 w 1193925"/>
              <a:gd name="csY85" fmla="*/ 611950 h 1235540"/>
              <a:gd name="csX86" fmla="*/ 596984 w 1193925"/>
              <a:gd name="csY86" fmla="*/ 29932 h 1235540"/>
              <a:gd name="csX87" fmla="*/ 570377 w 1193925"/>
              <a:gd name="csY87" fmla="*/ 56539 h 1235540"/>
              <a:gd name="csX88" fmla="*/ 596984 w 1193925"/>
              <a:gd name="csY88" fmla="*/ 83145 h 1235540"/>
              <a:gd name="csX89" fmla="*/ 623590 w 1193925"/>
              <a:gd name="csY89" fmla="*/ 56539 h 1235540"/>
              <a:gd name="csX90" fmla="*/ 596984 w 1193925"/>
              <a:gd name="csY90" fmla="*/ 29932 h 12355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1193925" h="1235540">
                <a:moveTo>
                  <a:pt x="596984" y="1235540"/>
                </a:moveTo>
                <a:cubicBezTo>
                  <a:pt x="565804" y="1235540"/>
                  <a:pt x="540445" y="1210181"/>
                  <a:pt x="540445" y="1179001"/>
                </a:cubicBezTo>
                <a:cubicBezTo>
                  <a:pt x="540445" y="1153019"/>
                  <a:pt x="558072" y="1131068"/>
                  <a:pt x="582018" y="1124458"/>
                </a:cubicBezTo>
                <a:lnTo>
                  <a:pt x="582018" y="433894"/>
                </a:lnTo>
                <a:cubicBezTo>
                  <a:pt x="544311" y="646414"/>
                  <a:pt x="471476" y="856772"/>
                  <a:pt x="366048" y="1055198"/>
                </a:cubicBezTo>
                <a:cubicBezTo>
                  <a:pt x="376690" y="1065508"/>
                  <a:pt x="383300" y="1079892"/>
                  <a:pt x="383300" y="1095856"/>
                </a:cubicBezTo>
                <a:cubicBezTo>
                  <a:pt x="383300" y="1127036"/>
                  <a:pt x="357941" y="1152395"/>
                  <a:pt x="326761" y="1152395"/>
                </a:cubicBezTo>
                <a:cubicBezTo>
                  <a:pt x="295582" y="1152395"/>
                  <a:pt x="270222" y="1127036"/>
                  <a:pt x="270222" y="1095856"/>
                </a:cubicBezTo>
                <a:cubicBezTo>
                  <a:pt x="270222" y="1064677"/>
                  <a:pt x="295582" y="1039317"/>
                  <a:pt x="326761" y="1039317"/>
                </a:cubicBezTo>
                <a:cubicBezTo>
                  <a:pt x="331251" y="1039317"/>
                  <a:pt x="335575" y="1039858"/>
                  <a:pt x="339774" y="1040855"/>
                </a:cubicBezTo>
                <a:cubicBezTo>
                  <a:pt x="443497" y="845588"/>
                  <a:pt x="515210" y="638640"/>
                  <a:pt x="552376" y="429612"/>
                </a:cubicBezTo>
                <a:cubicBezTo>
                  <a:pt x="486026" y="602264"/>
                  <a:pt x="365133" y="751426"/>
                  <a:pt x="193313" y="870158"/>
                </a:cubicBezTo>
                <a:cubicBezTo>
                  <a:pt x="195184" y="875770"/>
                  <a:pt x="196223" y="881798"/>
                  <a:pt x="196223" y="887993"/>
                </a:cubicBezTo>
                <a:cubicBezTo>
                  <a:pt x="196223" y="919172"/>
                  <a:pt x="170864" y="944532"/>
                  <a:pt x="139684" y="944532"/>
                </a:cubicBezTo>
                <a:cubicBezTo>
                  <a:pt x="108505" y="944532"/>
                  <a:pt x="83145" y="919172"/>
                  <a:pt x="83145" y="887993"/>
                </a:cubicBezTo>
                <a:cubicBezTo>
                  <a:pt x="83145" y="856813"/>
                  <a:pt x="108505" y="831454"/>
                  <a:pt x="139684" y="831454"/>
                </a:cubicBezTo>
                <a:cubicBezTo>
                  <a:pt x="153819" y="831454"/>
                  <a:pt x="166748" y="836692"/>
                  <a:pt x="176684" y="845297"/>
                </a:cubicBezTo>
                <a:cubicBezTo>
                  <a:pt x="360685" y="718002"/>
                  <a:pt x="484447" y="554788"/>
                  <a:pt x="543022" y="364759"/>
                </a:cubicBezTo>
                <a:cubicBezTo>
                  <a:pt x="456967" y="520407"/>
                  <a:pt x="298159" y="631822"/>
                  <a:pt x="111872" y="650280"/>
                </a:cubicBezTo>
                <a:cubicBezTo>
                  <a:pt x="106468" y="675847"/>
                  <a:pt x="83686" y="695095"/>
                  <a:pt x="56539" y="695095"/>
                </a:cubicBezTo>
                <a:cubicBezTo>
                  <a:pt x="25359" y="695095"/>
                  <a:pt x="0" y="669736"/>
                  <a:pt x="0" y="638557"/>
                </a:cubicBezTo>
                <a:cubicBezTo>
                  <a:pt x="0" y="607377"/>
                  <a:pt x="25359" y="582018"/>
                  <a:pt x="56539" y="582018"/>
                </a:cubicBezTo>
                <a:cubicBezTo>
                  <a:pt x="81358" y="582018"/>
                  <a:pt x="102477" y="598065"/>
                  <a:pt x="110084" y="620348"/>
                </a:cubicBezTo>
                <a:cubicBezTo>
                  <a:pt x="371577" y="593866"/>
                  <a:pt x="575366" y="373863"/>
                  <a:pt x="581893" y="110999"/>
                </a:cubicBezTo>
                <a:cubicBezTo>
                  <a:pt x="557989" y="104389"/>
                  <a:pt x="540445" y="82480"/>
                  <a:pt x="540445" y="56539"/>
                </a:cubicBezTo>
                <a:cubicBezTo>
                  <a:pt x="540445" y="25359"/>
                  <a:pt x="565804" y="0"/>
                  <a:pt x="596984" y="0"/>
                </a:cubicBezTo>
                <a:cubicBezTo>
                  <a:pt x="628163" y="0"/>
                  <a:pt x="653523" y="25359"/>
                  <a:pt x="653523" y="56539"/>
                </a:cubicBezTo>
                <a:cubicBezTo>
                  <a:pt x="653523" y="82480"/>
                  <a:pt x="635937" y="104389"/>
                  <a:pt x="612075" y="111041"/>
                </a:cubicBezTo>
                <a:cubicBezTo>
                  <a:pt x="618560" y="373406"/>
                  <a:pt x="822391" y="593367"/>
                  <a:pt x="1083883" y="620306"/>
                </a:cubicBezTo>
                <a:cubicBezTo>
                  <a:pt x="1091533" y="598065"/>
                  <a:pt x="1112610" y="582059"/>
                  <a:pt x="1137387" y="582059"/>
                </a:cubicBezTo>
                <a:cubicBezTo>
                  <a:pt x="1168567" y="582059"/>
                  <a:pt x="1193926" y="607419"/>
                  <a:pt x="1193926" y="638598"/>
                </a:cubicBezTo>
                <a:cubicBezTo>
                  <a:pt x="1193926" y="669778"/>
                  <a:pt x="1168567" y="695137"/>
                  <a:pt x="1137387" y="695137"/>
                </a:cubicBezTo>
                <a:cubicBezTo>
                  <a:pt x="1110199" y="695137"/>
                  <a:pt x="1087417" y="675847"/>
                  <a:pt x="1082054" y="650197"/>
                </a:cubicBezTo>
                <a:cubicBezTo>
                  <a:pt x="895642" y="631364"/>
                  <a:pt x="736751" y="519742"/>
                  <a:pt x="650737" y="364052"/>
                </a:cubicBezTo>
                <a:cubicBezTo>
                  <a:pt x="721743" y="594074"/>
                  <a:pt x="878098" y="748059"/>
                  <a:pt x="1017699" y="844882"/>
                </a:cubicBezTo>
                <a:cubicBezTo>
                  <a:pt x="1027552" y="836526"/>
                  <a:pt x="1040315" y="831454"/>
                  <a:pt x="1054242" y="831454"/>
                </a:cubicBezTo>
                <a:cubicBezTo>
                  <a:pt x="1085421" y="831454"/>
                  <a:pt x="1110781" y="856813"/>
                  <a:pt x="1110781" y="887993"/>
                </a:cubicBezTo>
                <a:cubicBezTo>
                  <a:pt x="1110781" y="919172"/>
                  <a:pt x="1085421" y="944532"/>
                  <a:pt x="1054242" y="944532"/>
                </a:cubicBezTo>
                <a:cubicBezTo>
                  <a:pt x="1023062" y="944532"/>
                  <a:pt x="997703" y="919172"/>
                  <a:pt x="997703" y="887993"/>
                </a:cubicBezTo>
                <a:cubicBezTo>
                  <a:pt x="997703" y="881549"/>
                  <a:pt x="998784" y="875313"/>
                  <a:pt x="1000779" y="869576"/>
                </a:cubicBezTo>
                <a:cubicBezTo>
                  <a:pt x="827837" y="749805"/>
                  <a:pt x="706362" y="599478"/>
                  <a:pt x="640303" y="425663"/>
                </a:cubicBezTo>
                <a:cubicBezTo>
                  <a:pt x="676845" y="635148"/>
                  <a:pt x="748558" y="840974"/>
                  <a:pt x="854818" y="1040689"/>
                </a:cubicBezTo>
                <a:cubicBezTo>
                  <a:pt x="858809" y="1039816"/>
                  <a:pt x="862924" y="1039317"/>
                  <a:pt x="867165" y="1039317"/>
                </a:cubicBezTo>
                <a:cubicBezTo>
                  <a:pt x="898344" y="1039317"/>
                  <a:pt x="923704" y="1064677"/>
                  <a:pt x="923704" y="1095856"/>
                </a:cubicBezTo>
                <a:cubicBezTo>
                  <a:pt x="923704" y="1127036"/>
                  <a:pt x="898344" y="1152395"/>
                  <a:pt x="867165" y="1152395"/>
                </a:cubicBezTo>
                <a:cubicBezTo>
                  <a:pt x="835985" y="1152395"/>
                  <a:pt x="810626" y="1127036"/>
                  <a:pt x="810626" y="1095856"/>
                </a:cubicBezTo>
                <a:cubicBezTo>
                  <a:pt x="810626" y="1079643"/>
                  <a:pt x="817485" y="1065051"/>
                  <a:pt x="828419" y="1054741"/>
                </a:cubicBezTo>
                <a:cubicBezTo>
                  <a:pt x="721743" y="854194"/>
                  <a:pt x="649324" y="647536"/>
                  <a:pt x="611908" y="437095"/>
                </a:cubicBezTo>
                <a:lnTo>
                  <a:pt x="611908" y="1124500"/>
                </a:lnTo>
                <a:cubicBezTo>
                  <a:pt x="635854" y="1131068"/>
                  <a:pt x="653481" y="1153060"/>
                  <a:pt x="653481" y="1179043"/>
                </a:cubicBezTo>
                <a:cubicBezTo>
                  <a:pt x="653523" y="1210181"/>
                  <a:pt x="628163" y="1235540"/>
                  <a:pt x="596984" y="1235540"/>
                </a:cubicBezTo>
                <a:close/>
                <a:moveTo>
                  <a:pt x="596984" y="1152395"/>
                </a:moveTo>
                <a:cubicBezTo>
                  <a:pt x="582309" y="1152395"/>
                  <a:pt x="570377" y="1164326"/>
                  <a:pt x="570377" y="1179001"/>
                </a:cubicBezTo>
                <a:cubicBezTo>
                  <a:pt x="570377" y="1193677"/>
                  <a:pt x="582309" y="1205608"/>
                  <a:pt x="596984" y="1205608"/>
                </a:cubicBezTo>
                <a:cubicBezTo>
                  <a:pt x="611659" y="1205608"/>
                  <a:pt x="623590" y="1193677"/>
                  <a:pt x="623590" y="1179001"/>
                </a:cubicBezTo>
                <a:cubicBezTo>
                  <a:pt x="623590" y="1164326"/>
                  <a:pt x="611659" y="1152395"/>
                  <a:pt x="596984" y="1152395"/>
                </a:cubicBezTo>
                <a:close/>
                <a:moveTo>
                  <a:pt x="867206" y="1069250"/>
                </a:moveTo>
                <a:cubicBezTo>
                  <a:pt x="852531" y="1069250"/>
                  <a:pt x="840600" y="1081181"/>
                  <a:pt x="840600" y="1095856"/>
                </a:cubicBezTo>
                <a:cubicBezTo>
                  <a:pt x="840600" y="1110531"/>
                  <a:pt x="852531" y="1122463"/>
                  <a:pt x="867206" y="1122463"/>
                </a:cubicBezTo>
                <a:cubicBezTo>
                  <a:pt x="881881" y="1122463"/>
                  <a:pt x="893813" y="1110531"/>
                  <a:pt x="893813" y="1095856"/>
                </a:cubicBezTo>
                <a:cubicBezTo>
                  <a:pt x="893813" y="1081181"/>
                  <a:pt x="881881" y="1069250"/>
                  <a:pt x="867206" y="1069250"/>
                </a:cubicBezTo>
                <a:close/>
                <a:moveTo>
                  <a:pt x="326761" y="1069250"/>
                </a:moveTo>
                <a:cubicBezTo>
                  <a:pt x="312086" y="1069250"/>
                  <a:pt x="300155" y="1081181"/>
                  <a:pt x="300155" y="1095856"/>
                </a:cubicBezTo>
                <a:cubicBezTo>
                  <a:pt x="300155" y="1110531"/>
                  <a:pt x="312086" y="1122463"/>
                  <a:pt x="326761" y="1122463"/>
                </a:cubicBezTo>
                <a:cubicBezTo>
                  <a:pt x="341436" y="1122463"/>
                  <a:pt x="353368" y="1110531"/>
                  <a:pt x="353368" y="1095856"/>
                </a:cubicBezTo>
                <a:cubicBezTo>
                  <a:pt x="353368" y="1081181"/>
                  <a:pt x="341436" y="1069250"/>
                  <a:pt x="326761" y="1069250"/>
                </a:cubicBezTo>
                <a:close/>
                <a:moveTo>
                  <a:pt x="1054283" y="861386"/>
                </a:moveTo>
                <a:cubicBezTo>
                  <a:pt x="1039608" y="861386"/>
                  <a:pt x="1027677" y="873317"/>
                  <a:pt x="1027677" y="887993"/>
                </a:cubicBezTo>
                <a:cubicBezTo>
                  <a:pt x="1027677" y="902668"/>
                  <a:pt x="1039608" y="914599"/>
                  <a:pt x="1054283" y="914599"/>
                </a:cubicBezTo>
                <a:cubicBezTo>
                  <a:pt x="1068959" y="914599"/>
                  <a:pt x="1080890" y="902668"/>
                  <a:pt x="1080890" y="887993"/>
                </a:cubicBezTo>
                <a:cubicBezTo>
                  <a:pt x="1080890" y="873317"/>
                  <a:pt x="1068959" y="861386"/>
                  <a:pt x="1054283" y="861386"/>
                </a:cubicBezTo>
                <a:close/>
                <a:moveTo>
                  <a:pt x="139684" y="861386"/>
                </a:moveTo>
                <a:cubicBezTo>
                  <a:pt x="125009" y="861386"/>
                  <a:pt x="113078" y="873317"/>
                  <a:pt x="113078" y="887993"/>
                </a:cubicBezTo>
                <a:cubicBezTo>
                  <a:pt x="113078" y="902668"/>
                  <a:pt x="125009" y="914599"/>
                  <a:pt x="139684" y="914599"/>
                </a:cubicBezTo>
                <a:cubicBezTo>
                  <a:pt x="154359" y="914599"/>
                  <a:pt x="166291" y="902668"/>
                  <a:pt x="166291" y="887993"/>
                </a:cubicBezTo>
                <a:cubicBezTo>
                  <a:pt x="166291" y="873317"/>
                  <a:pt x="154359" y="861386"/>
                  <a:pt x="139684" y="861386"/>
                </a:cubicBezTo>
                <a:close/>
                <a:moveTo>
                  <a:pt x="1137429" y="611950"/>
                </a:moveTo>
                <a:cubicBezTo>
                  <a:pt x="1122754" y="611950"/>
                  <a:pt x="1110822" y="623881"/>
                  <a:pt x="1110822" y="638557"/>
                </a:cubicBezTo>
                <a:cubicBezTo>
                  <a:pt x="1110822" y="653232"/>
                  <a:pt x="1122754" y="665163"/>
                  <a:pt x="1137429" y="665163"/>
                </a:cubicBezTo>
                <a:cubicBezTo>
                  <a:pt x="1152104" y="665163"/>
                  <a:pt x="1164035" y="653232"/>
                  <a:pt x="1164035" y="638557"/>
                </a:cubicBezTo>
                <a:cubicBezTo>
                  <a:pt x="1164035" y="623881"/>
                  <a:pt x="1152104" y="611950"/>
                  <a:pt x="1137429" y="611950"/>
                </a:cubicBezTo>
                <a:close/>
                <a:moveTo>
                  <a:pt x="56539" y="611950"/>
                </a:moveTo>
                <a:cubicBezTo>
                  <a:pt x="41864" y="611950"/>
                  <a:pt x="29932" y="623881"/>
                  <a:pt x="29932" y="638557"/>
                </a:cubicBezTo>
                <a:cubicBezTo>
                  <a:pt x="29932" y="653232"/>
                  <a:pt x="41864" y="665163"/>
                  <a:pt x="56539" y="665163"/>
                </a:cubicBezTo>
                <a:cubicBezTo>
                  <a:pt x="71214" y="665163"/>
                  <a:pt x="83145" y="653232"/>
                  <a:pt x="83145" y="638557"/>
                </a:cubicBezTo>
                <a:cubicBezTo>
                  <a:pt x="83145" y="623881"/>
                  <a:pt x="71214" y="611950"/>
                  <a:pt x="56539" y="611950"/>
                </a:cubicBezTo>
                <a:close/>
                <a:moveTo>
                  <a:pt x="596984" y="29932"/>
                </a:moveTo>
                <a:cubicBezTo>
                  <a:pt x="582309" y="29932"/>
                  <a:pt x="570377" y="41864"/>
                  <a:pt x="570377" y="56539"/>
                </a:cubicBezTo>
                <a:cubicBezTo>
                  <a:pt x="570377" y="71214"/>
                  <a:pt x="582309" y="83145"/>
                  <a:pt x="596984" y="83145"/>
                </a:cubicBezTo>
                <a:cubicBezTo>
                  <a:pt x="611659" y="83145"/>
                  <a:pt x="623590" y="71214"/>
                  <a:pt x="623590" y="56539"/>
                </a:cubicBezTo>
                <a:cubicBezTo>
                  <a:pt x="623590" y="41864"/>
                  <a:pt x="611659" y="29932"/>
                  <a:pt x="596984" y="29932"/>
                </a:cubicBezTo>
                <a:close/>
              </a:path>
            </a:pathLst>
          </a:custGeom>
          <a:solidFill>
            <a:schemeClr val="tx1"/>
          </a:solidFill>
          <a:ln w="41374" cap="flat">
            <a:noFill/>
            <a:prstDash val="solid"/>
            <a:miter/>
          </a:ln>
        </p:spPr>
        <p:txBody>
          <a:bodyPr/>
          <a:lstStyle/>
          <a:p>
            <a:endParaRPr lang="en-US"/>
          </a:p>
        </p:txBody>
      </p:sp>
      <p:sp>
        <p:nvSpPr>
          <p:cNvPr id="42" name="Freeform 41">
            <a:extLst>
              <a:ext uri="{FF2B5EF4-FFF2-40B4-BE49-F238E27FC236}">
                <a16:creationId xmlns:a16="http://schemas.microsoft.com/office/drawing/2014/main" id="{E590B886-D237-80E1-37A1-2585409E90EC}"/>
              </a:ext>
            </a:extLst>
          </p:cNvPr>
          <p:cNvSpPr/>
          <p:nvPr/>
        </p:nvSpPr>
        <p:spPr>
          <a:xfrm>
            <a:off x="16428667" y="7693989"/>
            <a:ext cx="1277112" cy="1277112"/>
          </a:xfrm>
          <a:custGeom>
            <a:avLst/>
            <a:gdLst>
              <a:gd name="csX0" fmla="*/ 638557 w 1277112"/>
              <a:gd name="csY0" fmla="*/ 1277113 h 1277112"/>
              <a:gd name="csX1" fmla="*/ 0 w 1277112"/>
              <a:gd name="csY1" fmla="*/ 638557 h 1277112"/>
              <a:gd name="csX2" fmla="*/ 638557 w 1277112"/>
              <a:gd name="csY2" fmla="*/ 0 h 1277112"/>
              <a:gd name="csX3" fmla="*/ 1277113 w 1277112"/>
              <a:gd name="csY3" fmla="*/ 638557 h 1277112"/>
              <a:gd name="csX4" fmla="*/ 638557 w 1277112"/>
              <a:gd name="csY4" fmla="*/ 1277113 h 1277112"/>
              <a:gd name="csX5" fmla="*/ 612989 w 1277112"/>
              <a:gd name="csY5" fmla="*/ 1246640 h 1277112"/>
              <a:gd name="csX6" fmla="*/ 638557 w 1277112"/>
              <a:gd name="csY6" fmla="*/ 1247181 h 1277112"/>
              <a:gd name="csX7" fmla="*/ 1122463 w 1277112"/>
              <a:gd name="csY7" fmla="*/ 1007306 h 1277112"/>
              <a:gd name="csX8" fmla="*/ 1122463 w 1277112"/>
              <a:gd name="csY8" fmla="*/ 472598 h 1277112"/>
              <a:gd name="csX9" fmla="*/ 1152437 w 1277112"/>
              <a:gd name="csY9" fmla="*/ 472598 h 1277112"/>
              <a:gd name="csX10" fmla="*/ 1152437 w 1277112"/>
              <a:gd name="csY10" fmla="*/ 964445 h 1277112"/>
              <a:gd name="csX11" fmla="*/ 1247181 w 1277112"/>
              <a:gd name="csY11" fmla="*/ 638557 h 1277112"/>
              <a:gd name="csX12" fmla="*/ 1200204 w 1277112"/>
              <a:gd name="csY12" fmla="*/ 404045 h 1277112"/>
              <a:gd name="csX13" fmla="*/ 736793 w 1277112"/>
              <a:gd name="csY13" fmla="*/ 136525 h 1277112"/>
              <a:gd name="csX14" fmla="*/ 751759 w 1277112"/>
              <a:gd name="csY14" fmla="*/ 110583 h 1277112"/>
              <a:gd name="csX15" fmla="*/ 1177837 w 1277112"/>
              <a:gd name="csY15" fmla="*/ 356569 h 1277112"/>
              <a:gd name="csX16" fmla="*/ 716339 w 1277112"/>
              <a:gd name="csY16" fmla="*/ 34879 h 1277112"/>
              <a:gd name="csX17" fmla="*/ 252887 w 1277112"/>
              <a:gd name="csY17" fmla="*/ 302483 h 1277112"/>
              <a:gd name="csX18" fmla="*/ 237920 w 1277112"/>
              <a:gd name="csY18" fmla="*/ 276542 h 1277112"/>
              <a:gd name="csX19" fmla="*/ 664124 w 1277112"/>
              <a:gd name="csY19" fmla="*/ 30473 h 1277112"/>
              <a:gd name="csX20" fmla="*/ 638557 w 1277112"/>
              <a:gd name="csY20" fmla="*/ 29932 h 1277112"/>
              <a:gd name="csX21" fmla="*/ 154650 w 1277112"/>
              <a:gd name="csY21" fmla="*/ 269848 h 1277112"/>
              <a:gd name="csX22" fmla="*/ 154650 w 1277112"/>
              <a:gd name="csY22" fmla="*/ 804556 h 1277112"/>
              <a:gd name="csX23" fmla="*/ 124718 w 1277112"/>
              <a:gd name="csY23" fmla="*/ 804556 h 1277112"/>
              <a:gd name="csX24" fmla="*/ 124718 w 1277112"/>
              <a:gd name="csY24" fmla="*/ 312668 h 1277112"/>
              <a:gd name="csX25" fmla="*/ 29932 w 1277112"/>
              <a:gd name="csY25" fmla="*/ 638557 h 1277112"/>
              <a:gd name="csX26" fmla="*/ 76909 w 1277112"/>
              <a:gd name="csY26" fmla="*/ 873068 h 1277112"/>
              <a:gd name="csX27" fmla="*/ 540320 w 1277112"/>
              <a:gd name="csY27" fmla="*/ 1140630 h 1277112"/>
              <a:gd name="csX28" fmla="*/ 525354 w 1277112"/>
              <a:gd name="csY28" fmla="*/ 1166530 h 1277112"/>
              <a:gd name="csX29" fmla="*/ 99276 w 1277112"/>
              <a:gd name="csY29" fmla="*/ 920502 h 1277112"/>
              <a:gd name="csX30" fmla="*/ 560774 w 1277112"/>
              <a:gd name="csY30" fmla="*/ 1242234 h 1277112"/>
              <a:gd name="csX31" fmla="*/ 1024226 w 1277112"/>
              <a:gd name="csY31" fmla="*/ 974630 h 1277112"/>
              <a:gd name="csX32" fmla="*/ 1039151 w 1277112"/>
              <a:gd name="csY32" fmla="*/ 1000530 h 1277112"/>
              <a:gd name="csX33" fmla="*/ 612989 w 1277112"/>
              <a:gd name="csY33" fmla="*/ 1246640 h 1277112"/>
              <a:gd name="csX34" fmla="*/ 417099 w 1277112"/>
              <a:gd name="csY34" fmla="*/ 874523 h 1277112"/>
              <a:gd name="csX35" fmla="*/ 331958 w 1277112"/>
              <a:gd name="csY35" fmla="*/ 825467 h 1277112"/>
              <a:gd name="csX36" fmla="*/ 331958 w 1277112"/>
              <a:gd name="csY36" fmla="*/ 825467 h 1277112"/>
              <a:gd name="csX37" fmla="*/ 322271 w 1277112"/>
              <a:gd name="csY37" fmla="*/ 751094 h 1277112"/>
              <a:gd name="csX38" fmla="*/ 367877 w 1277112"/>
              <a:gd name="csY38" fmla="*/ 691479 h 1277112"/>
              <a:gd name="csX39" fmla="*/ 595903 w 1277112"/>
              <a:gd name="csY39" fmla="*/ 559818 h 1277112"/>
              <a:gd name="csX40" fmla="*/ 686365 w 1277112"/>
              <a:gd name="csY40" fmla="*/ 411611 h 1277112"/>
              <a:gd name="csX41" fmla="*/ 906326 w 1277112"/>
              <a:gd name="csY41" fmla="*/ 441585 h 1277112"/>
              <a:gd name="csX42" fmla="*/ 910483 w 1277112"/>
              <a:gd name="csY42" fmla="*/ 454098 h 1277112"/>
              <a:gd name="csX43" fmla="*/ 903125 w 1277112"/>
              <a:gd name="csY43" fmla="*/ 465032 h 1277112"/>
              <a:gd name="csX44" fmla="*/ 763690 w 1277112"/>
              <a:gd name="csY44" fmla="*/ 545558 h 1277112"/>
              <a:gd name="csX45" fmla="*/ 753962 w 1277112"/>
              <a:gd name="csY45" fmla="*/ 581934 h 1277112"/>
              <a:gd name="csX46" fmla="*/ 790338 w 1277112"/>
              <a:gd name="csY46" fmla="*/ 591663 h 1277112"/>
              <a:gd name="csX47" fmla="*/ 929773 w 1277112"/>
              <a:gd name="csY47" fmla="*/ 511136 h 1277112"/>
              <a:gd name="csX48" fmla="*/ 942869 w 1277112"/>
              <a:gd name="csY48" fmla="*/ 510222 h 1277112"/>
              <a:gd name="csX49" fmla="*/ 951640 w 1277112"/>
              <a:gd name="csY49" fmla="*/ 520074 h 1277112"/>
              <a:gd name="csX50" fmla="*/ 867622 w 1277112"/>
              <a:gd name="csY50" fmla="*/ 725568 h 1277112"/>
              <a:gd name="csX51" fmla="*/ 694014 w 1277112"/>
              <a:gd name="csY51" fmla="*/ 729850 h 1277112"/>
              <a:gd name="csX52" fmla="*/ 466030 w 1277112"/>
              <a:gd name="csY52" fmla="*/ 861469 h 1277112"/>
              <a:gd name="csX53" fmla="*/ 417099 w 1277112"/>
              <a:gd name="csY53" fmla="*/ 874523 h 1277112"/>
              <a:gd name="csX54" fmla="*/ 776994 w 1277112"/>
              <a:gd name="csY54" fmla="*/ 417182 h 1277112"/>
              <a:gd name="csX55" fmla="*/ 701290 w 1277112"/>
              <a:gd name="csY55" fmla="*/ 437511 h 1277112"/>
              <a:gd name="csX56" fmla="*/ 625586 w 1277112"/>
              <a:gd name="csY56" fmla="*/ 568590 h 1277112"/>
              <a:gd name="csX57" fmla="*/ 618103 w 1277112"/>
              <a:gd name="csY57" fmla="*/ 581519 h 1277112"/>
              <a:gd name="csX58" fmla="*/ 382843 w 1277112"/>
              <a:gd name="csY58" fmla="*/ 717378 h 1277112"/>
              <a:gd name="csX59" fmla="*/ 351165 w 1277112"/>
              <a:gd name="csY59" fmla="*/ 758785 h 1277112"/>
              <a:gd name="csX60" fmla="*/ 357858 w 1277112"/>
              <a:gd name="csY60" fmla="*/ 810501 h 1277112"/>
              <a:gd name="csX61" fmla="*/ 357858 w 1277112"/>
              <a:gd name="csY61" fmla="*/ 810501 h 1277112"/>
              <a:gd name="csX62" fmla="*/ 451022 w 1277112"/>
              <a:gd name="csY62" fmla="*/ 835486 h 1277112"/>
              <a:gd name="csX63" fmla="*/ 686324 w 1277112"/>
              <a:gd name="csY63" fmla="*/ 699627 h 1277112"/>
              <a:gd name="csX64" fmla="*/ 701248 w 1277112"/>
              <a:gd name="csY64" fmla="*/ 699627 h 1277112"/>
              <a:gd name="csX65" fmla="*/ 852656 w 1277112"/>
              <a:gd name="csY65" fmla="*/ 699585 h 1277112"/>
              <a:gd name="csX66" fmla="*/ 926863 w 1277112"/>
              <a:gd name="csY66" fmla="*/ 547263 h 1277112"/>
              <a:gd name="csX67" fmla="*/ 805221 w 1277112"/>
              <a:gd name="csY67" fmla="*/ 617479 h 1277112"/>
              <a:gd name="csX68" fmla="*/ 728021 w 1277112"/>
              <a:gd name="csY68" fmla="*/ 596776 h 1277112"/>
              <a:gd name="csX69" fmla="*/ 748724 w 1277112"/>
              <a:gd name="csY69" fmla="*/ 519534 h 1277112"/>
              <a:gd name="csX70" fmla="*/ 870324 w 1277112"/>
              <a:gd name="csY70" fmla="*/ 449318 h 1277112"/>
              <a:gd name="csX71" fmla="*/ 776994 w 1277112"/>
              <a:gd name="csY71" fmla="*/ 417182 h 1277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1277112" h="1277112">
                <a:moveTo>
                  <a:pt x="638557" y="1277113"/>
                </a:moveTo>
                <a:cubicBezTo>
                  <a:pt x="286436" y="1277113"/>
                  <a:pt x="0" y="990677"/>
                  <a:pt x="0" y="638557"/>
                </a:cubicBezTo>
                <a:cubicBezTo>
                  <a:pt x="0" y="286436"/>
                  <a:pt x="286436" y="0"/>
                  <a:pt x="638557" y="0"/>
                </a:cubicBezTo>
                <a:cubicBezTo>
                  <a:pt x="990677" y="0"/>
                  <a:pt x="1277113" y="286436"/>
                  <a:pt x="1277113" y="638557"/>
                </a:cubicBezTo>
                <a:cubicBezTo>
                  <a:pt x="1277113" y="990677"/>
                  <a:pt x="990677" y="1277113"/>
                  <a:pt x="638557" y="1277113"/>
                </a:cubicBezTo>
                <a:close/>
                <a:moveTo>
                  <a:pt x="612989" y="1246640"/>
                </a:moveTo>
                <a:cubicBezTo>
                  <a:pt x="621470" y="1247014"/>
                  <a:pt x="629993" y="1247181"/>
                  <a:pt x="638557" y="1247181"/>
                </a:cubicBezTo>
                <a:cubicBezTo>
                  <a:pt x="835653" y="1247181"/>
                  <a:pt x="1011172" y="1153019"/>
                  <a:pt x="1122463" y="1007306"/>
                </a:cubicBezTo>
                <a:lnTo>
                  <a:pt x="1122463" y="472598"/>
                </a:lnTo>
                <a:lnTo>
                  <a:pt x="1152437" y="472598"/>
                </a:lnTo>
                <a:lnTo>
                  <a:pt x="1152437" y="964445"/>
                </a:lnTo>
                <a:cubicBezTo>
                  <a:pt x="1212384" y="870158"/>
                  <a:pt x="1247181" y="758369"/>
                  <a:pt x="1247181" y="638557"/>
                </a:cubicBezTo>
                <a:cubicBezTo>
                  <a:pt x="1247181" y="555453"/>
                  <a:pt x="1230469" y="476257"/>
                  <a:pt x="1200204" y="404045"/>
                </a:cubicBezTo>
                <a:lnTo>
                  <a:pt x="736793" y="136525"/>
                </a:lnTo>
                <a:lnTo>
                  <a:pt x="751759" y="110583"/>
                </a:lnTo>
                <a:lnTo>
                  <a:pt x="1177837" y="356569"/>
                </a:lnTo>
                <a:cubicBezTo>
                  <a:pt x="1087458" y="184416"/>
                  <a:pt x="917052" y="60613"/>
                  <a:pt x="716339" y="34879"/>
                </a:cubicBezTo>
                <a:lnTo>
                  <a:pt x="252887" y="302483"/>
                </a:lnTo>
                <a:lnTo>
                  <a:pt x="237920" y="276542"/>
                </a:lnTo>
                <a:lnTo>
                  <a:pt x="664124" y="30473"/>
                </a:lnTo>
                <a:cubicBezTo>
                  <a:pt x="655684" y="30099"/>
                  <a:pt x="647120" y="29932"/>
                  <a:pt x="638557" y="29932"/>
                </a:cubicBezTo>
                <a:cubicBezTo>
                  <a:pt x="441460" y="29932"/>
                  <a:pt x="265941" y="124136"/>
                  <a:pt x="154650" y="269848"/>
                </a:cubicBezTo>
                <a:lnTo>
                  <a:pt x="154650" y="804556"/>
                </a:lnTo>
                <a:lnTo>
                  <a:pt x="124718" y="804556"/>
                </a:lnTo>
                <a:lnTo>
                  <a:pt x="124718" y="312668"/>
                </a:lnTo>
                <a:cubicBezTo>
                  <a:pt x="64729" y="406955"/>
                  <a:pt x="29932" y="518786"/>
                  <a:pt x="29932" y="638557"/>
                </a:cubicBezTo>
                <a:cubicBezTo>
                  <a:pt x="29932" y="721619"/>
                  <a:pt x="46645" y="800815"/>
                  <a:pt x="76909" y="873068"/>
                </a:cubicBezTo>
                <a:lnTo>
                  <a:pt x="540320" y="1140630"/>
                </a:lnTo>
                <a:lnTo>
                  <a:pt x="525354" y="1166530"/>
                </a:lnTo>
                <a:lnTo>
                  <a:pt x="99276" y="920502"/>
                </a:lnTo>
                <a:cubicBezTo>
                  <a:pt x="189655" y="1092697"/>
                  <a:pt x="360061" y="1216500"/>
                  <a:pt x="560774" y="1242234"/>
                </a:cubicBezTo>
                <a:lnTo>
                  <a:pt x="1024226" y="974630"/>
                </a:lnTo>
                <a:lnTo>
                  <a:pt x="1039151" y="1000530"/>
                </a:lnTo>
                <a:lnTo>
                  <a:pt x="612989" y="1246640"/>
                </a:lnTo>
                <a:close/>
                <a:moveTo>
                  <a:pt x="417099" y="874523"/>
                </a:moveTo>
                <a:cubicBezTo>
                  <a:pt x="383175" y="874523"/>
                  <a:pt x="350125" y="856938"/>
                  <a:pt x="331958" y="825467"/>
                </a:cubicBezTo>
                <a:lnTo>
                  <a:pt x="331958" y="825467"/>
                </a:lnTo>
                <a:cubicBezTo>
                  <a:pt x="318904" y="802852"/>
                  <a:pt x="315454" y="776453"/>
                  <a:pt x="322271" y="751094"/>
                </a:cubicBezTo>
                <a:cubicBezTo>
                  <a:pt x="329089" y="725693"/>
                  <a:pt x="345261" y="704532"/>
                  <a:pt x="367877" y="691479"/>
                </a:cubicBezTo>
                <a:lnTo>
                  <a:pt x="595903" y="559818"/>
                </a:lnTo>
                <a:cubicBezTo>
                  <a:pt x="598938" y="498581"/>
                  <a:pt x="633027" y="442375"/>
                  <a:pt x="686365" y="411611"/>
                </a:cubicBezTo>
                <a:cubicBezTo>
                  <a:pt x="758036" y="370246"/>
                  <a:pt x="848499" y="382552"/>
                  <a:pt x="906326" y="441585"/>
                </a:cubicBezTo>
                <a:cubicBezTo>
                  <a:pt x="909569" y="444911"/>
                  <a:pt x="911107" y="449484"/>
                  <a:pt x="910483" y="454098"/>
                </a:cubicBezTo>
                <a:cubicBezTo>
                  <a:pt x="909860" y="458671"/>
                  <a:pt x="907158" y="462746"/>
                  <a:pt x="903125" y="465032"/>
                </a:cubicBezTo>
                <a:lnTo>
                  <a:pt x="763690" y="545558"/>
                </a:lnTo>
                <a:cubicBezTo>
                  <a:pt x="750969" y="552875"/>
                  <a:pt x="746646" y="569213"/>
                  <a:pt x="753962" y="581934"/>
                </a:cubicBezTo>
                <a:cubicBezTo>
                  <a:pt x="761362" y="594614"/>
                  <a:pt x="777659" y="599062"/>
                  <a:pt x="790338" y="591663"/>
                </a:cubicBezTo>
                <a:lnTo>
                  <a:pt x="929773" y="511136"/>
                </a:lnTo>
                <a:cubicBezTo>
                  <a:pt x="933723" y="508808"/>
                  <a:pt x="938670" y="508517"/>
                  <a:pt x="942869" y="510222"/>
                </a:cubicBezTo>
                <a:cubicBezTo>
                  <a:pt x="947192" y="511968"/>
                  <a:pt x="950393" y="515584"/>
                  <a:pt x="951640" y="520074"/>
                </a:cubicBezTo>
                <a:cubicBezTo>
                  <a:pt x="973840" y="599728"/>
                  <a:pt x="939293" y="684203"/>
                  <a:pt x="867622" y="725568"/>
                </a:cubicBezTo>
                <a:cubicBezTo>
                  <a:pt x="814409" y="756373"/>
                  <a:pt x="748683" y="757745"/>
                  <a:pt x="694014" y="729850"/>
                </a:cubicBezTo>
                <a:lnTo>
                  <a:pt x="466030" y="861469"/>
                </a:lnTo>
                <a:cubicBezTo>
                  <a:pt x="450606" y="870283"/>
                  <a:pt x="433728" y="874523"/>
                  <a:pt x="417099" y="874523"/>
                </a:cubicBezTo>
                <a:close/>
                <a:moveTo>
                  <a:pt x="776994" y="417182"/>
                </a:moveTo>
                <a:cubicBezTo>
                  <a:pt x="751094" y="417182"/>
                  <a:pt x="724945" y="423834"/>
                  <a:pt x="701290" y="437511"/>
                </a:cubicBezTo>
                <a:cubicBezTo>
                  <a:pt x="654645" y="464450"/>
                  <a:pt x="625669" y="514670"/>
                  <a:pt x="625586" y="568590"/>
                </a:cubicBezTo>
                <a:cubicBezTo>
                  <a:pt x="625586" y="573911"/>
                  <a:pt x="622759" y="578858"/>
                  <a:pt x="618103" y="581519"/>
                </a:cubicBezTo>
                <a:lnTo>
                  <a:pt x="382843" y="717378"/>
                </a:lnTo>
                <a:cubicBezTo>
                  <a:pt x="367170" y="726441"/>
                  <a:pt x="355904" y="741158"/>
                  <a:pt x="351165" y="758785"/>
                </a:cubicBezTo>
                <a:cubicBezTo>
                  <a:pt x="346425" y="776453"/>
                  <a:pt x="348795" y="794787"/>
                  <a:pt x="357858" y="810501"/>
                </a:cubicBezTo>
                <a:lnTo>
                  <a:pt x="357858" y="810501"/>
                </a:lnTo>
                <a:cubicBezTo>
                  <a:pt x="376690" y="843053"/>
                  <a:pt x="418512" y="854277"/>
                  <a:pt x="451022" y="835486"/>
                </a:cubicBezTo>
                <a:lnTo>
                  <a:pt x="686324" y="699627"/>
                </a:lnTo>
                <a:cubicBezTo>
                  <a:pt x="690938" y="696966"/>
                  <a:pt x="696634" y="696966"/>
                  <a:pt x="701248" y="699627"/>
                </a:cubicBezTo>
                <a:cubicBezTo>
                  <a:pt x="747976" y="726524"/>
                  <a:pt x="806011" y="726483"/>
                  <a:pt x="852656" y="699585"/>
                </a:cubicBezTo>
                <a:cubicBezTo>
                  <a:pt x="906742" y="668364"/>
                  <a:pt x="935510" y="607751"/>
                  <a:pt x="926863" y="547263"/>
                </a:cubicBezTo>
                <a:lnTo>
                  <a:pt x="805221" y="617479"/>
                </a:lnTo>
                <a:cubicBezTo>
                  <a:pt x="778282" y="633069"/>
                  <a:pt x="743611" y="623757"/>
                  <a:pt x="728021" y="596776"/>
                </a:cubicBezTo>
                <a:cubicBezTo>
                  <a:pt x="712431" y="569754"/>
                  <a:pt x="721743" y="535124"/>
                  <a:pt x="748724" y="519534"/>
                </a:cubicBezTo>
                <a:lnTo>
                  <a:pt x="870324" y="449318"/>
                </a:lnTo>
                <a:cubicBezTo>
                  <a:pt x="843302" y="428199"/>
                  <a:pt x="810293" y="417182"/>
                  <a:pt x="776994" y="417182"/>
                </a:cubicBezTo>
                <a:close/>
              </a:path>
            </a:pathLst>
          </a:custGeom>
          <a:solidFill>
            <a:schemeClr val="tx1"/>
          </a:solidFill>
          <a:ln w="41374" cap="flat">
            <a:noFill/>
            <a:prstDash val="solid"/>
            <a:miter/>
          </a:ln>
        </p:spPr>
        <p:txBody>
          <a:bodyPr/>
          <a:lstStyle/>
          <a:p>
            <a:endParaRPr lang="en-US"/>
          </a:p>
        </p:txBody>
      </p:sp>
      <p:sp>
        <p:nvSpPr>
          <p:cNvPr id="50" name="Freeform 49">
            <a:extLst>
              <a:ext uri="{FF2B5EF4-FFF2-40B4-BE49-F238E27FC236}">
                <a16:creationId xmlns:a16="http://schemas.microsoft.com/office/drawing/2014/main" id="{9FB7BB4E-1C0D-8B0E-2D1E-57DE45775B80}"/>
              </a:ext>
            </a:extLst>
          </p:cNvPr>
          <p:cNvSpPr/>
          <p:nvPr/>
        </p:nvSpPr>
        <p:spPr>
          <a:xfrm>
            <a:off x="11561475" y="7701472"/>
            <a:ext cx="1231175" cy="1262146"/>
          </a:xfrm>
          <a:custGeom>
            <a:avLst/>
            <a:gdLst>
              <a:gd name="csX0" fmla="*/ 409907 w 1231175"/>
              <a:gd name="csY0" fmla="*/ 555411 h 1262146"/>
              <a:gd name="csX1" fmla="*/ 430693 w 1231175"/>
              <a:gd name="csY1" fmla="*/ 534625 h 1262146"/>
              <a:gd name="csX2" fmla="*/ 451479 w 1231175"/>
              <a:gd name="csY2" fmla="*/ 555411 h 1262146"/>
              <a:gd name="csX3" fmla="*/ 430693 w 1231175"/>
              <a:gd name="csY3" fmla="*/ 576197 h 1262146"/>
              <a:gd name="csX4" fmla="*/ 409907 w 1231175"/>
              <a:gd name="csY4" fmla="*/ 555411 h 1262146"/>
              <a:gd name="csX5" fmla="*/ 430693 w 1231175"/>
              <a:gd name="csY5" fmla="*/ 451479 h 1262146"/>
              <a:gd name="csX6" fmla="*/ 451479 w 1231175"/>
              <a:gd name="csY6" fmla="*/ 430693 h 1262146"/>
              <a:gd name="csX7" fmla="*/ 430693 w 1231175"/>
              <a:gd name="csY7" fmla="*/ 409907 h 1262146"/>
              <a:gd name="csX8" fmla="*/ 409907 w 1231175"/>
              <a:gd name="csY8" fmla="*/ 430693 h 1262146"/>
              <a:gd name="csX9" fmla="*/ 430693 w 1231175"/>
              <a:gd name="csY9" fmla="*/ 451479 h 1262146"/>
              <a:gd name="csX10" fmla="*/ 430693 w 1231175"/>
              <a:gd name="csY10" fmla="*/ 326761 h 1262146"/>
              <a:gd name="csX11" fmla="*/ 451479 w 1231175"/>
              <a:gd name="csY11" fmla="*/ 305975 h 1262146"/>
              <a:gd name="csX12" fmla="*/ 430693 w 1231175"/>
              <a:gd name="csY12" fmla="*/ 285189 h 1262146"/>
              <a:gd name="csX13" fmla="*/ 409907 w 1231175"/>
              <a:gd name="csY13" fmla="*/ 305975 h 1262146"/>
              <a:gd name="csX14" fmla="*/ 430693 w 1231175"/>
              <a:gd name="csY14" fmla="*/ 326761 h 1262146"/>
              <a:gd name="csX15" fmla="*/ 638557 w 1231175"/>
              <a:gd name="csY15" fmla="*/ 700916 h 1262146"/>
              <a:gd name="csX16" fmla="*/ 659343 w 1231175"/>
              <a:gd name="csY16" fmla="*/ 680129 h 1262146"/>
              <a:gd name="csX17" fmla="*/ 638557 w 1231175"/>
              <a:gd name="csY17" fmla="*/ 659343 h 1262146"/>
              <a:gd name="csX18" fmla="*/ 617770 w 1231175"/>
              <a:gd name="csY18" fmla="*/ 680129 h 1262146"/>
              <a:gd name="csX19" fmla="*/ 638557 w 1231175"/>
              <a:gd name="csY19" fmla="*/ 700916 h 1262146"/>
              <a:gd name="csX20" fmla="*/ 638557 w 1231175"/>
              <a:gd name="csY20" fmla="*/ 576197 h 1262146"/>
              <a:gd name="csX21" fmla="*/ 659343 w 1231175"/>
              <a:gd name="csY21" fmla="*/ 555411 h 1262146"/>
              <a:gd name="csX22" fmla="*/ 638557 w 1231175"/>
              <a:gd name="csY22" fmla="*/ 534625 h 1262146"/>
              <a:gd name="csX23" fmla="*/ 617770 w 1231175"/>
              <a:gd name="csY23" fmla="*/ 555411 h 1262146"/>
              <a:gd name="csX24" fmla="*/ 638557 w 1231175"/>
              <a:gd name="csY24" fmla="*/ 576197 h 1262146"/>
              <a:gd name="csX25" fmla="*/ 638557 w 1231175"/>
              <a:gd name="csY25" fmla="*/ 451479 h 1262146"/>
              <a:gd name="csX26" fmla="*/ 659343 w 1231175"/>
              <a:gd name="csY26" fmla="*/ 430693 h 1262146"/>
              <a:gd name="csX27" fmla="*/ 638557 w 1231175"/>
              <a:gd name="csY27" fmla="*/ 409907 h 1262146"/>
              <a:gd name="csX28" fmla="*/ 617770 w 1231175"/>
              <a:gd name="csY28" fmla="*/ 430693 h 1262146"/>
              <a:gd name="csX29" fmla="*/ 638557 w 1231175"/>
              <a:gd name="csY29" fmla="*/ 451479 h 1262146"/>
              <a:gd name="csX30" fmla="*/ 846420 w 1231175"/>
              <a:gd name="csY30" fmla="*/ 638557 h 1262146"/>
              <a:gd name="csX31" fmla="*/ 867206 w 1231175"/>
              <a:gd name="csY31" fmla="*/ 617770 h 1262146"/>
              <a:gd name="csX32" fmla="*/ 846420 w 1231175"/>
              <a:gd name="csY32" fmla="*/ 596984 h 1262146"/>
              <a:gd name="csX33" fmla="*/ 825634 w 1231175"/>
              <a:gd name="csY33" fmla="*/ 617770 h 1262146"/>
              <a:gd name="csX34" fmla="*/ 846420 w 1231175"/>
              <a:gd name="csY34" fmla="*/ 638557 h 1262146"/>
              <a:gd name="csX35" fmla="*/ 846420 w 1231175"/>
              <a:gd name="csY35" fmla="*/ 513838 h 1262146"/>
              <a:gd name="csX36" fmla="*/ 867206 w 1231175"/>
              <a:gd name="csY36" fmla="*/ 493052 h 1262146"/>
              <a:gd name="csX37" fmla="*/ 846420 w 1231175"/>
              <a:gd name="csY37" fmla="*/ 472266 h 1262146"/>
              <a:gd name="csX38" fmla="*/ 825634 w 1231175"/>
              <a:gd name="csY38" fmla="*/ 493052 h 1262146"/>
              <a:gd name="csX39" fmla="*/ 846420 w 1231175"/>
              <a:gd name="csY39" fmla="*/ 513838 h 1262146"/>
              <a:gd name="csX40" fmla="*/ 846420 w 1231175"/>
              <a:gd name="csY40" fmla="*/ 389120 h 1262146"/>
              <a:gd name="csX41" fmla="*/ 867206 w 1231175"/>
              <a:gd name="csY41" fmla="*/ 368334 h 1262146"/>
              <a:gd name="csX42" fmla="*/ 846420 w 1231175"/>
              <a:gd name="csY42" fmla="*/ 347548 h 1262146"/>
              <a:gd name="csX43" fmla="*/ 825634 w 1231175"/>
              <a:gd name="csY43" fmla="*/ 368334 h 1262146"/>
              <a:gd name="csX44" fmla="*/ 846420 w 1231175"/>
              <a:gd name="csY44" fmla="*/ 389120 h 1262146"/>
              <a:gd name="csX45" fmla="*/ 653523 w 1231175"/>
              <a:gd name="csY45" fmla="*/ 1262147 h 1262146"/>
              <a:gd name="csX46" fmla="*/ 623590 w 1231175"/>
              <a:gd name="csY46" fmla="*/ 1262147 h 1262146"/>
              <a:gd name="csX47" fmla="*/ 623590 w 1231175"/>
              <a:gd name="csY47" fmla="*/ 774167 h 1262146"/>
              <a:gd name="csX48" fmla="*/ 445659 w 1231175"/>
              <a:gd name="csY48" fmla="*/ 699502 h 1262146"/>
              <a:gd name="csX49" fmla="*/ 445659 w 1231175"/>
              <a:gd name="csY49" fmla="*/ 1095856 h 1262146"/>
              <a:gd name="csX50" fmla="*/ 415727 w 1231175"/>
              <a:gd name="csY50" fmla="*/ 1095856 h 1262146"/>
              <a:gd name="csX51" fmla="*/ 415727 w 1231175"/>
              <a:gd name="csY51" fmla="*/ 674351 h 1262146"/>
              <a:gd name="csX52" fmla="*/ 291009 w 1231175"/>
              <a:gd name="csY52" fmla="*/ 389120 h 1262146"/>
              <a:gd name="csX53" fmla="*/ 680129 w 1231175"/>
              <a:gd name="csY53" fmla="*/ 0 h 1262146"/>
              <a:gd name="csX54" fmla="*/ 1069250 w 1231175"/>
              <a:gd name="csY54" fmla="*/ 389120 h 1262146"/>
              <a:gd name="csX55" fmla="*/ 965650 w 1231175"/>
              <a:gd name="csY55" fmla="*/ 653440 h 1262146"/>
              <a:gd name="csX56" fmla="*/ 1231175 w 1231175"/>
              <a:gd name="csY56" fmla="*/ 918964 h 1262146"/>
              <a:gd name="csX57" fmla="*/ 1209973 w 1231175"/>
              <a:gd name="csY57" fmla="*/ 940166 h 1262146"/>
              <a:gd name="csX58" fmla="*/ 944448 w 1231175"/>
              <a:gd name="csY58" fmla="*/ 674600 h 1262146"/>
              <a:gd name="csX59" fmla="*/ 861386 w 1231175"/>
              <a:gd name="csY59" fmla="*/ 733633 h 1262146"/>
              <a:gd name="csX60" fmla="*/ 861386 w 1231175"/>
              <a:gd name="csY60" fmla="*/ 1179001 h 1262146"/>
              <a:gd name="csX61" fmla="*/ 831454 w 1231175"/>
              <a:gd name="csY61" fmla="*/ 1179001 h 1262146"/>
              <a:gd name="csX62" fmla="*/ 831454 w 1231175"/>
              <a:gd name="csY62" fmla="*/ 747851 h 1262146"/>
              <a:gd name="csX63" fmla="*/ 653564 w 1231175"/>
              <a:gd name="csY63" fmla="*/ 777326 h 1262146"/>
              <a:gd name="csX64" fmla="*/ 653523 w 1231175"/>
              <a:gd name="csY64" fmla="*/ 1262147 h 1262146"/>
              <a:gd name="csX65" fmla="*/ 653523 w 1231175"/>
              <a:gd name="csY65" fmla="*/ 1262147 h 1262146"/>
              <a:gd name="csX66" fmla="*/ 680129 w 1231175"/>
              <a:gd name="csY66" fmla="*/ 29932 h 1262146"/>
              <a:gd name="csX67" fmla="*/ 320941 w 1231175"/>
              <a:gd name="csY67" fmla="*/ 389120 h 1262146"/>
              <a:gd name="csX68" fmla="*/ 680129 w 1231175"/>
              <a:gd name="csY68" fmla="*/ 748308 h 1262146"/>
              <a:gd name="csX69" fmla="*/ 934055 w 1231175"/>
              <a:gd name="csY69" fmla="*/ 643088 h 1262146"/>
              <a:gd name="csX70" fmla="*/ 1039276 w 1231175"/>
              <a:gd name="csY70" fmla="*/ 389162 h 1262146"/>
              <a:gd name="csX71" fmla="*/ 680129 w 1231175"/>
              <a:gd name="csY71" fmla="*/ 29932 h 1262146"/>
              <a:gd name="csX72" fmla="*/ 237796 w 1231175"/>
              <a:gd name="csY72" fmla="*/ 1137429 h 1262146"/>
              <a:gd name="csX73" fmla="*/ 207863 w 1231175"/>
              <a:gd name="csY73" fmla="*/ 1137429 h 1262146"/>
              <a:gd name="csX74" fmla="*/ 207863 w 1231175"/>
              <a:gd name="csY74" fmla="*/ 389120 h 1262146"/>
              <a:gd name="csX75" fmla="*/ 237796 w 1231175"/>
              <a:gd name="csY75" fmla="*/ 389120 h 1262146"/>
              <a:gd name="csX76" fmla="*/ 237796 w 1231175"/>
              <a:gd name="csY76" fmla="*/ 1137429 h 1262146"/>
              <a:gd name="csX77" fmla="*/ 29932 w 1231175"/>
              <a:gd name="csY77" fmla="*/ 971138 h 1262146"/>
              <a:gd name="csX78" fmla="*/ 0 w 1231175"/>
              <a:gd name="csY78" fmla="*/ 971138 h 1262146"/>
              <a:gd name="csX79" fmla="*/ 0 w 1231175"/>
              <a:gd name="csY79" fmla="*/ 139684 h 1262146"/>
              <a:gd name="csX80" fmla="*/ 29932 w 1231175"/>
              <a:gd name="csY80" fmla="*/ 139684 h 1262146"/>
              <a:gd name="csX81" fmla="*/ 29932 w 1231175"/>
              <a:gd name="csY81" fmla="*/ 971138 h 1262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Lst>
            <a:rect l="l" t="t" r="r" b="b"/>
            <a:pathLst>
              <a:path w="1231175" h="1262146">
                <a:moveTo>
                  <a:pt x="409907" y="555411"/>
                </a:moveTo>
                <a:cubicBezTo>
                  <a:pt x="409907" y="543937"/>
                  <a:pt x="419219" y="534625"/>
                  <a:pt x="430693" y="534625"/>
                </a:cubicBezTo>
                <a:cubicBezTo>
                  <a:pt x="442167" y="534625"/>
                  <a:pt x="451479" y="543937"/>
                  <a:pt x="451479" y="555411"/>
                </a:cubicBezTo>
                <a:cubicBezTo>
                  <a:pt x="451479" y="566885"/>
                  <a:pt x="442167" y="576197"/>
                  <a:pt x="430693" y="576197"/>
                </a:cubicBezTo>
                <a:cubicBezTo>
                  <a:pt x="419219" y="576197"/>
                  <a:pt x="409907" y="566885"/>
                  <a:pt x="409907" y="555411"/>
                </a:cubicBezTo>
                <a:close/>
                <a:moveTo>
                  <a:pt x="430693" y="451479"/>
                </a:moveTo>
                <a:cubicBezTo>
                  <a:pt x="442167" y="451479"/>
                  <a:pt x="451479" y="442167"/>
                  <a:pt x="451479" y="430693"/>
                </a:cubicBezTo>
                <a:cubicBezTo>
                  <a:pt x="451479" y="419219"/>
                  <a:pt x="442167" y="409907"/>
                  <a:pt x="430693" y="409907"/>
                </a:cubicBezTo>
                <a:cubicBezTo>
                  <a:pt x="419219" y="409907"/>
                  <a:pt x="409907" y="419219"/>
                  <a:pt x="409907" y="430693"/>
                </a:cubicBezTo>
                <a:cubicBezTo>
                  <a:pt x="409907" y="442167"/>
                  <a:pt x="419219" y="451479"/>
                  <a:pt x="430693" y="451479"/>
                </a:cubicBezTo>
                <a:close/>
                <a:moveTo>
                  <a:pt x="430693" y="326761"/>
                </a:moveTo>
                <a:cubicBezTo>
                  <a:pt x="442167" y="326761"/>
                  <a:pt x="451479" y="317449"/>
                  <a:pt x="451479" y="305975"/>
                </a:cubicBezTo>
                <a:cubicBezTo>
                  <a:pt x="451479" y="294501"/>
                  <a:pt x="442167" y="285189"/>
                  <a:pt x="430693" y="285189"/>
                </a:cubicBezTo>
                <a:cubicBezTo>
                  <a:pt x="419219" y="285189"/>
                  <a:pt x="409907" y="294501"/>
                  <a:pt x="409907" y="305975"/>
                </a:cubicBezTo>
                <a:cubicBezTo>
                  <a:pt x="409907" y="317449"/>
                  <a:pt x="419219" y="326761"/>
                  <a:pt x="430693" y="326761"/>
                </a:cubicBezTo>
                <a:close/>
                <a:moveTo>
                  <a:pt x="638557" y="700916"/>
                </a:moveTo>
                <a:cubicBezTo>
                  <a:pt x="650031" y="700916"/>
                  <a:pt x="659343" y="691603"/>
                  <a:pt x="659343" y="680129"/>
                </a:cubicBezTo>
                <a:cubicBezTo>
                  <a:pt x="659343" y="668655"/>
                  <a:pt x="650031" y="659343"/>
                  <a:pt x="638557" y="659343"/>
                </a:cubicBezTo>
                <a:cubicBezTo>
                  <a:pt x="627082" y="659343"/>
                  <a:pt x="617770" y="668655"/>
                  <a:pt x="617770" y="680129"/>
                </a:cubicBezTo>
                <a:cubicBezTo>
                  <a:pt x="617770" y="691603"/>
                  <a:pt x="627082" y="700916"/>
                  <a:pt x="638557" y="700916"/>
                </a:cubicBezTo>
                <a:close/>
                <a:moveTo>
                  <a:pt x="638557" y="576197"/>
                </a:moveTo>
                <a:cubicBezTo>
                  <a:pt x="650031" y="576197"/>
                  <a:pt x="659343" y="566885"/>
                  <a:pt x="659343" y="555411"/>
                </a:cubicBezTo>
                <a:cubicBezTo>
                  <a:pt x="659343" y="543937"/>
                  <a:pt x="650031" y="534625"/>
                  <a:pt x="638557" y="534625"/>
                </a:cubicBezTo>
                <a:cubicBezTo>
                  <a:pt x="627082" y="534625"/>
                  <a:pt x="617770" y="543937"/>
                  <a:pt x="617770" y="555411"/>
                </a:cubicBezTo>
                <a:cubicBezTo>
                  <a:pt x="617770" y="566885"/>
                  <a:pt x="627082" y="576197"/>
                  <a:pt x="638557" y="576197"/>
                </a:cubicBezTo>
                <a:close/>
                <a:moveTo>
                  <a:pt x="638557" y="451479"/>
                </a:moveTo>
                <a:cubicBezTo>
                  <a:pt x="650031" y="451479"/>
                  <a:pt x="659343" y="442167"/>
                  <a:pt x="659343" y="430693"/>
                </a:cubicBezTo>
                <a:cubicBezTo>
                  <a:pt x="659343" y="419219"/>
                  <a:pt x="650031" y="409907"/>
                  <a:pt x="638557" y="409907"/>
                </a:cubicBezTo>
                <a:cubicBezTo>
                  <a:pt x="627082" y="409907"/>
                  <a:pt x="617770" y="419219"/>
                  <a:pt x="617770" y="430693"/>
                </a:cubicBezTo>
                <a:cubicBezTo>
                  <a:pt x="617770" y="442167"/>
                  <a:pt x="627082" y="451479"/>
                  <a:pt x="638557" y="451479"/>
                </a:cubicBezTo>
                <a:close/>
                <a:moveTo>
                  <a:pt x="846420" y="638557"/>
                </a:moveTo>
                <a:cubicBezTo>
                  <a:pt x="857894" y="638557"/>
                  <a:pt x="867206" y="629244"/>
                  <a:pt x="867206" y="617770"/>
                </a:cubicBezTo>
                <a:cubicBezTo>
                  <a:pt x="867206" y="606296"/>
                  <a:pt x="857894" y="596984"/>
                  <a:pt x="846420" y="596984"/>
                </a:cubicBezTo>
                <a:cubicBezTo>
                  <a:pt x="834946" y="596984"/>
                  <a:pt x="825634" y="606296"/>
                  <a:pt x="825634" y="617770"/>
                </a:cubicBezTo>
                <a:cubicBezTo>
                  <a:pt x="825634" y="629244"/>
                  <a:pt x="834946" y="638557"/>
                  <a:pt x="846420" y="638557"/>
                </a:cubicBezTo>
                <a:close/>
                <a:moveTo>
                  <a:pt x="846420" y="513838"/>
                </a:moveTo>
                <a:cubicBezTo>
                  <a:pt x="857894" y="513838"/>
                  <a:pt x="867206" y="504526"/>
                  <a:pt x="867206" y="493052"/>
                </a:cubicBezTo>
                <a:cubicBezTo>
                  <a:pt x="867206" y="481578"/>
                  <a:pt x="857894" y="472266"/>
                  <a:pt x="846420" y="472266"/>
                </a:cubicBezTo>
                <a:cubicBezTo>
                  <a:pt x="834946" y="472266"/>
                  <a:pt x="825634" y="481578"/>
                  <a:pt x="825634" y="493052"/>
                </a:cubicBezTo>
                <a:cubicBezTo>
                  <a:pt x="825634" y="504526"/>
                  <a:pt x="834946" y="513838"/>
                  <a:pt x="846420" y="513838"/>
                </a:cubicBezTo>
                <a:close/>
                <a:moveTo>
                  <a:pt x="846420" y="389120"/>
                </a:moveTo>
                <a:cubicBezTo>
                  <a:pt x="857894" y="389120"/>
                  <a:pt x="867206" y="379808"/>
                  <a:pt x="867206" y="368334"/>
                </a:cubicBezTo>
                <a:cubicBezTo>
                  <a:pt x="867206" y="356860"/>
                  <a:pt x="857894" y="347548"/>
                  <a:pt x="846420" y="347548"/>
                </a:cubicBezTo>
                <a:cubicBezTo>
                  <a:pt x="834946" y="347548"/>
                  <a:pt x="825634" y="356860"/>
                  <a:pt x="825634" y="368334"/>
                </a:cubicBezTo>
                <a:cubicBezTo>
                  <a:pt x="825634" y="379808"/>
                  <a:pt x="834946" y="389120"/>
                  <a:pt x="846420" y="389120"/>
                </a:cubicBezTo>
                <a:close/>
                <a:moveTo>
                  <a:pt x="653523" y="1262147"/>
                </a:moveTo>
                <a:lnTo>
                  <a:pt x="623590" y="1262147"/>
                </a:lnTo>
                <a:lnTo>
                  <a:pt x="623590" y="774167"/>
                </a:lnTo>
                <a:cubicBezTo>
                  <a:pt x="557448" y="764522"/>
                  <a:pt x="496669" y="738123"/>
                  <a:pt x="445659" y="699502"/>
                </a:cubicBezTo>
                <a:lnTo>
                  <a:pt x="445659" y="1095856"/>
                </a:lnTo>
                <a:lnTo>
                  <a:pt x="415727" y="1095856"/>
                </a:lnTo>
                <a:lnTo>
                  <a:pt x="415727" y="674351"/>
                </a:lnTo>
                <a:cubicBezTo>
                  <a:pt x="339067" y="603261"/>
                  <a:pt x="291009" y="501699"/>
                  <a:pt x="291009" y="389120"/>
                </a:cubicBezTo>
                <a:cubicBezTo>
                  <a:pt x="291009" y="174564"/>
                  <a:pt x="465573" y="0"/>
                  <a:pt x="680129" y="0"/>
                </a:cubicBezTo>
                <a:cubicBezTo>
                  <a:pt x="894686" y="0"/>
                  <a:pt x="1069250" y="174564"/>
                  <a:pt x="1069250" y="389120"/>
                </a:cubicBezTo>
                <a:cubicBezTo>
                  <a:pt x="1069250" y="488022"/>
                  <a:pt x="1032541" y="581352"/>
                  <a:pt x="965650" y="653440"/>
                </a:cubicBezTo>
                <a:lnTo>
                  <a:pt x="1231175" y="918964"/>
                </a:lnTo>
                <a:lnTo>
                  <a:pt x="1209973" y="940166"/>
                </a:lnTo>
                <a:lnTo>
                  <a:pt x="944448" y="674600"/>
                </a:lnTo>
                <a:cubicBezTo>
                  <a:pt x="919172" y="698089"/>
                  <a:pt x="891235" y="717877"/>
                  <a:pt x="861386" y="733633"/>
                </a:cubicBezTo>
                <a:lnTo>
                  <a:pt x="861386" y="1179001"/>
                </a:lnTo>
                <a:lnTo>
                  <a:pt x="831454" y="1179001"/>
                </a:lnTo>
                <a:lnTo>
                  <a:pt x="831454" y="747851"/>
                </a:lnTo>
                <a:cubicBezTo>
                  <a:pt x="776204" y="771173"/>
                  <a:pt x="714260" y="781525"/>
                  <a:pt x="653564" y="777326"/>
                </a:cubicBezTo>
                <a:lnTo>
                  <a:pt x="653523" y="1262147"/>
                </a:lnTo>
                <a:lnTo>
                  <a:pt x="653523" y="1262147"/>
                </a:lnTo>
                <a:close/>
                <a:moveTo>
                  <a:pt x="680129" y="29932"/>
                </a:moveTo>
                <a:cubicBezTo>
                  <a:pt x="482077" y="29932"/>
                  <a:pt x="320941" y="191068"/>
                  <a:pt x="320941" y="389120"/>
                </a:cubicBezTo>
                <a:cubicBezTo>
                  <a:pt x="320941" y="587173"/>
                  <a:pt x="482077" y="748308"/>
                  <a:pt x="680129" y="748308"/>
                </a:cubicBezTo>
                <a:cubicBezTo>
                  <a:pt x="776079" y="748308"/>
                  <a:pt x="866292" y="710976"/>
                  <a:pt x="934055" y="643088"/>
                </a:cubicBezTo>
                <a:cubicBezTo>
                  <a:pt x="1001943" y="575283"/>
                  <a:pt x="1039276" y="485070"/>
                  <a:pt x="1039276" y="389162"/>
                </a:cubicBezTo>
                <a:cubicBezTo>
                  <a:pt x="1039317" y="191068"/>
                  <a:pt x="878181" y="29932"/>
                  <a:pt x="680129" y="29932"/>
                </a:cubicBezTo>
                <a:close/>
                <a:moveTo>
                  <a:pt x="237796" y="1137429"/>
                </a:moveTo>
                <a:lnTo>
                  <a:pt x="207863" y="1137429"/>
                </a:lnTo>
                <a:lnTo>
                  <a:pt x="207863" y="389120"/>
                </a:lnTo>
                <a:lnTo>
                  <a:pt x="237796" y="389120"/>
                </a:lnTo>
                <a:cubicBezTo>
                  <a:pt x="237796" y="389120"/>
                  <a:pt x="237796" y="1137429"/>
                  <a:pt x="237796" y="1137429"/>
                </a:cubicBezTo>
                <a:close/>
                <a:moveTo>
                  <a:pt x="29932" y="971138"/>
                </a:moveTo>
                <a:lnTo>
                  <a:pt x="0" y="971138"/>
                </a:lnTo>
                <a:lnTo>
                  <a:pt x="0" y="139684"/>
                </a:lnTo>
                <a:lnTo>
                  <a:pt x="29932" y="139684"/>
                </a:lnTo>
                <a:cubicBezTo>
                  <a:pt x="29932" y="139684"/>
                  <a:pt x="29932" y="971138"/>
                  <a:pt x="29932" y="971138"/>
                </a:cubicBezTo>
                <a:close/>
              </a:path>
            </a:pathLst>
          </a:custGeom>
          <a:solidFill>
            <a:schemeClr val="tx1"/>
          </a:solidFill>
          <a:ln w="41374" cap="flat">
            <a:noFill/>
            <a:prstDash val="solid"/>
            <a:miter/>
          </a:ln>
        </p:spPr>
        <p:txBody>
          <a:bodyPr/>
          <a:lstStyle/>
          <a:p>
            <a:endParaRPr lang="en-US"/>
          </a:p>
        </p:txBody>
      </p:sp>
      <p:sp>
        <p:nvSpPr>
          <p:cNvPr id="57" name="Freeform 56">
            <a:extLst>
              <a:ext uri="{FF2B5EF4-FFF2-40B4-BE49-F238E27FC236}">
                <a16:creationId xmlns:a16="http://schemas.microsoft.com/office/drawing/2014/main" id="{79D73DC7-7C0A-3ECE-52D7-22478FB9B651}"/>
              </a:ext>
            </a:extLst>
          </p:cNvPr>
          <p:cNvSpPr/>
          <p:nvPr/>
        </p:nvSpPr>
        <p:spPr>
          <a:xfrm>
            <a:off x="1758195" y="7665414"/>
            <a:ext cx="1277091" cy="1277112"/>
          </a:xfrm>
          <a:custGeom>
            <a:avLst/>
            <a:gdLst>
              <a:gd name="csX0" fmla="*/ 1262146 w 1277091"/>
              <a:gd name="csY0" fmla="*/ 1277113 h 1277112"/>
              <a:gd name="csX1" fmla="*/ 14965 w 1277091"/>
              <a:gd name="csY1" fmla="*/ 1277113 h 1277112"/>
              <a:gd name="csX2" fmla="*/ 14965 w 1277091"/>
              <a:gd name="csY2" fmla="*/ 1247181 h 1277112"/>
              <a:gd name="csX3" fmla="*/ 41571 w 1277091"/>
              <a:gd name="csY3" fmla="*/ 1247181 h 1277112"/>
              <a:gd name="csX4" fmla="*/ 41571 w 1277091"/>
              <a:gd name="csY4" fmla="*/ 1140962 h 1277112"/>
              <a:gd name="csX5" fmla="*/ 1578 w 1277091"/>
              <a:gd name="csY5" fmla="*/ 1060977 h 1277112"/>
              <a:gd name="csX6" fmla="*/ 955 w 1277091"/>
              <a:gd name="csY6" fmla="*/ 1049045 h 1277112"/>
              <a:gd name="csX7" fmla="*/ 40116 w 1277091"/>
              <a:gd name="csY7" fmla="*/ 944532 h 1277112"/>
              <a:gd name="csX8" fmla="*/ 14965 w 1277091"/>
              <a:gd name="csY8" fmla="*/ 944532 h 1277112"/>
              <a:gd name="csX9" fmla="*/ 14965 w 1277091"/>
              <a:gd name="csY9" fmla="*/ 914599 h 1277112"/>
              <a:gd name="csX10" fmla="*/ 51341 w 1277091"/>
              <a:gd name="csY10" fmla="*/ 914599 h 1277112"/>
              <a:gd name="csX11" fmla="*/ 124717 w 1277091"/>
              <a:gd name="csY11" fmla="*/ 719000 h 1277112"/>
              <a:gd name="csX12" fmla="*/ 124717 w 1277091"/>
              <a:gd name="csY12" fmla="*/ 513838 h 1277112"/>
              <a:gd name="csX13" fmla="*/ 154649 w 1277091"/>
              <a:gd name="csY13" fmla="*/ 513838 h 1277112"/>
              <a:gd name="csX14" fmla="*/ 154649 w 1277091"/>
              <a:gd name="csY14" fmla="*/ 721702 h 1277112"/>
              <a:gd name="csX15" fmla="*/ 153693 w 1277091"/>
              <a:gd name="csY15" fmla="*/ 726940 h 1277112"/>
              <a:gd name="csX16" fmla="*/ 83352 w 1277091"/>
              <a:gd name="csY16" fmla="*/ 914599 h 1277112"/>
              <a:gd name="csX17" fmla="*/ 445492 w 1277091"/>
              <a:gd name="csY17" fmla="*/ 914599 h 1277112"/>
              <a:gd name="csX18" fmla="*/ 375151 w 1277091"/>
              <a:gd name="csY18" fmla="*/ 726940 h 1277112"/>
              <a:gd name="csX19" fmla="*/ 374153 w 1277091"/>
              <a:gd name="csY19" fmla="*/ 721702 h 1277112"/>
              <a:gd name="csX20" fmla="*/ 374153 w 1277091"/>
              <a:gd name="csY20" fmla="*/ 513838 h 1277112"/>
              <a:gd name="csX21" fmla="*/ 404085 w 1277091"/>
              <a:gd name="csY21" fmla="*/ 513838 h 1277112"/>
              <a:gd name="csX22" fmla="*/ 404085 w 1277091"/>
              <a:gd name="csY22" fmla="*/ 719000 h 1277112"/>
              <a:gd name="csX23" fmla="*/ 477461 w 1277091"/>
              <a:gd name="csY23" fmla="*/ 914599 h 1277112"/>
              <a:gd name="csX24" fmla="*/ 513837 w 1277091"/>
              <a:gd name="csY24" fmla="*/ 914599 h 1277112"/>
              <a:gd name="csX25" fmla="*/ 513837 w 1277091"/>
              <a:gd name="csY25" fmla="*/ 944573 h 1277112"/>
              <a:gd name="csX26" fmla="*/ 488686 w 1277091"/>
              <a:gd name="csY26" fmla="*/ 944573 h 1277112"/>
              <a:gd name="csX27" fmla="*/ 527847 w 1277091"/>
              <a:gd name="csY27" fmla="*/ 1049087 h 1277112"/>
              <a:gd name="csX28" fmla="*/ 527224 w 1277091"/>
              <a:gd name="csY28" fmla="*/ 1061018 h 1277112"/>
              <a:gd name="csX29" fmla="*/ 487231 w 1277091"/>
              <a:gd name="csY29" fmla="*/ 1141004 h 1277112"/>
              <a:gd name="csX30" fmla="*/ 487231 w 1277091"/>
              <a:gd name="csY30" fmla="*/ 1247222 h 1277112"/>
              <a:gd name="csX31" fmla="*/ 623589 w 1277091"/>
              <a:gd name="csY31" fmla="*/ 1247222 h 1277112"/>
              <a:gd name="csX32" fmla="*/ 623589 w 1277091"/>
              <a:gd name="csY32" fmla="*/ 1220574 h 1277112"/>
              <a:gd name="csX33" fmla="*/ 744399 w 1277091"/>
              <a:gd name="csY33" fmla="*/ 1049710 h 1277112"/>
              <a:gd name="csX34" fmla="*/ 707441 w 1277091"/>
              <a:gd name="csY34" fmla="*/ 934180 h 1277112"/>
              <a:gd name="csX35" fmla="*/ 706734 w 1277091"/>
              <a:gd name="csY35" fmla="*/ 929565 h 1277112"/>
              <a:gd name="csX36" fmla="*/ 706734 w 1277091"/>
              <a:gd name="csY36" fmla="*/ 615899 h 1277112"/>
              <a:gd name="csX37" fmla="*/ 798236 w 1277091"/>
              <a:gd name="csY37" fmla="*/ 355821 h 1277112"/>
              <a:gd name="csX38" fmla="*/ 919919 w 1277091"/>
              <a:gd name="csY38" fmla="*/ 252970 h 1277112"/>
              <a:gd name="csX39" fmla="*/ 935883 w 1277091"/>
              <a:gd name="csY39" fmla="*/ 250808 h 1277112"/>
              <a:gd name="csX40" fmla="*/ 944530 w 1277091"/>
              <a:gd name="csY40" fmla="*/ 264402 h 1277112"/>
              <a:gd name="csX41" fmla="*/ 944530 w 1277091"/>
              <a:gd name="csY41" fmla="*/ 374154 h 1277112"/>
              <a:gd name="csX42" fmla="*/ 1012709 w 1277091"/>
              <a:gd name="csY42" fmla="*/ 374154 h 1277112"/>
              <a:gd name="csX43" fmla="*/ 1022271 w 1277091"/>
              <a:gd name="csY43" fmla="*/ 377605 h 1277112"/>
              <a:gd name="csX44" fmla="*/ 1271707 w 1277091"/>
              <a:gd name="csY44" fmla="*/ 585468 h 1277112"/>
              <a:gd name="csX45" fmla="*/ 1275532 w 1277091"/>
              <a:gd name="csY45" fmla="*/ 603677 h 1277112"/>
              <a:gd name="csX46" fmla="*/ 1233959 w 1277091"/>
              <a:gd name="csY46" fmla="*/ 686822 h 1277112"/>
              <a:gd name="csX47" fmla="*/ 1218079 w 1277091"/>
              <a:gd name="csY47" fmla="*/ 694887 h 1277112"/>
              <a:gd name="csX48" fmla="*/ 999739 w 1277091"/>
              <a:gd name="csY48" fmla="*/ 658511 h 1277112"/>
              <a:gd name="csX49" fmla="*/ 1150398 w 1277091"/>
              <a:gd name="csY49" fmla="*/ 922124 h 1277112"/>
              <a:gd name="csX50" fmla="*/ 1151645 w 1277091"/>
              <a:gd name="csY50" fmla="*/ 934097 h 1277112"/>
              <a:gd name="csX51" fmla="*/ 1114687 w 1277091"/>
              <a:gd name="csY51" fmla="*/ 1049627 h 1277112"/>
              <a:gd name="csX52" fmla="*/ 1235497 w 1277091"/>
              <a:gd name="csY52" fmla="*/ 1220491 h 1277112"/>
              <a:gd name="csX53" fmla="*/ 1235497 w 1277091"/>
              <a:gd name="csY53" fmla="*/ 1247139 h 1277112"/>
              <a:gd name="csX54" fmla="*/ 1262146 w 1277091"/>
              <a:gd name="csY54" fmla="*/ 1247139 h 1277112"/>
              <a:gd name="csX55" fmla="*/ 1262146 w 1277091"/>
              <a:gd name="csY55" fmla="*/ 1277113 h 1277112"/>
              <a:gd name="csX56" fmla="*/ 653521 w 1277091"/>
              <a:gd name="csY56" fmla="*/ 1247181 h 1277112"/>
              <a:gd name="csX57" fmla="*/ 1205607 w 1277091"/>
              <a:gd name="csY57" fmla="*/ 1247181 h 1277112"/>
              <a:gd name="csX58" fmla="*/ 1205607 w 1277091"/>
              <a:gd name="csY58" fmla="*/ 1220533 h 1277112"/>
              <a:gd name="csX59" fmla="*/ 1054282 w 1277091"/>
              <a:gd name="csY59" fmla="*/ 1069250 h 1277112"/>
              <a:gd name="csX60" fmla="*/ 804846 w 1277091"/>
              <a:gd name="csY60" fmla="*/ 1069250 h 1277112"/>
              <a:gd name="csX61" fmla="*/ 653521 w 1277091"/>
              <a:gd name="csY61" fmla="*/ 1220533 h 1277112"/>
              <a:gd name="csX62" fmla="*/ 653521 w 1277091"/>
              <a:gd name="csY62" fmla="*/ 1247181 h 1277112"/>
              <a:gd name="csX63" fmla="*/ 71504 w 1277091"/>
              <a:gd name="csY63" fmla="*/ 1247181 h 1277112"/>
              <a:gd name="csX64" fmla="*/ 457298 w 1277091"/>
              <a:gd name="csY64" fmla="*/ 1247181 h 1277112"/>
              <a:gd name="csX65" fmla="*/ 457298 w 1277091"/>
              <a:gd name="csY65" fmla="*/ 1152395 h 1277112"/>
              <a:gd name="csX66" fmla="*/ 71504 w 1277091"/>
              <a:gd name="csY66" fmla="*/ 1152395 h 1277112"/>
              <a:gd name="csX67" fmla="*/ 71504 w 1277091"/>
              <a:gd name="csY67" fmla="*/ 1247181 h 1277112"/>
              <a:gd name="csX68" fmla="*/ 261948 w 1277091"/>
              <a:gd name="csY68" fmla="*/ 1122463 h 1277112"/>
              <a:gd name="csX69" fmla="*/ 462994 w 1277091"/>
              <a:gd name="csY69" fmla="*/ 1122463 h 1277112"/>
              <a:gd name="csX70" fmla="*/ 497541 w 1277091"/>
              <a:gd name="csY70" fmla="*/ 1053452 h 1277112"/>
              <a:gd name="csX71" fmla="*/ 456716 w 1277091"/>
              <a:gd name="csY71" fmla="*/ 944573 h 1277112"/>
              <a:gd name="csX72" fmla="*/ 72127 w 1277091"/>
              <a:gd name="csY72" fmla="*/ 944573 h 1277112"/>
              <a:gd name="csX73" fmla="*/ 31303 w 1277091"/>
              <a:gd name="csY73" fmla="*/ 1053452 h 1277112"/>
              <a:gd name="csX74" fmla="*/ 65850 w 1277091"/>
              <a:gd name="csY74" fmla="*/ 1122463 h 1277112"/>
              <a:gd name="csX75" fmla="*/ 261948 w 1277091"/>
              <a:gd name="csY75" fmla="*/ 1122463 h 1277112"/>
              <a:gd name="csX76" fmla="*/ 804846 w 1277091"/>
              <a:gd name="csY76" fmla="*/ 1039317 h 1277112"/>
              <a:gd name="csX77" fmla="*/ 1054282 w 1277091"/>
              <a:gd name="csY77" fmla="*/ 1039317 h 1277112"/>
              <a:gd name="csX78" fmla="*/ 1085753 w 1277091"/>
              <a:gd name="csY78" fmla="*/ 1042061 h 1277112"/>
              <a:gd name="csX79" fmla="*/ 1121173 w 1277091"/>
              <a:gd name="csY79" fmla="*/ 931270 h 1277112"/>
              <a:gd name="csX80" fmla="*/ 958166 w 1277091"/>
              <a:gd name="csY80" fmla="*/ 645998 h 1277112"/>
              <a:gd name="csX81" fmla="*/ 958914 w 1277091"/>
              <a:gd name="csY81" fmla="*/ 630034 h 1277112"/>
              <a:gd name="csX82" fmla="*/ 973631 w 1277091"/>
              <a:gd name="csY82" fmla="*/ 623840 h 1277112"/>
              <a:gd name="csX83" fmla="*/ 1212134 w 1277091"/>
              <a:gd name="csY83" fmla="*/ 663583 h 1277112"/>
              <a:gd name="csX84" fmla="*/ 1243479 w 1277091"/>
              <a:gd name="csY84" fmla="*/ 600933 h 1277112"/>
              <a:gd name="csX85" fmla="*/ 1007305 w 1277091"/>
              <a:gd name="csY85" fmla="*/ 404087 h 1277112"/>
              <a:gd name="csX86" fmla="*/ 929564 w 1277091"/>
              <a:gd name="csY86" fmla="*/ 404087 h 1277112"/>
              <a:gd name="csX87" fmla="*/ 914598 w 1277091"/>
              <a:gd name="csY87" fmla="*/ 389120 h 1277112"/>
              <a:gd name="csX88" fmla="*/ 914598 w 1277091"/>
              <a:gd name="csY88" fmla="*/ 296621 h 1277112"/>
              <a:gd name="csX89" fmla="*/ 818482 w 1277091"/>
              <a:gd name="csY89" fmla="*/ 377813 h 1277112"/>
              <a:gd name="csX90" fmla="*/ 737457 w 1277091"/>
              <a:gd name="csY90" fmla="*/ 582018 h 1277112"/>
              <a:gd name="csX91" fmla="*/ 804846 w 1277091"/>
              <a:gd name="csY91" fmla="*/ 582018 h 1277112"/>
              <a:gd name="csX92" fmla="*/ 804846 w 1277091"/>
              <a:gd name="csY92" fmla="*/ 611950 h 1277112"/>
              <a:gd name="csX93" fmla="*/ 736667 w 1277091"/>
              <a:gd name="csY93" fmla="*/ 611950 h 1277112"/>
              <a:gd name="csX94" fmla="*/ 736667 w 1277091"/>
              <a:gd name="csY94" fmla="*/ 615899 h 1277112"/>
              <a:gd name="csX95" fmla="*/ 736667 w 1277091"/>
              <a:gd name="csY95" fmla="*/ 706736 h 1277112"/>
              <a:gd name="csX96" fmla="*/ 804846 w 1277091"/>
              <a:gd name="csY96" fmla="*/ 706736 h 1277112"/>
              <a:gd name="csX97" fmla="*/ 804846 w 1277091"/>
              <a:gd name="csY97" fmla="*/ 736710 h 1277112"/>
              <a:gd name="csX98" fmla="*/ 736667 w 1277091"/>
              <a:gd name="csY98" fmla="*/ 736710 h 1277112"/>
              <a:gd name="csX99" fmla="*/ 736667 w 1277091"/>
              <a:gd name="csY99" fmla="*/ 831454 h 1277112"/>
              <a:gd name="csX100" fmla="*/ 804846 w 1277091"/>
              <a:gd name="csY100" fmla="*/ 831454 h 1277112"/>
              <a:gd name="csX101" fmla="*/ 804846 w 1277091"/>
              <a:gd name="csY101" fmla="*/ 861428 h 1277112"/>
              <a:gd name="csX102" fmla="*/ 736667 w 1277091"/>
              <a:gd name="csY102" fmla="*/ 861428 h 1277112"/>
              <a:gd name="csX103" fmla="*/ 736667 w 1277091"/>
              <a:gd name="csY103" fmla="*/ 927237 h 1277112"/>
              <a:gd name="csX104" fmla="*/ 773375 w 1277091"/>
              <a:gd name="csY104" fmla="*/ 1042103 h 1277112"/>
              <a:gd name="csX105" fmla="*/ 804846 w 1277091"/>
              <a:gd name="csY105" fmla="*/ 1039317 h 1277112"/>
              <a:gd name="csX106" fmla="*/ 430692 w 1277091"/>
              <a:gd name="csY106" fmla="*/ 445659 h 1277112"/>
              <a:gd name="csX107" fmla="*/ 98110 w 1277091"/>
              <a:gd name="csY107" fmla="*/ 445659 h 1277112"/>
              <a:gd name="csX108" fmla="*/ 98110 w 1277091"/>
              <a:gd name="csY108" fmla="*/ 415727 h 1277112"/>
              <a:gd name="csX109" fmla="*/ 430692 w 1277091"/>
              <a:gd name="csY109" fmla="*/ 415727 h 1277112"/>
              <a:gd name="csX110" fmla="*/ 430692 w 1277091"/>
              <a:gd name="csY110" fmla="*/ 445659 h 1277112"/>
              <a:gd name="csX111" fmla="*/ 404085 w 1277091"/>
              <a:gd name="csY111" fmla="*/ 347548 h 1277112"/>
              <a:gd name="csX112" fmla="*/ 374153 w 1277091"/>
              <a:gd name="csY112" fmla="*/ 347548 h 1277112"/>
              <a:gd name="csX113" fmla="*/ 374153 w 1277091"/>
              <a:gd name="csY113" fmla="*/ 264402 h 1277112"/>
              <a:gd name="csX114" fmla="*/ 375733 w 1277091"/>
              <a:gd name="csY114" fmla="*/ 257709 h 1277112"/>
              <a:gd name="csX115" fmla="*/ 413980 w 1277091"/>
              <a:gd name="csY115" fmla="*/ 181257 h 1277112"/>
              <a:gd name="csX116" fmla="*/ 379890 w 1277091"/>
              <a:gd name="csY116" fmla="*/ 113078 h 1277112"/>
              <a:gd name="csX117" fmla="*/ 148954 w 1277091"/>
              <a:gd name="csY117" fmla="*/ 113078 h 1277112"/>
              <a:gd name="csX118" fmla="*/ 114822 w 1277091"/>
              <a:gd name="csY118" fmla="*/ 181257 h 1277112"/>
              <a:gd name="csX119" fmla="*/ 153028 w 1277091"/>
              <a:gd name="csY119" fmla="*/ 257709 h 1277112"/>
              <a:gd name="csX120" fmla="*/ 154649 w 1277091"/>
              <a:gd name="csY120" fmla="*/ 264402 h 1277112"/>
              <a:gd name="csX121" fmla="*/ 154649 w 1277091"/>
              <a:gd name="csY121" fmla="*/ 347548 h 1277112"/>
              <a:gd name="csX122" fmla="*/ 124717 w 1277091"/>
              <a:gd name="csY122" fmla="*/ 347548 h 1277112"/>
              <a:gd name="csX123" fmla="*/ 124717 w 1277091"/>
              <a:gd name="csY123" fmla="*/ 267936 h 1277112"/>
              <a:gd name="csX124" fmla="*/ 84724 w 1277091"/>
              <a:gd name="csY124" fmla="*/ 187950 h 1277112"/>
              <a:gd name="csX125" fmla="*/ 84724 w 1277091"/>
              <a:gd name="csY125" fmla="*/ 174564 h 1277112"/>
              <a:gd name="csX126" fmla="*/ 126297 w 1277091"/>
              <a:gd name="csY126" fmla="*/ 91418 h 1277112"/>
              <a:gd name="csX127" fmla="*/ 139683 w 1277091"/>
              <a:gd name="csY127" fmla="*/ 83145 h 1277112"/>
              <a:gd name="csX128" fmla="*/ 166289 w 1277091"/>
              <a:gd name="csY128" fmla="*/ 83145 h 1277112"/>
              <a:gd name="csX129" fmla="*/ 166289 w 1277091"/>
              <a:gd name="csY129" fmla="*/ 14966 h 1277112"/>
              <a:gd name="csX130" fmla="*/ 181256 w 1277091"/>
              <a:gd name="csY130" fmla="*/ 0 h 1277112"/>
              <a:gd name="csX131" fmla="*/ 347546 w 1277091"/>
              <a:gd name="csY131" fmla="*/ 0 h 1277112"/>
              <a:gd name="csX132" fmla="*/ 362513 w 1277091"/>
              <a:gd name="csY132" fmla="*/ 14966 h 1277112"/>
              <a:gd name="csX133" fmla="*/ 362513 w 1277091"/>
              <a:gd name="csY133" fmla="*/ 83145 h 1277112"/>
              <a:gd name="csX134" fmla="*/ 389119 w 1277091"/>
              <a:gd name="csY134" fmla="*/ 83145 h 1277112"/>
              <a:gd name="csX135" fmla="*/ 402505 w 1277091"/>
              <a:gd name="csY135" fmla="*/ 91418 h 1277112"/>
              <a:gd name="csX136" fmla="*/ 444078 w 1277091"/>
              <a:gd name="csY136" fmla="*/ 174564 h 1277112"/>
              <a:gd name="csX137" fmla="*/ 444078 w 1277091"/>
              <a:gd name="csY137" fmla="*/ 187950 h 1277112"/>
              <a:gd name="csX138" fmla="*/ 404085 w 1277091"/>
              <a:gd name="csY138" fmla="*/ 267936 h 1277112"/>
              <a:gd name="csX139" fmla="*/ 404085 w 1277091"/>
              <a:gd name="csY139" fmla="*/ 347548 h 1277112"/>
              <a:gd name="csX140" fmla="*/ 196222 w 1277091"/>
              <a:gd name="csY140" fmla="*/ 83145 h 1277112"/>
              <a:gd name="csX141" fmla="*/ 332580 w 1277091"/>
              <a:gd name="csY141" fmla="*/ 83145 h 1277112"/>
              <a:gd name="csX142" fmla="*/ 332580 w 1277091"/>
              <a:gd name="csY142" fmla="*/ 29932 h 1277112"/>
              <a:gd name="csX143" fmla="*/ 196222 w 1277091"/>
              <a:gd name="csY143" fmla="*/ 29932 h 1277112"/>
              <a:gd name="csX144" fmla="*/ 196222 w 1277091"/>
              <a:gd name="csY144" fmla="*/ 83145 h 1277112"/>
              <a:gd name="csX145" fmla="*/ 347546 w 1277091"/>
              <a:gd name="csY145" fmla="*/ 196223 h 1277112"/>
              <a:gd name="csX146" fmla="*/ 181256 w 1277091"/>
              <a:gd name="csY146" fmla="*/ 196223 h 1277112"/>
              <a:gd name="csX147" fmla="*/ 181256 w 1277091"/>
              <a:gd name="csY147" fmla="*/ 166291 h 1277112"/>
              <a:gd name="csX148" fmla="*/ 347546 w 1277091"/>
              <a:gd name="csY148" fmla="*/ 166291 h 1277112"/>
              <a:gd name="csX149" fmla="*/ 347546 w 1277091"/>
              <a:gd name="csY149" fmla="*/ 196223 h 1277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Lst>
            <a:rect l="l" t="t" r="r" b="b"/>
            <a:pathLst>
              <a:path w="1277091" h="1277112">
                <a:moveTo>
                  <a:pt x="1262146" y="1277113"/>
                </a:moveTo>
                <a:lnTo>
                  <a:pt x="14965" y="1277113"/>
                </a:lnTo>
                <a:lnTo>
                  <a:pt x="14965" y="1247181"/>
                </a:lnTo>
                <a:lnTo>
                  <a:pt x="41571" y="1247181"/>
                </a:lnTo>
                <a:lnTo>
                  <a:pt x="41571" y="1140962"/>
                </a:lnTo>
                <a:lnTo>
                  <a:pt x="1578" y="1060977"/>
                </a:lnTo>
                <a:cubicBezTo>
                  <a:pt x="-292" y="1057235"/>
                  <a:pt x="-500" y="1052953"/>
                  <a:pt x="955" y="1049045"/>
                </a:cubicBezTo>
                <a:lnTo>
                  <a:pt x="40116" y="944532"/>
                </a:lnTo>
                <a:lnTo>
                  <a:pt x="14965" y="944532"/>
                </a:lnTo>
                <a:lnTo>
                  <a:pt x="14965" y="914599"/>
                </a:lnTo>
                <a:lnTo>
                  <a:pt x="51341" y="914599"/>
                </a:lnTo>
                <a:lnTo>
                  <a:pt x="124717" y="719000"/>
                </a:lnTo>
                <a:lnTo>
                  <a:pt x="124717" y="513838"/>
                </a:lnTo>
                <a:lnTo>
                  <a:pt x="154649" y="513838"/>
                </a:lnTo>
                <a:lnTo>
                  <a:pt x="154649" y="721702"/>
                </a:lnTo>
                <a:cubicBezTo>
                  <a:pt x="154649" y="723489"/>
                  <a:pt x="154317" y="725277"/>
                  <a:pt x="153693" y="726940"/>
                </a:cubicBezTo>
                <a:lnTo>
                  <a:pt x="83352" y="914599"/>
                </a:lnTo>
                <a:lnTo>
                  <a:pt x="445492" y="914599"/>
                </a:lnTo>
                <a:lnTo>
                  <a:pt x="375151" y="726940"/>
                </a:lnTo>
                <a:cubicBezTo>
                  <a:pt x="374485" y="725277"/>
                  <a:pt x="374153" y="723489"/>
                  <a:pt x="374153" y="721702"/>
                </a:cubicBezTo>
                <a:lnTo>
                  <a:pt x="374153" y="513838"/>
                </a:lnTo>
                <a:lnTo>
                  <a:pt x="404085" y="513838"/>
                </a:lnTo>
                <a:lnTo>
                  <a:pt x="404085" y="719000"/>
                </a:lnTo>
                <a:lnTo>
                  <a:pt x="477461" y="914599"/>
                </a:lnTo>
                <a:lnTo>
                  <a:pt x="513837" y="914599"/>
                </a:lnTo>
                <a:lnTo>
                  <a:pt x="513837" y="944573"/>
                </a:lnTo>
                <a:lnTo>
                  <a:pt x="488686" y="944573"/>
                </a:lnTo>
                <a:lnTo>
                  <a:pt x="527847" y="1049087"/>
                </a:lnTo>
                <a:cubicBezTo>
                  <a:pt x="529302" y="1052995"/>
                  <a:pt x="529094" y="1057277"/>
                  <a:pt x="527224" y="1061018"/>
                </a:cubicBezTo>
                <a:lnTo>
                  <a:pt x="487231" y="1141004"/>
                </a:lnTo>
                <a:lnTo>
                  <a:pt x="487231" y="1247222"/>
                </a:lnTo>
                <a:lnTo>
                  <a:pt x="623589" y="1247222"/>
                </a:lnTo>
                <a:lnTo>
                  <a:pt x="623589" y="1220574"/>
                </a:lnTo>
                <a:cubicBezTo>
                  <a:pt x="623589" y="1141794"/>
                  <a:pt x="674058" y="1074654"/>
                  <a:pt x="744399" y="1049710"/>
                </a:cubicBezTo>
                <a:lnTo>
                  <a:pt x="707441" y="934180"/>
                </a:lnTo>
                <a:cubicBezTo>
                  <a:pt x="706984" y="932642"/>
                  <a:pt x="706734" y="931104"/>
                  <a:pt x="706734" y="929565"/>
                </a:cubicBezTo>
                <a:lnTo>
                  <a:pt x="706734" y="615899"/>
                </a:lnTo>
                <a:cubicBezTo>
                  <a:pt x="706734" y="475508"/>
                  <a:pt x="741780" y="412276"/>
                  <a:pt x="798236" y="355821"/>
                </a:cubicBezTo>
                <a:lnTo>
                  <a:pt x="919919" y="252970"/>
                </a:lnTo>
                <a:cubicBezTo>
                  <a:pt x="924409" y="249187"/>
                  <a:pt x="930728" y="248438"/>
                  <a:pt x="935883" y="250808"/>
                </a:cubicBezTo>
                <a:cubicBezTo>
                  <a:pt x="941121" y="253261"/>
                  <a:pt x="944530" y="258582"/>
                  <a:pt x="944530" y="264402"/>
                </a:cubicBezTo>
                <a:lnTo>
                  <a:pt x="944530" y="374154"/>
                </a:lnTo>
                <a:lnTo>
                  <a:pt x="1012709" y="374154"/>
                </a:lnTo>
                <a:cubicBezTo>
                  <a:pt x="1016201" y="374154"/>
                  <a:pt x="1019610" y="375360"/>
                  <a:pt x="1022271" y="377605"/>
                </a:cubicBezTo>
                <a:lnTo>
                  <a:pt x="1271707" y="585468"/>
                </a:lnTo>
                <a:cubicBezTo>
                  <a:pt x="1277029" y="589916"/>
                  <a:pt x="1278608" y="597441"/>
                  <a:pt x="1275532" y="603677"/>
                </a:cubicBezTo>
                <a:lnTo>
                  <a:pt x="1233959" y="686822"/>
                </a:lnTo>
                <a:cubicBezTo>
                  <a:pt x="1231049" y="692684"/>
                  <a:pt x="1224813" y="695802"/>
                  <a:pt x="1218079" y="694887"/>
                </a:cubicBezTo>
                <a:lnTo>
                  <a:pt x="999739" y="658511"/>
                </a:lnTo>
                <a:lnTo>
                  <a:pt x="1150398" y="922124"/>
                </a:lnTo>
                <a:cubicBezTo>
                  <a:pt x="1152477" y="925782"/>
                  <a:pt x="1152976" y="930106"/>
                  <a:pt x="1151645" y="934097"/>
                </a:cubicBezTo>
                <a:lnTo>
                  <a:pt x="1114687" y="1049627"/>
                </a:lnTo>
                <a:cubicBezTo>
                  <a:pt x="1184987" y="1074612"/>
                  <a:pt x="1235497" y="1141752"/>
                  <a:pt x="1235497" y="1220491"/>
                </a:cubicBezTo>
                <a:lnTo>
                  <a:pt x="1235497" y="1247139"/>
                </a:lnTo>
                <a:lnTo>
                  <a:pt x="1262146" y="1247139"/>
                </a:lnTo>
                <a:lnTo>
                  <a:pt x="1262146" y="1277113"/>
                </a:lnTo>
                <a:close/>
                <a:moveTo>
                  <a:pt x="653521" y="1247181"/>
                </a:moveTo>
                <a:lnTo>
                  <a:pt x="1205607" y="1247181"/>
                </a:lnTo>
                <a:lnTo>
                  <a:pt x="1205607" y="1220533"/>
                </a:lnTo>
                <a:cubicBezTo>
                  <a:pt x="1205607" y="1137096"/>
                  <a:pt x="1137719" y="1069250"/>
                  <a:pt x="1054282" y="1069250"/>
                </a:cubicBezTo>
                <a:lnTo>
                  <a:pt x="804846" y="1069250"/>
                </a:lnTo>
                <a:cubicBezTo>
                  <a:pt x="721410" y="1069250"/>
                  <a:pt x="653521" y="1137096"/>
                  <a:pt x="653521" y="1220533"/>
                </a:cubicBezTo>
                <a:lnTo>
                  <a:pt x="653521" y="1247181"/>
                </a:lnTo>
                <a:close/>
                <a:moveTo>
                  <a:pt x="71504" y="1247181"/>
                </a:moveTo>
                <a:lnTo>
                  <a:pt x="457298" y="1247181"/>
                </a:lnTo>
                <a:lnTo>
                  <a:pt x="457298" y="1152395"/>
                </a:lnTo>
                <a:lnTo>
                  <a:pt x="71504" y="1152395"/>
                </a:lnTo>
                <a:lnTo>
                  <a:pt x="71504" y="1247181"/>
                </a:lnTo>
                <a:close/>
                <a:moveTo>
                  <a:pt x="261948" y="1122463"/>
                </a:moveTo>
                <a:lnTo>
                  <a:pt x="462994" y="1122463"/>
                </a:lnTo>
                <a:lnTo>
                  <a:pt x="497541" y="1053452"/>
                </a:lnTo>
                <a:lnTo>
                  <a:pt x="456716" y="944573"/>
                </a:lnTo>
                <a:lnTo>
                  <a:pt x="72127" y="944573"/>
                </a:lnTo>
                <a:lnTo>
                  <a:pt x="31303" y="1053452"/>
                </a:lnTo>
                <a:lnTo>
                  <a:pt x="65850" y="1122463"/>
                </a:lnTo>
                <a:lnTo>
                  <a:pt x="261948" y="1122463"/>
                </a:lnTo>
                <a:close/>
                <a:moveTo>
                  <a:pt x="804846" y="1039317"/>
                </a:moveTo>
                <a:lnTo>
                  <a:pt x="1054282" y="1039317"/>
                </a:lnTo>
                <a:cubicBezTo>
                  <a:pt x="1065008" y="1039317"/>
                  <a:pt x="1075526" y="1040232"/>
                  <a:pt x="1085753" y="1042061"/>
                </a:cubicBezTo>
                <a:lnTo>
                  <a:pt x="1121173" y="931270"/>
                </a:lnTo>
                <a:lnTo>
                  <a:pt x="958166" y="645998"/>
                </a:lnTo>
                <a:cubicBezTo>
                  <a:pt x="955297" y="640968"/>
                  <a:pt x="955589" y="634732"/>
                  <a:pt x="958914" y="630034"/>
                </a:cubicBezTo>
                <a:cubicBezTo>
                  <a:pt x="962157" y="625295"/>
                  <a:pt x="967728" y="622925"/>
                  <a:pt x="973631" y="623840"/>
                </a:cubicBezTo>
                <a:lnTo>
                  <a:pt x="1212134" y="663583"/>
                </a:lnTo>
                <a:lnTo>
                  <a:pt x="1243479" y="600933"/>
                </a:lnTo>
                <a:lnTo>
                  <a:pt x="1007305" y="404087"/>
                </a:lnTo>
                <a:lnTo>
                  <a:pt x="929564" y="404087"/>
                </a:lnTo>
                <a:cubicBezTo>
                  <a:pt x="921291" y="404087"/>
                  <a:pt x="914598" y="397393"/>
                  <a:pt x="914598" y="389120"/>
                </a:cubicBezTo>
                <a:lnTo>
                  <a:pt x="914598" y="296621"/>
                </a:lnTo>
                <a:lnTo>
                  <a:pt x="818482" y="377813"/>
                </a:lnTo>
                <a:cubicBezTo>
                  <a:pt x="772877" y="423459"/>
                  <a:pt x="742612" y="475301"/>
                  <a:pt x="737457" y="582018"/>
                </a:cubicBezTo>
                <a:lnTo>
                  <a:pt x="804846" y="582018"/>
                </a:lnTo>
                <a:lnTo>
                  <a:pt x="804846" y="611950"/>
                </a:lnTo>
                <a:lnTo>
                  <a:pt x="736667" y="611950"/>
                </a:lnTo>
                <a:cubicBezTo>
                  <a:pt x="736667" y="613280"/>
                  <a:pt x="736667" y="614569"/>
                  <a:pt x="736667" y="615899"/>
                </a:cubicBezTo>
                <a:lnTo>
                  <a:pt x="736667" y="706736"/>
                </a:lnTo>
                <a:lnTo>
                  <a:pt x="804846" y="706736"/>
                </a:lnTo>
                <a:lnTo>
                  <a:pt x="804846" y="736710"/>
                </a:lnTo>
                <a:lnTo>
                  <a:pt x="736667" y="736710"/>
                </a:lnTo>
                <a:lnTo>
                  <a:pt x="736667" y="831454"/>
                </a:lnTo>
                <a:lnTo>
                  <a:pt x="804846" y="831454"/>
                </a:lnTo>
                <a:lnTo>
                  <a:pt x="804846" y="861428"/>
                </a:lnTo>
                <a:lnTo>
                  <a:pt x="736667" y="861428"/>
                </a:lnTo>
                <a:lnTo>
                  <a:pt x="736667" y="927237"/>
                </a:lnTo>
                <a:lnTo>
                  <a:pt x="773375" y="1042103"/>
                </a:lnTo>
                <a:cubicBezTo>
                  <a:pt x="783602" y="1040232"/>
                  <a:pt x="794120" y="1039317"/>
                  <a:pt x="804846" y="1039317"/>
                </a:cubicBezTo>
                <a:close/>
                <a:moveTo>
                  <a:pt x="430692" y="445659"/>
                </a:moveTo>
                <a:lnTo>
                  <a:pt x="98110" y="445659"/>
                </a:lnTo>
                <a:lnTo>
                  <a:pt x="98110" y="415727"/>
                </a:lnTo>
                <a:lnTo>
                  <a:pt x="430692" y="415727"/>
                </a:lnTo>
                <a:lnTo>
                  <a:pt x="430692" y="445659"/>
                </a:lnTo>
                <a:close/>
                <a:moveTo>
                  <a:pt x="404085" y="347548"/>
                </a:moveTo>
                <a:lnTo>
                  <a:pt x="374153" y="347548"/>
                </a:lnTo>
                <a:lnTo>
                  <a:pt x="374153" y="264402"/>
                </a:lnTo>
                <a:cubicBezTo>
                  <a:pt x="374153" y="262074"/>
                  <a:pt x="374693" y="259788"/>
                  <a:pt x="375733" y="257709"/>
                </a:cubicBezTo>
                <a:lnTo>
                  <a:pt x="413980" y="181257"/>
                </a:lnTo>
                <a:lnTo>
                  <a:pt x="379890" y="113078"/>
                </a:lnTo>
                <a:lnTo>
                  <a:pt x="148954" y="113078"/>
                </a:lnTo>
                <a:lnTo>
                  <a:pt x="114822" y="181257"/>
                </a:lnTo>
                <a:lnTo>
                  <a:pt x="153028" y="257709"/>
                </a:lnTo>
                <a:cubicBezTo>
                  <a:pt x="154109" y="259788"/>
                  <a:pt x="154649" y="262074"/>
                  <a:pt x="154649" y="264402"/>
                </a:cubicBezTo>
                <a:lnTo>
                  <a:pt x="154649" y="347548"/>
                </a:lnTo>
                <a:lnTo>
                  <a:pt x="124717" y="347548"/>
                </a:lnTo>
                <a:lnTo>
                  <a:pt x="124717" y="267936"/>
                </a:lnTo>
                <a:lnTo>
                  <a:pt x="84724" y="187950"/>
                </a:lnTo>
                <a:cubicBezTo>
                  <a:pt x="82604" y="183710"/>
                  <a:pt x="82604" y="178763"/>
                  <a:pt x="84724" y="174564"/>
                </a:cubicBezTo>
                <a:lnTo>
                  <a:pt x="126297" y="91418"/>
                </a:lnTo>
                <a:cubicBezTo>
                  <a:pt x="128832" y="86346"/>
                  <a:pt x="134029" y="83145"/>
                  <a:pt x="139683" y="83145"/>
                </a:cubicBezTo>
                <a:lnTo>
                  <a:pt x="166289" y="83145"/>
                </a:lnTo>
                <a:lnTo>
                  <a:pt x="166289" y="14966"/>
                </a:lnTo>
                <a:cubicBezTo>
                  <a:pt x="166289" y="6693"/>
                  <a:pt x="172983" y="0"/>
                  <a:pt x="181256" y="0"/>
                </a:cubicBezTo>
                <a:lnTo>
                  <a:pt x="347546" y="0"/>
                </a:lnTo>
                <a:cubicBezTo>
                  <a:pt x="355819" y="0"/>
                  <a:pt x="362513" y="6693"/>
                  <a:pt x="362513" y="14966"/>
                </a:cubicBezTo>
                <a:lnTo>
                  <a:pt x="362513" y="83145"/>
                </a:lnTo>
                <a:lnTo>
                  <a:pt x="389119" y="83145"/>
                </a:lnTo>
                <a:cubicBezTo>
                  <a:pt x="394773" y="83145"/>
                  <a:pt x="399970" y="86346"/>
                  <a:pt x="402505" y="91418"/>
                </a:cubicBezTo>
                <a:lnTo>
                  <a:pt x="444078" y="174564"/>
                </a:lnTo>
                <a:cubicBezTo>
                  <a:pt x="446198" y="178804"/>
                  <a:pt x="446198" y="183751"/>
                  <a:pt x="444078" y="187950"/>
                </a:cubicBezTo>
                <a:lnTo>
                  <a:pt x="404085" y="267936"/>
                </a:lnTo>
                <a:lnTo>
                  <a:pt x="404085" y="347548"/>
                </a:lnTo>
                <a:close/>
                <a:moveTo>
                  <a:pt x="196222" y="83145"/>
                </a:moveTo>
                <a:lnTo>
                  <a:pt x="332580" y="83145"/>
                </a:lnTo>
                <a:lnTo>
                  <a:pt x="332580" y="29932"/>
                </a:lnTo>
                <a:lnTo>
                  <a:pt x="196222" y="29932"/>
                </a:lnTo>
                <a:lnTo>
                  <a:pt x="196222" y="83145"/>
                </a:lnTo>
                <a:close/>
                <a:moveTo>
                  <a:pt x="347546" y="196223"/>
                </a:moveTo>
                <a:lnTo>
                  <a:pt x="181256" y="196223"/>
                </a:lnTo>
                <a:lnTo>
                  <a:pt x="181256" y="166291"/>
                </a:lnTo>
                <a:lnTo>
                  <a:pt x="347546" y="166291"/>
                </a:lnTo>
                <a:lnTo>
                  <a:pt x="347546" y="196223"/>
                </a:lnTo>
                <a:close/>
              </a:path>
            </a:pathLst>
          </a:custGeom>
          <a:solidFill>
            <a:schemeClr val="tx1"/>
          </a:solidFill>
          <a:ln w="41374" cap="flat">
            <a:noFill/>
            <a:prstDash val="solid"/>
            <a:miter/>
          </a:ln>
        </p:spPr>
        <p:txBody>
          <a:bodyPr/>
          <a:lstStyle/>
          <a:p>
            <a:endParaRPr lang="en-US"/>
          </a:p>
        </p:txBody>
      </p:sp>
      <p:sp>
        <p:nvSpPr>
          <p:cNvPr id="2" name="Rectangle 1">
            <a:extLst>
              <a:ext uri="{FF2B5EF4-FFF2-40B4-BE49-F238E27FC236}">
                <a16:creationId xmlns:a16="http://schemas.microsoft.com/office/drawing/2014/main" id="{A5880B98-F77E-8000-0CF5-A28549152B8A}"/>
              </a:ext>
            </a:extLst>
          </p:cNvPr>
          <p:cNvSpPr/>
          <p:nvPr/>
        </p:nvSpPr>
        <p:spPr bwMode="auto">
          <a:xfrm>
            <a:off x="2492894" y="4186503"/>
            <a:ext cx="18307636" cy="1266183"/>
          </a:xfrm>
          <a:prstGeom prst="rect">
            <a:avLst/>
          </a:prstGeom>
          <a:solidFill>
            <a:schemeClr val="accent2"/>
          </a:solidFill>
          <a:ln w="19050">
            <a:noFill/>
            <a:headEnd type="none" w="med" len="med"/>
            <a:tailEnd type="none" w="med" len="med"/>
          </a:ln>
          <a:effectLst>
            <a:outerShdw blurRad="12700" dist="127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5988" tIns="95988" rIns="95988" bIns="95988" numCol="1" rtlCol="0" anchor="ctr" anchorCtr="0" compatLnSpc="1">
            <a:prstTxWarp prst="textNoShape">
              <a:avLst/>
            </a:prstTxWarp>
          </a:bodyPr>
          <a:lstStyle/>
          <a:p>
            <a:pPr algn="ctr" defTabSz="2437852" fontAlgn="base">
              <a:lnSpc>
                <a:spcPct val="90000"/>
              </a:lnSpc>
              <a:spcBef>
                <a:spcPct val="0"/>
              </a:spcBef>
              <a:spcAft>
                <a:spcPct val="0"/>
              </a:spcAft>
              <a:defRPr/>
            </a:pPr>
            <a:r>
              <a:rPr lang="en-US" sz="3734" dirty="0">
                <a:solidFill>
                  <a:srgbClr val="FFFFFF"/>
                </a:solidFill>
                <a:latin typeface="IBM Plex Sans Light"/>
              </a:rPr>
              <a:t> The journey to quantum safe has multiple entry points and is not linear. </a:t>
            </a:r>
          </a:p>
          <a:p>
            <a:pPr algn="ctr" defTabSz="2437852" fontAlgn="base">
              <a:lnSpc>
                <a:spcPct val="90000"/>
              </a:lnSpc>
              <a:spcBef>
                <a:spcPct val="0"/>
              </a:spcBef>
              <a:spcAft>
                <a:spcPct val="0"/>
              </a:spcAft>
              <a:defRPr/>
            </a:pPr>
            <a:r>
              <a:rPr lang="en-US" sz="3734" b="1" dirty="0">
                <a:solidFill>
                  <a:srgbClr val="FFFFFF"/>
                </a:solidFill>
                <a:latin typeface="IBM Plex Sans Light"/>
              </a:rPr>
              <a:t>The time to act is now.</a:t>
            </a:r>
          </a:p>
        </p:txBody>
      </p:sp>
      <p:sp>
        <p:nvSpPr>
          <p:cNvPr id="11" name="Slide Number Placeholder 3">
            <a:extLst>
              <a:ext uri="{FF2B5EF4-FFF2-40B4-BE49-F238E27FC236}">
                <a16:creationId xmlns:a16="http://schemas.microsoft.com/office/drawing/2014/main" id="{BC05108A-35BB-7D6B-A917-64FE4533889A}"/>
              </a:ext>
            </a:extLst>
          </p:cNvPr>
          <p:cNvSpPr txBox="1">
            <a:spLocks/>
          </p:cNvSpPr>
          <p:nvPr/>
        </p:nvSpPr>
        <p:spPr>
          <a:xfrm>
            <a:off x="23253882" y="13164979"/>
            <a:ext cx="677863" cy="246221"/>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21</a:t>
            </a:fld>
            <a:endParaRPr lang="en-US" sz="1600" dirty="0">
              <a:solidFill>
                <a:schemeClr val="tx1">
                  <a:lumMod val="75000"/>
                  <a:lumOff val="25000"/>
                </a:schemeClr>
              </a:solidFill>
              <a:latin typeface="IBM Plex Sans" panose="020B0503050203000203" pitchFamily="34" charset="0"/>
              <a:sym typeface="IBM Plex Sans"/>
            </a:endParaRPr>
          </a:p>
        </p:txBody>
      </p:sp>
      <p:sp>
        <p:nvSpPr>
          <p:cNvPr id="13" name="Footer Placeholder 3">
            <a:extLst>
              <a:ext uri="{FF2B5EF4-FFF2-40B4-BE49-F238E27FC236}">
                <a16:creationId xmlns:a16="http://schemas.microsoft.com/office/drawing/2014/main" id="{27DE8839-E966-7C5D-9D0E-1612419F057E}"/>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2026 IBM Corporation</a:t>
            </a:r>
          </a:p>
        </p:txBody>
      </p:sp>
    </p:spTree>
    <p:extLst>
      <p:ext uri="{BB962C8B-B14F-4D97-AF65-F5344CB8AC3E}">
        <p14:creationId xmlns:p14="http://schemas.microsoft.com/office/powerpoint/2010/main" val="376380046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8CDFE-FF1C-E0CD-5494-CC4FE9D493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A74618-ADCD-669F-21D7-92ABA65F829E}"/>
              </a:ext>
            </a:extLst>
          </p:cNvPr>
          <p:cNvSpPr txBox="1"/>
          <p:nvPr/>
        </p:nvSpPr>
        <p:spPr>
          <a:xfrm>
            <a:off x="239480" y="193289"/>
            <a:ext cx="21996052" cy="3108543"/>
          </a:xfrm>
          <a:prstGeom prst="rect">
            <a:avLst/>
          </a:prstGeom>
          <a:noFill/>
        </p:spPr>
        <p:txBody>
          <a:bodyPr wrap="square">
            <a:spAutoFit/>
          </a:bodyPr>
          <a:lstStyle/>
          <a:p>
            <a:pPr defTabSz="1828800">
              <a:defRPr/>
            </a:pPr>
            <a:r>
              <a:rPr lang="en-US" sz="2800" kern="0" dirty="0">
                <a:solidFill>
                  <a:srgbClr val="000000"/>
                </a:solidFill>
              </a:rPr>
              <a:t>IBM Institute of Business Value studies, re: PQC and Quantum Safe</a:t>
            </a:r>
          </a:p>
          <a:p>
            <a:pPr defTabSz="1828800">
              <a:defRPr/>
            </a:pPr>
            <a:endParaRPr lang="en-US" sz="2800" kern="0" dirty="0">
              <a:solidFill>
                <a:srgbClr val="000000"/>
              </a:solidFill>
            </a:endParaRPr>
          </a:p>
          <a:p>
            <a:pPr defTabSz="1828800">
              <a:defRPr/>
            </a:pPr>
            <a:r>
              <a:rPr lang="en-US" sz="2800" kern="0" dirty="0">
                <a:solidFill>
                  <a:srgbClr val="000000"/>
                </a:solidFill>
              </a:rPr>
              <a:t>October 2025, Secure the Post Quantum Future</a:t>
            </a:r>
          </a:p>
          <a:p>
            <a:pPr defTabSz="1828800">
              <a:defRPr/>
            </a:pPr>
            <a:r>
              <a:rPr lang="en-US" sz="2800" kern="0" dirty="0">
                <a:solidFill>
                  <a:srgbClr val="000000"/>
                </a:solidFill>
                <a:hlinkClick r:id="rId3"/>
              </a:rPr>
              <a:t>https://www.ibm.com/thought-leadership/institute-business-value/en-us/report/2025-quantum-safe-readiness</a:t>
            </a:r>
            <a:br>
              <a:rPr lang="en-US" sz="2800" kern="0" dirty="0">
                <a:solidFill>
                  <a:srgbClr val="000000"/>
                </a:solidFill>
              </a:rPr>
            </a:br>
            <a:endParaRPr lang="en-US" sz="2800" kern="0" dirty="0">
              <a:solidFill>
                <a:srgbClr val="000000"/>
              </a:solidFill>
            </a:endParaRPr>
          </a:p>
          <a:p>
            <a:pPr defTabSz="1828800">
              <a:defRPr/>
            </a:pPr>
            <a:r>
              <a:rPr lang="en-US" sz="2800" kern="0" dirty="0">
                <a:solidFill>
                  <a:srgbClr val="000000"/>
                </a:solidFill>
              </a:rPr>
              <a:t>May 2024, The Quantum-Safe Clock is Ticking</a:t>
            </a:r>
          </a:p>
          <a:p>
            <a:pPr defTabSz="1828800">
              <a:defRPr/>
            </a:pPr>
            <a:r>
              <a:rPr lang="en-US" sz="2800" kern="0" dirty="0">
                <a:solidFill>
                  <a:srgbClr val="000000"/>
                </a:solidFill>
                <a:hlinkClick r:id="rId4"/>
              </a:rPr>
              <a:t>https://www.ibm.com/thought-leadership/institute-business-value/en-us/report/quantum-safe</a:t>
            </a:r>
            <a:endParaRPr lang="en-US" sz="2800" kern="0" dirty="0">
              <a:solidFill>
                <a:srgbClr val="000000"/>
              </a:solidFill>
            </a:endParaRPr>
          </a:p>
        </p:txBody>
      </p:sp>
      <p:sp>
        <p:nvSpPr>
          <p:cNvPr id="2" name="Slide Number Placeholder 3">
            <a:extLst>
              <a:ext uri="{FF2B5EF4-FFF2-40B4-BE49-F238E27FC236}">
                <a16:creationId xmlns:a16="http://schemas.microsoft.com/office/drawing/2014/main" id="{22CC3561-DD92-E32D-D16C-13F2DA3536C8}"/>
              </a:ext>
            </a:extLst>
          </p:cNvPr>
          <p:cNvSpPr txBox="1">
            <a:spLocks/>
          </p:cNvSpPr>
          <p:nvPr/>
        </p:nvSpPr>
        <p:spPr>
          <a:xfrm>
            <a:off x="23318789" y="13164979"/>
            <a:ext cx="609600" cy="246222"/>
          </a:xfrm>
          <a:prstGeom prst="rect">
            <a:avLst/>
          </a:prstGeom>
        </p:spPr>
        <p:txBody>
          <a:bodyPr/>
          <a:lstStyle>
            <a:defPPr>
              <a:defRPr kern="0"/>
            </a:defPPr>
          </a:lstStyle>
          <a:p>
            <a:pPr algn="r" defTabSz="1829014">
              <a:defRPr/>
            </a:pPr>
            <a:fld id="{86CB4B4D-7CA3-9044-876B-883B54F8677D}" type="slidenum">
              <a:rPr lang="en-US" sz="1600">
                <a:solidFill>
                  <a:schemeClr val="tx1">
                    <a:lumMod val="75000"/>
                    <a:lumOff val="25000"/>
                  </a:schemeClr>
                </a:solidFill>
                <a:latin typeface="IBM Plex Sans" panose="020B0503050203000203" pitchFamily="34" charset="0"/>
                <a:sym typeface="IBM Plex Sans"/>
              </a:rPr>
              <a:pPr algn="r" defTabSz="1829014">
                <a:defRPr/>
              </a:pPr>
              <a:t>22</a:t>
            </a:fld>
            <a:endParaRPr lang="en-US" sz="1600">
              <a:solidFill>
                <a:schemeClr val="tx1">
                  <a:lumMod val="75000"/>
                  <a:lumOff val="25000"/>
                </a:schemeClr>
              </a:solidFill>
              <a:latin typeface="IBM Plex Sans" panose="020B0503050203000203" pitchFamily="34" charset="0"/>
              <a:sym typeface="IBM Plex Sans"/>
            </a:endParaRPr>
          </a:p>
        </p:txBody>
      </p:sp>
      <p:sp>
        <p:nvSpPr>
          <p:cNvPr id="6" name="Footer Placeholder 3">
            <a:extLst>
              <a:ext uri="{FF2B5EF4-FFF2-40B4-BE49-F238E27FC236}">
                <a16:creationId xmlns:a16="http://schemas.microsoft.com/office/drawing/2014/main" id="{5F92F715-7E4C-821C-BA48-8B76691766FC}"/>
              </a:ext>
            </a:extLst>
          </p:cNvPr>
          <p:cNvSpPr txBox="1">
            <a:spLocks/>
          </p:cNvSpPr>
          <p:nvPr/>
        </p:nvSpPr>
        <p:spPr>
          <a:xfrm>
            <a:off x="572865" y="13164979"/>
            <a:ext cx="4954240" cy="246221"/>
          </a:xfrm>
          <a:prstGeom prst="rect">
            <a:avLst/>
          </a:prstGeom>
        </p:spPr>
        <p:txBody>
          <a:bodyPr wrap="square" lIns="0" tIns="0" rIns="0" bIns="0">
            <a:spAutoFit/>
          </a:bodyPr>
          <a:lstStyle>
            <a:lvl1pPr marL="0">
              <a:defRPr sz="525" b="0" i="0">
                <a:solidFill>
                  <a:schemeClr val="tx1"/>
                </a:solidFill>
                <a:latin typeface="IBM Plex Sans Medm"/>
                <a:ea typeface="+mn-ea"/>
                <a:cs typeface="IBM Plex Sans Medm"/>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a:lstStyle>
          <a:p>
            <a:pPr defTabSz="1828670">
              <a:defRPr/>
            </a:pPr>
            <a:r>
              <a:rPr lang="en-US" sz="1600" kern="0" dirty="0">
                <a:solidFill>
                  <a:schemeClr val="tx1">
                    <a:lumMod val="75000"/>
                    <a:lumOff val="25000"/>
                  </a:schemeClr>
                </a:solidFill>
                <a:latin typeface="IBM Plex Sans Light" panose="020B0403050203000203" pitchFamily="34" charset="0"/>
                <a:cs typeface="+mn-cs"/>
              </a:rPr>
              <a:t>IBM © 2025 IBM Corporation</a:t>
            </a:r>
          </a:p>
        </p:txBody>
      </p:sp>
    </p:spTree>
    <p:extLst>
      <p:ext uri="{BB962C8B-B14F-4D97-AF65-F5344CB8AC3E}">
        <p14:creationId xmlns:p14="http://schemas.microsoft.com/office/powerpoint/2010/main" val="379536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250829_IBM_presentation_brand_covers_Plex_embed_image_cover" id="{6FAC055B-9105-7F4A-8DC5-2A12B68B993D}" vid="{BBD717C5-4F48-104A-81C9-32897B92B642}"/>
    </a:ext>
  </a:extLst>
</a:theme>
</file>

<file path=ppt/theme/theme2.xml><?xml version="1.0" encoding="utf-8"?>
<a:theme xmlns:a="http://schemas.openxmlformats.org/drawingml/2006/main" name="1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4" id="{2CD88341-EF33-7D47-BC2A-A153F5639436}" vid="{7C3F9C92-CC02-0C41-8791-1F63CF307E0F}"/>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2010532754AD9488DFD613526E351D0" ma:contentTypeVersion="12" ma:contentTypeDescription="Create a new document." ma:contentTypeScope="" ma:versionID="265b59a9337b25332819740ac608baa9">
  <xsd:schema xmlns:xsd="http://www.w3.org/2001/XMLSchema" xmlns:xs="http://www.w3.org/2001/XMLSchema" xmlns:p="http://schemas.microsoft.com/office/2006/metadata/properties" xmlns:ns2="cf11b46f-40ea-4b85-ad35-a55e6bca9bc4" xmlns:ns3="7ea5d178-af65-4d7d-b48e-fcb577a0a38b" targetNamespace="http://schemas.microsoft.com/office/2006/metadata/properties" ma:root="true" ma:fieldsID="1fed820408e7e030d63af9d7281704dd" ns2:_="" ns3:_="">
    <xsd:import namespace="cf11b46f-40ea-4b85-ad35-a55e6bca9bc4"/>
    <xsd:import namespace="7ea5d178-af65-4d7d-b48e-fcb577a0a38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11b46f-40ea-4b85-ad35-a55e6bca9b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19edae7-b79a-4a5e-b725-af92424e056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ea5d178-af65-4d7d-b48e-fcb577a0a38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eeefd2d-e94b-4f69-a91f-31e12c66a458}" ma:internalName="TaxCatchAll" ma:showField="CatchAllData" ma:web="7ea5d178-af65-4d7d-b48e-fcb577a0a3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f11b46f-40ea-4b85-ad35-a55e6bca9bc4">
      <Terms xmlns="http://schemas.microsoft.com/office/infopath/2007/PartnerControls"/>
    </lcf76f155ced4ddcb4097134ff3c332f>
    <TaxCatchAll xmlns="7ea5d178-af65-4d7d-b48e-fcb577a0a38b" xsi:nil="true"/>
  </documentManagement>
</p:properties>
</file>

<file path=customXml/itemProps1.xml><?xml version="1.0" encoding="utf-8"?>
<ds:datastoreItem xmlns:ds="http://schemas.openxmlformats.org/officeDocument/2006/customXml" ds:itemID="{46C99297-AB4B-440D-9718-51682541CACE}">
  <ds:schemaRefs>
    <ds:schemaRef ds:uri="http://schemas.microsoft.com/sharepoint/v3/contenttype/forms"/>
  </ds:schemaRefs>
</ds:datastoreItem>
</file>

<file path=customXml/itemProps2.xml><?xml version="1.0" encoding="utf-8"?>
<ds:datastoreItem xmlns:ds="http://schemas.openxmlformats.org/officeDocument/2006/customXml" ds:itemID="{B25C85BC-BBAE-4DE5-B7E0-80653BFDBD73}">
  <ds:schemaRefs>
    <ds:schemaRef ds:uri="7ea5d178-af65-4d7d-b48e-fcb577a0a38b"/>
    <ds:schemaRef ds:uri="cf11b46f-40ea-4b85-ad35-a55e6bca9bc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8702406-8D31-47C3-A002-36FA29A6F31F}">
  <ds:schemaRefs>
    <ds:schemaRef ds:uri="7ea5d178-af65-4d7d-b48e-fcb577a0a38b"/>
    <ds:schemaRef ds:uri="cf11b46f-40ea-4b85-ad35-a55e6bca9bc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IBM presentation template</Template>
  <TotalTime>11724</TotalTime>
  <Words>3108</Words>
  <Application>Microsoft Macintosh PowerPoint</Application>
  <PresentationFormat>Custom</PresentationFormat>
  <Paragraphs>441</Paragraphs>
  <Slides>22</Slides>
  <Notes>19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22</vt:i4>
      </vt:variant>
    </vt:vector>
  </HeadingPairs>
  <TitlesOfParts>
    <vt:vector size="34" baseType="lpstr">
      <vt:lpstr>Aptos</vt:lpstr>
      <vt:lpstr>IBM Plex Sans</vt:lpstr>
      <vt:lpstr>IBMPlexSans</vt:lpstr>
      <vt:lpstr>IBM Plex Sans ExtLt</vt:lpstr>
      <vt:lpstr>IBM Plex Sans SmBld</vt:lpstr>
      <vt:lpstr>Wingdings</vt:lpstr>
      <vt:lpstr>AkayaTelivigala</vt:lpstr>
      <vt:lpstr>Google Sans</vt:lpstr>
      <vt:lpstr>IBM Plex Sans Light</vt:lpstr>
      <vt:lpstr>Arial</vt:lpstr>
      <vt:lpstr>IBM presentation template</vt:lpstr>
      <vt:lpstr>1_IBM presentation template</vt:lpstr>
      <vt:lpstr>Why PQC Now for  U.S. Federal Missions           </vt:lpstr>
      <vt:lpstr>Bring useful quantum computing  to the world  Make the world quantum safe</vt:lpstr>
      <vt:lpstr>PowerPoint Presentation</vt:lpstr>
      <vt:lpstr>Cryptography is essential and ubiquitous and embedded across US Federal &amp; Defense Agencies’ Critical Systems and Services  </vt:lpstr>
      <vt:lpstr>What will a cyber criminal be able to do?</vt:lpstr>
      <vt:lpstr>The problem with Q-Day?</vt:lpstr>
      <vt:lpstr>Common question: When will the Quantum threat materialize? </vt:lpstr>
      <vt:lpstr>PowerPoint Presentation</vt:lpstr>
      <vt:lpstr>US Government Mandates Quantum Safe for Federal Agencies     </vt:lpstr>
      <vt:lpstr>There is global urgency to build quantum resilience across enterprises</vt:lpstr>
      <vt:lpstr>Post-Quantum Cryptography a.k.a. Quantum Safe Cryptography or Quantum Resistant Cryptography</vt:lpstr>
      <vt:lpstr>Quantum Safe Cryptography Primarily Lattice-Based </vt:lpstr>
      <vt:lpstr>The NIST Post-Quantum Cryptography (PQC) Standard</vt:lpstr>
      <vt:lpstr>Quantum-Safe Ecosystem global industry, government, and community collaboration for a successful transformation journey</vt:lpstr>
      <vt:lpstr>Organizations face technology challenges in managing cryptography </vt:lpstr>
      <vt:lpstr>How to tackle both today’s challenges and build resilience against the quantum threat:</vt:lpstr>
      <vt:lpstr>PowerPoint Presentation</vt:lpstr>
      <vt:lpstr>PowerPoint Presentation</vt:lpstr>
      <vt:lpstr>What should federal agencies and enterprises should do next? Key steps to build a quantum-resilient future with agility</vt:lpstr>
      <vt:lpstr>IBM’s Leadership in Cryptography IBM Pioneered first data encryption standard, now PQC and CBOM Standards</vt:lpstr>
      <vt:lpstr>Strategic Approach to Quantum Safe 5 stages to achieve quantum-safe readiness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Matt Simons</dc:creator>
  <cp:keywords/>
  <dc:description/>
  <cp:lastModifiedBy>Barbara Saltzman</cp:lastModifiedBy>
  <cp:revision>52</cp:revision>
  <cp:lastPrinted>2019-04-25T15:14:05Z</cp:lastPrinted>
  <dcterms:created xsi:type="dcterms:W3CDTF">2026-04-15T13:29:49Z</dcterms:created>
  <dcterms:modified xsi:type="dcterms:W3CDTF">2026-06-25T01:22:44Z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0x010100C2010532754AD9488DFD613526E351D0</vt:lpwstr>
  </property>
  <property fmtid="{D5CDD505-2E9C-101B-9397-08002B2CF9AE}" pid="3" name="MSIP_Label_4470bcdf-e424-40e3-9ceb-40cf94994388_Name">
    <vt:lpwstr>IBM Confidential</vt:lpwstr>
  </property>
  <property fmtid="{D5CDD505-2E9C-101B-9397-08002B2CF9AE}" pid="4" name="MSIP_Label_4470bcdf-e424-40e3-9ceb-40cf94994388_SetDate">
    <vt:lpwstr>2026-01-26T22:00:26Z</vt:lpwstr>
  </property>
  <property fmtid="{D5CDD505-2E9C-101B-9397-08002B2CF9AE}" pid="5" name="MSIP_Label_4470bcdf-e424-40e3-9ceb-40cf94994388_Extended_MSFT_Method">
    <vt:lpwstr>Standard</vt:lpwstr>
  </property>
  <property fmtid="{D5CDD505-2E9C-101B-9397-08002B2CF9AE}" pid="6" name="MSIP_Label_4470bcdf-e424-40e3-9ceb-40cf94994388_SiteId">
    <vt:lpwstr>fcf67057-50c9-4ad4-98f3-ffca64add9e9</vt:lpwstr>
  </property>
  <property fmtid="{D5CDD505-2E9C-101B-9397-08002B2CF9AE}" pid="7" name="MSIP_Label_4470bcdf-e424-40e3-9ceb-40cf94994388_Removed">
    <vt:lpwstr>False</vt:lpwstr>
  </property>
  <property fmtid="{D5CDD505-2E9C-101B-9397-08002B2CF9AE}" pid="8" name="MSIP_Label_4470bcdf-e424-40e3-9ceb-40cf94994388_Enabled">
    <vt:lpwstr>True</vt:lpwstr>
  </property>
  <property fmtid="{D5CDD505-2E9C-101B-9397-08002B2CF9AE}" pid="9" name="Sensitivity">
    <vt:lpwstr>IBM Confidential</vt:lpwstr>
  </property>
  <property fmtid="{D5CDD505-2E9C-101B-9397-08002B2CF9AE}" pid="10" name="MSIP_Label_4470bcdf-e424-40e3-9ceb-40cf94994388_ActionId">
    <vt:lpwstr>97fd4e7c-926d-433e-86ee-2ce30af7bfdf</vt:lpwstr>
  </property>
  <property fmtid="{D5CDD505-2E9C-101B-9397-08002B2CF9AE}" pid="11" name="MediaServiceImageTags">
    <vt:lpwstr/>
  </property>
</Properties>
</file>